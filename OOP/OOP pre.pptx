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tags/tag2.xml" ContentType="application/vnd.openxmlformats-officedocument.presentationml.tags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Override8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6"/>
  </p:notesMasterIdLst>
  <p:sldIdLst>
    <p:sldId id="256" r:id="rId2"/>
    <p:sldId id="277" r:id="rId3"/>
    <p:sldId id="258" r:id="rId4"/>
    <p:sldId id="273" r:id="rId5"/>
    <p:sldId id="284" r:id="rId6"/>
    <p:sldId id="302" r:id="rId7"/>
    <p:sldId id="312" r:id="rId8"/>
    <p:sldId id="305" r:id="rId9"/>
    <p:sldId id="303" r:id="rId10"/>
    <p:sldId id="304" r:id="rId11"/>
    <p:sldId id="306" r:id="rId12"/>
    <p:sldId id="307" r:id="rId13"/>
    <p:sldId id="308" r:id="rId14"/>
    <p:sldId id="310" r:id="rId15"/>
    <p:sldId id="311" r:id="rId16"/>
    <p:sldId id="274" r:id="rId17"/>
    <p:sldId id="313" r:id="rId18"/>
    <p:sldId id="319" r:id="rId19"/>
    <p:sldId id="314" r:id="rId20"/>
    <p:sldId id="323" r:id="rId21"/>
    <p:sldId id="324" r:id="rId22"/>
    <p:sldId id="325" r:id="rId23"/>
    <p:sldId id="275" r:id="rId24"/>
    <p:sldId id="326" r:id="rId25"/>
    <p:sldId id="327" r:id="rId26"/>
    <p:sldId id="328" r:id="rId27"/>
    <p:sldId id="329" r:id="rId28"/>
    <p:sldId id="331" r:id="rId29"/>
    <p:sldId id="330" r:id="rId30"/>
    <p:sldId id="332" r:id="rId31"/>
    <p:sldId id="334" r:id="rId32"/>
    <p:sldId id="333" r:id="rId33"/>
    <p:sldId id="335" r:id="rId34"/>
    <p:sldId id="261" r:id="rId35"/>
  </p:sldIdLst>
  <p:sldSz cx="12192000" cy="6858000"/>
  <p:notesSz cx="6858000" cy="9144000"/>
  <p:custDataLst>
    <p:tags r:id="rId3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33"/>
    <a:srgbClr val="0F4A85"/>
    <a:srgbClr val="185E73"/>
    <a:srgbClr val="1A191F"/>
    <a:srgbClr val="5E2CBC"/>
    <a:srgbClr val="5266FE"/>
    <a:srgbClr val="5785F9"/>
    <a:srgbClr val="F68A00"/>
    <a:srgbClr val="EAECEF"/>
    <a:srgbClr val="999999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06" autoAdjust="0"/>
    <p:restoredTop sz="95571" autoAdjust="0"/>
  </p:normalViewPr>
  <p:slideViewPr>
    <p:cSldViewPr snapToGrid="0">
      <p:cViewPr varScale="1">
        <p:scale>
          <a:sx n="74" d="100"/>
          <a:sy n="74" d="100"/>
        </p:scale>
        <p:origin x="48" y="50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606CF4-FA77-4E71-BDBB-B62F97D48318}" type="datetimeFigureOut">
              <a:rPr lang="zh-CN" altLang="en-US" smtClean="0"/>
              <a:t>2025/4/26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7EA511-84E0-4AE0-9842-AB0E10994B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011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7EA511-84E0-4AE0-9842-AB0E10994BF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90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图片占位符 27"/>
          <p:cNvSpPr>
            <a:spLocks noGrp="1"/>
          </p:cNvSpPr>
          <p:nvPr>
            <p:ph type="pic" sz="quarter" idx="10"/>
          </p:nvPr>
        </p:nvSpPr>
        <p:spPr>
          <a:xfrm>
            <a:off x="0" y="1123950"/>
            <a:ext cx="12192000" cy="2671515"/>
          </a:xfrm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9801" name="副标题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69925" y="4924996"/>
            <a:ext cx="10850563" cy="558799"/>
          </a:xfrm>
        </p:spPr>
        <p:txBody>
          <a:bodyPr anchor="ctr">
            <a:norm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spc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dirty="0"/>
              <a:t>Click to edit Master subtitle style</a:t>
            </a:r>
          </a:p>
        </p:txBody>
      </p:sp>
      <p:sp>
        <p:nvSpPr>
          <p:cNvPr id="9802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669925" y="4126588"/>
            <a:ext cx="10850563" cy="767764"/>
          </a:xfrm>
        </p:spPr>
        <p:txBody>
          <a:bodyPr anchor="b">
            <a:normAutofit/>
          </a:bodyPr>
          <a:lstStyle>
            <a:lvl1pPr algn="l">
              <a:defRPr sz="3200" b="1" spc="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0" y="3840418"/>
            <a:ext cx="12192000" cy="142302"/>
          </a:xfrm>
          <a:prstGeom prst="rect">
            <a:avLst/>
          </a:prstGeom>
          <a:solidFill>
            <a:schemeClr val="bg1">
              <a:lumMod val="65000"/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2586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669924" y="3180213"/>
            <a:ext cx="8128636" cy="804151"/>
          </a:xfrm>
          <a:noFill/>
        </p:spPr>
        <p:txBody>
          <a:bodyPr anchor="b">
            <a:normAutofit/>
          </a:bodyPr>
          <a:lstStyle>
            <a:lvl1pPr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 hasCustomPrompt="1"/>
          </p:nvPr>
        </p:nvSpPr>
        <p:spPr>
          <a:xfrm>
            <a:off x="669924" y="4027364"/>
            <a:ext cx="8128636" cy="1082874"/>
          </a:xfrm>
          <a:noFill/>
        </p:spPr>
        <p:txBody>
          <a:bodyPr anchor="t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cxnSp>
        <p:nvCxnSpPr>
          <p:cNvPr id="3" name="直接连接符 2"/>
          <p:cNvCxnSpPr/>
          <p:nvPr userDrawn="1"/>
        </p:nvCxnSpPr>
        <p:spPr>
          <a:xfrm>
            <a:off x="669925" y="4026670"/>
            <a:ext cx="812863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图片占位符 27"/>
          <p:cNvSpPr>
            <a:spLocks noGrp="1"/>
          </p:cNvSpPr>
          <p:nvPr>
            <p:ph type="pic" sz="quarter" idx="10"/>
          </p:nvPr>
        </p:nvSpPr>
        <p:spPr>
          <a:xfrm>
            <a:off x="0" y="1770643"/>
            <a:ext cx="12192000" cy="1052318"/>
          </a:xfrm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0" name="矩形 9"/>
          <p:cNvSpPr/>
          <p:nvPr userDrawn="1"/>
        </p:nvSpPr>
        <p:spPr>
          <a:xfrm>
            <a:off x="0" y="2875218"/>
            <a:ext cx="12192000" cy="142302"/>
          </a:xfrm>
          <a:prstGeom prst="rect">
            <a:avLst/>
          </a:prstGeom>
          <a:solidFill>
            <a:schemeClr val="bg1">
              <a:lumMod val="65000"/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pPr/>
              <a:t>2025/4/26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333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pPr/>
              <a:t>2025/4/26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8967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pPr/>
              <a:t>2025/4/26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70B0534F-EB22-4404-88FD-A7852D9A8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8174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72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669925" y="3570003"/>
            <a:ext cx="4482645" cy="973538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4" name="文本占位符 62"/>
          <p:cNvSpPr>
            <a:spLocks noGrp="1"/>
          </p:cNvSpPr>
          <p:nvPr>
            <p:ph type="body" sz="quarter" idx="17" hasCustomPrompt="1"/>
          </p:nvPr>
        </p:nvSpPr>
        <p:spPr>
          <a:xfrm>
            <a:off x="669925" y="4821044"/>
            <a:ext cx="4482645" cy="310871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l">
              <a:buNone/>
              <a:defRPr lang="zh-CN" altLang="en-US" sz="14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5" name="文本占位符 62"/>
          <p:cNvSpPr>
            <a:spLocks noGrp="1"/>
          </p:cNvSpPr>
          <p:nvPr>
            <p:ph type="body" sz="quarter" idx="18" hasCustomPrompt="1"/>
          </p:nvPr>
        </p:nvSpPr>
        <p:spPr>
          <a:xfrm>
            <a:off x="669925" y="5136678"/>
            <a:ext cx="4482645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4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cxnSp>
        <p:nvCxnSpPr>
          <p:cNvPr id="1131" name="直接连接符 1130">
            <a:extLst>
              <a:ext uri="{FF2B5EF4-FFF2-40B4-BE49-F238E27FC236}">
                <a16:creationId xmlns:a16="http://schemas.microsoft.com/office/drawing/2014/main" id="{D4394073-F69C-4ECB-80F4-B33CA7C5C096}"/>
              </a:ext>
            </a:extLst>
          </p:cNvPr>
          <p:cNvCxnSpPr>
            <a:cxnSpLocks/>
          </p:cNvCxnSpPr>
          <p:nvPr userDrawn="1"/>
        </p:nvCxnSpPr>
        <p:spPr>
          <a:xfrm>
            <a:off x="669925" y="5447549"/>
            <a:ext cx="380047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图片占位符 27"/>
          <p:cNvSpPr>
            <a:spLocks noGrp="1"/>
          </p:cNvSpPr>
          <p:nvPr>
            <p:ph type="pic" sz="quarter" idx="10"/>
          </p:nvPr>
        </p:nvSpPr>
        <p:spPr>
          <a:xfrm>
            <a:off x="0" y="1123950"/>
            <a:ext cx="12192000" cy="2155647"/>
          </a:xfrm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0" y="3330397"/>
            <a:ext cx="12192000" cy="142302"/>
          </a:xfrm>
          <a:prstGeom prst="rect">
            <a:avLst/>
          </a:prstGeom>
          <a:solidFill>
            <a:schemeClr val="bg1">
              <a:lumMod val="65000"/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8658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38875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  <a:pPr/>
              <a:t>2025/4/26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38875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www.islide.cc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38875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669924" y="6240463"/>
            <a:ext cx="1085056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669923" y="1028700"/>
            <a:ext cx="10850563" cy="72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02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50" r:id="rId3"/>
    <p:sldLayoutId id="2147483654" r:id="rId4"/>
    <p:sldLayoutId id="2147483655" r:id="rId5"/>
    <p:sldLayoutId id="2147483661" r:id="rId6"/>
  </p:sldLayoutIdLst>
  <p:hf hd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08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7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占位符 7"/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136468"/>
            <a:ext cx="12192000" cy="2689641"/>
          </a:xfrm>
        </p:spPr>
      </p:pic>
      <p:sp>
        <p:nvSpPr>
          <p:cNvPr id="19" name="副标题 18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CN" sz="1800"/>
              <a:t>By</a:t>
            </a:r>
            <a:r>
              <a:rPr lang="zh-CN" altLang="en-US" sz="1800"/>
              <a:t>：刘铠睿 张彦鹏 孙天宇</a:t>
            </a:r>
            <a:endParaRPr lang="en-US" altLang="zh-CN" sz="1800" dirty="0"/>
          </a:p>
        </p:txBody>
      </p:sp>
      <p:sp>
        <p:nvSpPr>
          <p:cNvPr id="18" name="标题 17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代码与演进过程分析</a:t>
            </a:r>
            <a:endParaRPr lang="zh-CN" altLang="en-US" dirty="0"/>
          </a:p>
        </p:txBody>
      </p:sp>
      <p:grpSp>
        <p:nvGrpSpPr>
          <p:cNvPr id="109" name="组合 108"/>
          <p:cNvGrpSpPr/>
          <p:nvPr userDrawn="1"/>
        </p:nvGrpSpPr>
        <p:grpSpPr>
          <a:xfrm>
            <a:off x="8901826" y="3015028"/>
            <a:ext cx="2613498" cy="811500"/>
            <a:chOff x="-4066" y="2662628"/>
            <a:chExt cx="2057401" cy="781570"/>
          </a:xfrm>
        </p:grpSpPr>
        <p:sp>
          <p:nvSpPr>
            <p:cNvPr id="111" name="文本框 110"/>
            <p:cNvSpPr txBox="1"/>
            <p:nvPr/>
          </p:nvSpPr>
          <p:spPr>
            <a:xfrm>
              <a:off x="-4066" y="2897016"/>
              <a:ext cx="2057400" cy="547182"/>
            </a:xfrm>
            <a:prstGeom prst="rect">
              <a:avLst/>
            </a:prstGeom>
            <a:noFill/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z="16600" b="1" dirty="0">
                  <a:solidFill>
                    <a:schemeClr val="bg1"/>
                  </a:solidFill>
                  <a:latin typeface="+mn-lt"/>
                </a:rPr>
                <a:t>REPORT</a:t>
              </a:r>
              <a:endParaRPr lang="zh-CN" altLang="en-US" sz="16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112" name="矩形 111"/>
            <p:cNvSpPr/>
            <p:nvPr/>
          </p:nvSpPr>
          <p:spPr>
            <a:xfrm>
              <a:off x="802304" y="2662628"/>
              <a:ext cx="1251031" cy="218355"/>
            </a:xfrm>
            <a:prstGeom prst="rect">
              <a:avLst/>
            </a:prstGeom>
            <a:noFill/>
          </p:spPr>
          <p:txBody>
            <a:bodyPr wrap="none" numCol="1" rtlCol="0">
              <a:prstTxWarp prst="textPlain">
                <a:avLst/>
              </a:prstTxWarp>
              <a:spAutoFit/>
            </a:bodyPr>
            <a:lstStyle/>
            <a:p>
              <a:pPr lvl="0"/>
              <a:r>
                <a:rPr lang="en-US" altLang="zh-CN" sz="16600" noProof="0" dirty="0">
                  <a:solidFill>
                    <a:schemeClr val="bg1"/>
                  </a:solidFill>
                  <a:latin typeface="+mn-lt"/>
                </a:rPr>
                <a:t>FUDAN UNIV</a:t>
              </a:r>
            </a:p>
          </p:txBody>
        </p:sp>
      </p:grpSp>
      <p:sp>
        <p:nvSpPr>
          <p:cNvPr id="110" name="文本框 109"/>
          <p:cNvSpPr txBox="1"/>
          <p:nvPr userDrawn="1"/>
        </p:nvSpPr>
        <p:spPr>
          <a:xfrm>
            <a:off x="7178355" y="3058100"/>
            <a:ext cx="1606717" cy="768009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z="9600">
                <a:solidFill>
                  <a:schemeClr val="bg1"/>
                </a:solidFill>
                <a:latin typeface="Impact" panose="020B0806030902050204" pitchFamily="34" charset="0"/>
              </a:rPr>
              <a:t>2025</a:t>
            </a:r>
            <a:endParaRPr lang="zh-CN" altLang="en-US" sz="9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26" name="矩形 125"/>
          <p:cNvSpPr/>
          <p:nvPr/>
        </p:nvSpPr>
        <p:spPr>
          <a:xfrm>
            <a:off x="755373" y="600736"/>
            <a:ext cx="985139" cy="9851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>
              <a:solidFill>
                <a:schemeClr val="bg1">
                  <a:lumMod val="75000"/>
                </a:schemeClr>
              </a:solidFill>
              <a:latin typeface="Impact" panose="020B0806030902050204" pitchFamily="34" charset="0"/>
            </a:endParaRPr>
          </a:p>
        </p:txBody>
      </p:sp>
      <p:pic>
        <p:nvPicPr>
          <p:cNvPr id="3" name="图片 2" descr="图片包含 户外, 标牌&#10;&#10;已生成极高可信度的说明">
            <a:extLst>
              <a:ext uri="{FF2B5EF4-FFF2-40B4-BE49-F238E27FC236}">
                <a16:creationId xmlns:a16="http://schemas.microsoft.com/office/drawing/2014/main" id="{4CBD8638-B0E6-421B-9401-E3B24F48BC4D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25" y="687013"/>
            <a:ext cx="814033" cy="81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741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1a259e69-0052-40b6-98f5-4b0b629e2df9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3866E5C8-B3B1-4EA4-9E56-47E95F2F1338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2439879" y="1303310"/>
            <a:ext cx="7799047" cy="4155688"/>
            <a:chOff x="3364591" y="1433312"/>
            <a:chExt cx="7236330" cy="4155688"/>
          </a:xfrm>
        </p:grpSpPr>
        <p:grpSp>
          <p:nvGrpSpPr>
            <p:cNvPr id="6" name="ïSḻîḓé">
              <a:extLst>
                <a:ext uri="{FF2B5EF4-FFF2-40B4-BE49-F238E27FC236}">
                  <a16:creationId xmlns:a16="http://schemas.microsoft.com/office/drawing/2014/main" id="{4F886D9F-4BD3-4F56-9EE0-9E772118D035}"/>
                </a:ext>
              </a:extLst>
            </p:cNvPr>
            <p:cNvGrpSpPr/>
            <p:nvPr/>
          </p:nvGrpSpPr>
          <p:grpSpPr>
            <a:xfrm>
              <a:off x="6339454" y="1433312"/>
              <a:ext cx="4261467" cy="3700268"/>
              <a:chOff x="6485802" y="1400333"/>
              <a:chExt cx="4261467" cy="3700268"/>
            </a:xfrm>
          </p:grpSpPr>
          <p:sp>
            <p:nvSpPr>
              <p:cNvPr id="9" name="i$ḷíḑè">
                <a:extLst>
                  <a:ext uri="{FF2B5EF4-FFF2-40B4-BE49-F238E27FC236}">
                    <a16:creationId xmlns:a16="http://schemas.microsoft.com/office/drawing/2014/main" id="{4E30C5D6-B98E-4497-ACDB-52CE795E2EB8}"/>
                  </a:ext>
                </a:extLst>
              </p:cNvPr>
              <p:cNvSpPr/>
              <p:nvPr/>
            </p:nvSpPr>
            <p:spPr>
              <a:xfrm>
                <a:off x="6493023" y="1400333"/>
                <a:ext cx="4254246" cy="816103"/>
              </a:xfrm>
              <a:prstGeom prst="rect">
                <a:avLst/>
              </a:prstGeom>
              <a:solidFill>
                <a:srgbClr val="99999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rIns="90000" rtlCol="0" anchor="ctr">
                <a:normAutofit/>
              </a:bodyPr>
              <a:lstStyle/>
              <a:p>
                <a:r>
                  <a:rPr lang="zh-CN" altLang="en-US"/>
                  <a:t>  优秀代码分析</a:t>
                </a:r>
                <a:endParaRPr lang="en-US" dirty="0"/>
              </a:p>
            </p:txBody>
          </p:sp>
          <p:sp>
            <p:nvSpPr>
              <p:cNvPr id="10" name="íŝ1îde">
                <a:extLst>
                  <a:ext uri="{FF2B5EF4-FFF2-40B4-BE49-F238E27FC236}">
                    <a16:creationId xmlns:a16="http://schemas.microsoft.com/office/drawing/2014/main" id="{2D9CC96D-0191-42FF-9B15-ED29540C7422}"/>
                  </a:ext>
                </a:extLst>
              </p:cNvPr>
              <p:cNvSpPr/>
              <p:nvPr/>
            </p:nvSpPr>
            <p:spPr>
              <a:xfrm>
                <a:off x="6493022" y="2806863"/>
                <a:ext cx="4254247" cy="8161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rIns="90000" rtlCol="0" anchor="ctr">
                <a:normAutofit/>
              </a:bodyPr>
              <a:lstStyle/>
              <a:p>
                <a:r>
                  <a:rPr lang="zh-CN" altLang="en-US"/>
                  <a:t>  待改进代码分析</a:t>
                </a:r>
                <a:endParaRPr lang="en-US" dirty="0"/>
              </a:p>
            </p:txBody>
          </p:sp>
          <p:sp>
            <p:nvSpPr>
              <p:cNvPr id="11" name="î$lïḑè">
                <a:extLst>
                  <a:ext uri="{FF2B5EF4-FFF2-40B4-BE49-F238E27FC236}">
                    <a16:creationId xmlns:a16="http://schemas.microsoft.com/office/drawing/2014/main" id="{512F94E4-7753-4270-8BBA-C64768D45A68}"/>
                  </a:ext>
                </a:extLst>
              </p:cNvPr>
              <p:cNvSpPr/>
              <p:nvPr/>
            </p:nvSpPr>
            <p:spPr>
              <a:xfrm>
                <a:off x="6485802" y="4284498"/>
                <a:ext cx="4261467" cy="816103"/>
              </a:xfrm>
              <a:prstGeom prst="rect">
                <a:avLst/>
              </a:prstGeom>
              <a:solidFill>
                <a:schemeClr val="tx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rIns="90000" rtlCol="0" anchor="ctr">
                <a:normAutofit/>
              </a:bodyPr>
              <a:lstStyle/>
              <a:p>
                <a:r>
                  <a:rPr lang="zh-CN" altLang="en-US"/>
                  <a:t>  代码演进与面向对象方法分析</a:t>
                </a:r>
                <a:endParaRPr lang="en-US" dirty="0"/>
              </a:p>
            </p:txBody>
          </p:sp>
        </p:grp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F8E85D90-A9F7-42C3-8D80-A8911508D3D7}"/>
                </a:ext>
              </a:extLst>
            </p:cNvPr>
            <p:cNvCxnSpPr/>
            <p:nvPr/>
          </p:nvCxnSpPr>
          <p:spPr>
            <a:xfrm>
              <a:off x="4971000" y="1433313"/>
              <a:ext cx="0" cy="4155687"/>
            </a:xfrm>
            <a:prstGeom prst="line">
              <a:avLst/>
            </a:prstGeom>
            <a:ln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îṣľïḋé">
              <a:extLst>
                <a:ext uri="{FF2B5EF4-FFF2-40B4-BE49-F238E27FC236}">
                  <a16:creationId xmlns:a16="http://schemas.microsoft.com/office/drawing/2014/main" id="{C62D7D3C-A2D9-48CE-A6F9-43F5208EE870}"/>
                </a:ext>
              </a:extLst>
            </p:cNvPr>
            <p:cNvSpPr txBox="1"/>
            <p:nvPr/>
          </p:nvSpPr>
          <p:spPr>
            <a:xfrm>
              <a:off x="3364591" y="1433312"/>
              <a:ext cx="1424865" cy="81610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normAutofit/>
            </a:bodyPr>
            <a:lstStyle/>
            <a:p>
              <a:pPr algn="r"/>
              <a:r>
                <a:rPr lang="tr-TR" altLang="zh-CN" sz="3200" b="1" dirty="0"/>
                <a:t>CONTENTS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8624706E-30A0-B1A7-C2DB-45CCAD3E4C1D}"/>
              </a:ext>
            </a:extLst>
          </p:cNvPr>
          <p:cNvSpPr txBox="1"/>
          <p:nvPr/>
        </p:nvSpPr>
        <p:spPr>
          <a:xfrm>
            <a:off x="4804344" y="1493393"/>
            <a:ext cx="494414" cy="606055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z="1050" spc="10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01</a:t>
            </a:r>
            <a:endParaRPr lang="zh-CN" altLang="en-US" sz="1050" spc="100" dirty="0">
              <a:solidFill>
                <a:schemeClr val="accent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CB8822A-0F67-A2BF-98D9-B3EED36F886D}"/>
              </a:ext>
            </a:extLst>
          </p:cNvPr>
          <p:cNvSpPr txBox="1"/>
          <p:nvPr/>
        </p:nvSpPr>
        <p:spPr>
          <a:xfrm>
            <a:off x="4804344" y="4377558"/>
            <a:ext cx="494414" cy="606055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z="1050" spc="10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03</a:t>
            </a:r>
            <a:endParaRPr lang="zh-CN" altLang="en-US" sz="1050" spc="100" dirty="0">
              <a:solidFill>
                <a:schemeClr val="accent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42E8656-518F-9A91-BF4E-6B6E68C229CD}"/>
              </a:ext>
            </a:extLst>
          </p:cNvPr>
          <p:cNvSpPr txBox="1"/>
          <p:nvPr/>
        </p:nvSpPr>
        <p:spPr>
          <a:xfrm>
            <a:off x="4804344" y="2899923"/>
            <a:ext cx="494414" cy="606055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z="1050" spc="100">
                <a:solidFill>
                  <a:srgbClr val="999999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02</a:t>
            </a:r>
            <a:endParaRPr lang="zh-CN" altLang="en-US" sz="1050" spc="100" dirty="0">
              <a:solidFill>
                <a:srgbClr val="999999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230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/>
              <a:t>优秀代码分析</a:t>
            </a:r>
            <a:endParaRPr lang="zh-CN" altLang="en-US" sz="3200" b="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2A414CC-49B8-4828-94F2-8D614A1FBBE6}"/>
              </a:ext>
            </a:extLst>
          </p:cNvPr>
          <p:cNvSpPr txBox="1"/>
          <p:nvPr/>
        </p:nvSpPr>
        <p:spPr>
          <a:xfrm>
            <a:off x="7695538" y="3115955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/01</a:t>
            </a:r>
            <a:endParaRPr lang="zh-CN" altLang="en-US" spc="100" dirty="0">
              <a:solidFill>
                <a:schemeClr val="accent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图片 11" descr="图片包含 户外, 树, 天空, 水&#10;&#10;已生成极高可信度的说明">
            <a:extLst>
              <a:ext uri="{FF2B5EF4-FFF2-40B4-BE49-F238E27FC236}">
                <a16:creationId xmlns:a16="http://schemas.microsoft.com/office/drawing/2014/main" id="{16216D86-389A-4A90-A27F-F5A2C604358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778318"/>
            <a:ext cx="12192000" cy="105231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D391CC9-2C4C-3603-35FE-50BBF8B7D1EB}"/>
              </a:ext>
            </a:extLst>
          </p:cNvPr>
          <p:cNvSpPr txBox="1"/>
          <p:nvPr/>
        </p:nvSpPr>
        <p:spPr>
          <a:xfrm>
            <a:off x="733647" y="4263656"/>
            <a:ext cx="44709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代码结构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关键代码设计思路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面向对象设计模式与原则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面向对象设计改进空间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1597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55DD093-8965-45D5-AA9D-7758624BA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2"/>
            <a:ext cx="10850563" cy="696432"/>
          </a:xfrm>
        </p:spPr>
        <p:txBody>
          <a:bodyPr/>
          <a:lstStyle/>
          <a:p>
            <a:r>
              <a:rPr lang="zh-CN" altLang="en-US"/>
              <a:t>代码结构</a:t>
            </a:r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FC52E02-2812-72C1-0C13-D137B36BC1C6}"/>
              </a:ext>
            </a:extLst>
          </p:cNvPr>
          <p:cNvSpPr txBox="1"/>
          <p:nvPr/>
        </p:nvSpPr>
        <p:spPr>
          <a:xfrm>
            <a:off x="5344570" y="1084953"/>
            <a:ext cx="4805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0">
                <a:effectLst/>
                <a:latin typeface="Consolas" panose="020B0609020204030204" pitchFamily="49" charset="0"/>
              </a:rPr>
              <a:t>棋盘类，实现</a:t>
            </a:r>
            <a:r>
              <a:rPr lang="en-US" altLang="zh-CN" b="0">
                <a:effectLst/>
                <a:latin typeface="Consolas" panose="020B0609020204030204" pitchFamily="49" charset="0"/>
              </a:rPr>
              <a:t>8×8</a:t>
            </a:r>
            <a:r>
              <a:rPr lang="zh-CN" altLang="en-US" b="0">
                <a:effectLst/>
                <a:latin typeface="Consolas" panose="020B0609020204030204" pitchFamily="49" charset="0"/>
              </a:rPr>
              <a:t>棋盘的数据结构和基本操作</a:t>
            </a:r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E3EE420D-2309-BD0D-4D52-CBFADFD2E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332" y="847890"/>
            <a:ext cx="4011667" cy="5497958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B806FEF6-6382-4383-4C7F-A3E5EB1175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7936" y="78750"/>
            <a:ext cx="1039642" cy="1538279"/>
          </a:xfrm>
          <a:prstGeom prst="rect">
            <a:avLst/>
          </a:prstGeom>
        </p:spPr>
      </p:pic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E9EFEACC-A6A5-33B8-B423-1E0E7F7CEFF2}"/>
              </a:ext>
            </a:extLst>
          </p:cNvPr>
          <p:cNvCxnSpPr>
            <a:cxnSpLocks/>
            <a:endCxn id="42" idx="1"/>
          </p:cNvCxnSpPr>
          <p:nvPr/>
        </p:nvCxnSpPr>
        <p:spPr>
          <a:xfrm>
            <a:off x="3216349" y="1269619"/>
            <a:ext cx="2128221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3057D0B0-7E64-C7E3-9521-10FCD5E1ED13}"/>
              </a:ext>
            </a:extLst>
          </p:cNvPr>
          <p:cNvCxnSpPr>
            <a:cxnSpLocks/>
            <a:endCxn id="50" idx="1"/>
          </p:cNvCxnSpPr>
          <p:nvPr/>
        </p:nvCxnSpPr>
        <p:spPr>
          <a:xfrm>
            <a:off x="4143441" y="1864241"/>
            <a:ext cx="1201129" cy="6409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76ECF2AB-E866-0546-39CA-14971CBA74AC}"/>
              </a:ext>
            </a:extLst>
          </p:cNvPr>
          <p:cNvSpPr txBox="1"/>
          <p:nvPr/>
        </p:nvSpPr>
        <p:spPr>
          <a:xfrm>
            <a:off x="5344570" y="1708714"/>
            <a:ext cx="6095114" cy="323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zh-CN" altLang="en-US" b="0">
                <a:effectLst/>
                <a:latin typeface="Consolas" panose="020B0609020204030204" pitchFamily="49" charset="0"/>
              </a:rPr>
              <a:t>主应用类，包含界面显示和用户交互逻辑</a:t>
            </a:r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ABD8ACEE-0750-0349-6769-0E523AEC186B}"/>
              </a:ext>
            </a:extLst>
          </p:cNvPr>
          <p:cNvCxnSpPr>
            <a:cxnSpLocks/>
            <a:endCxn id="54" idx="1"/>
          </p:cNvCxnSpPr>
          <p:nvPr/>
        </p:nvCxnSpPr>
        <p:spPr>
          <a:xfrm flipV="1">
            <a:off x="3179135" y="2465080"/>
            <a:ext cx="2165435" cy="3445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A2755EC0-61EE-ADE1-EEB2-BB4C5AB35B44}"/>
              </a:ext>
            </a:extLst>
          </p:cNvPr>
          <p:cNvSpPr txBox="1"/>
          <p:nvPr/>
        </p:nvSpPr>
        <p:spPr>
          <a:xfrm>
            <a:off x="5344570" y="2303144"/>
            <a:ext cx="6095114" cy="323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zh-CN" altLang="en-US" b="0">
                <a:effectLst/>
                <a:latin typeface="Consolas" panose="020B0609020204030204" pitchFamily="49" charset="0"/>
              </a:rPr>
              <a:t>游戏抽象基类，定义了游戏的共同属性和方法</a:t>
            </a:r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74390B5A-E9B3-0D34-F178-C4D952E4FC05}"/>
              </a:ext>
            </a:extLst>
          </p:cNvPr>
          <p:cNvCxnSpPr>
            <a:cxnSpLocks/>
            <a:endCxn id="58" idx="1"/>
          </p:cNvCxnSpPr>
          <p:nvPr/>
        </p:nvCxnSpPr>
        <p:spPr>
          <a:xfrm>
            <a:off x="4550093" y="3025513"/>
            <a:ext cx="79447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DF6CBB85-75F5-02A6-0BE5-CC87D01D7FAB}"/>
              </a:ext>
            </a:extLst>
          </p:cNvPr>
          <p:cNvSpPr txBox="1"/>
          <p:nvPr/>
        </p:nvSpPr>
        <p:spPr>
          <a:xfrm>
            <a:off x="5344570" y="2863577"/>
            <a:ext cx="6095114" cy="323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zh-CN" altLang="en-US" b="0">
                <a:effectLst/>
                <a:latin typeface="Consolas" panose="020B0609020204030204" pitchFamily="49" charset="0"/>
              </a:rPr>
              <a:t>游戏管理器，负责管理三种游戏模式和游戏切换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C126C5E-C27C-245A-D2EE-3B938A4ED544}"/>
              </a:ext>
            </a:extLst>
          </p:cNvPr>
          <p:cNvSpPr txBox="1"/>
          <p:nvPr/>
        </p:nvSpPr>
        <p:spPr>
          <a:xfrm>
            <a:off x="5352349" y="3465282"/>
            <a:ext cx="6095114" cy="323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zh-CN" b="0">
                <a:effectLst/>
                <a:latin typeface="Consolas" panose="020B0609020204030204" pitchFamily="49" charset="0"/>
              </a:rPr>
              <a:t>Gomoku</a:t>
            </a:r>
            <a:r>
              <a:rPr lang="zh-CN" altLang="en-US" b="0">
                <a:effectLst/>
                <a:latin typeface="Consolas" panose="020B0609020204030204" pitchFamily="49" charset="0"/>
              </a:rPr>
              <a:t>模式游戏类，实现五子棋规则</a:t>
            </a: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4F81F717-9BDC-580C-4B45-B43BB99BE622}"/>
              </a:ext>
            </a:extLst>
          </p:cNvPr>
          <p:cNvCxnSpPr>
            <a:cxnSpLocks/>
            <a:endCxn id="62" idx="1"/>
          </p:cNvCxnSpPr>
          <p:nvPr/>
        </p:nvCxnSpPr>
        <p:spPr>
          <a:xfrm>
            <a:off x="4484374" y="3623388"/>
            <a:ext cx="867975" cy="383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9F714466-AB0A-1A84-451B-132D8062DD32}"/>
              </a:ext>
            </a:extLst>
          </p:cNvPr>
          <p:cNvSpPr txBox="1"/>
          <p:nvPr/>
        </p:nvSpPr>
        <p:spPr>
          <a:xfrm>
            <a:off x="5352349" y="4034180"/>
            <a:ext cx="6095114" cy="323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zh-CN" b="0">
                <a:effectLst/>
                <a:latin typeface="Consolas" panose="020B0609020204030204" pitchFamily="49" charset="0"/>
              </a:rPr>
              <a:t>Peace</a:t>
            </a:r>
            <a:r>
              <a:rPr lang="zh-CN" altLang="en-US" b="0">
                <a:effectLst/>
                <a:latin typeface="Consolas" panose="020B0609020204030204" pitchFamily="49" charset="0"/>
              </a:rPr>
              <a:t>模式游戏类，实现简单棋子放置规则</a:t>
            </a: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52E775E9-F02F-1B11-EEA8-02A6417C4F9F}"/>
              </a:ext>
            </a:extLst>
          </p:cNvPr>
          <p:cNvCxnSpPr>
            <a:cxnSpLocks/>
            <a:endCxn id="65" idx="1"/>
          </p:cNvCxnSpPr>
          <p:nvPr/>
        </p:nvCxnSpPr>
        <p:spPr>
          <a:xfrm>
            <a:off x="4143441" y="4186633"/>
            <a:ext cx="1208908" cy="9483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C8B81838-8CFF-5061-3FDA-D782424E1938}"/>
              </a:ext>
            </a:extLst>
          </p:cNvPr>
          <p:cNvSpPr txBox="1"/>
          <p:nvPr/>
        </p:nvSpPr>
        <p:spPr>
          <a:xfrm>
            <a:off x="5344570" y="5752288"/>
            <a:ext cx="6095114" cy="323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zh-CN" b="0">
                <a:effectLst/>
                <a:latin typeface="Consolas" panose="020B0609020204030204" pitchFamily="49" charset="0"/>
              </a:rPr>
              <a:t>Reversi</a:t>
            </a:r>
            <a:r>
              <a:rPr lang="zh-CN" altLang="en-US" b="0">
                <a:effectLst/>
                <a:latin typeface="Consolas" panose="020B0609020204030204" pitchFamily="49" charset="0"/>
              </a:rPr>
              <a:t>模式游戏类，实现完整的黑白棋规则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0E4681D3-DD57-96F5-2490-D0E4824907AC}"/>
              </a:ext>
            </a:extLst>
          </p:cNvPr>
          <p:cNvSpPr txBox="1"/>
          <p:nvPr/>
        </p:nvSpPr>
        <p:spPr>
          <a:xfrm>
            <a:off x="5352349" y="4609389"/>
            <a:ext cx="6532378" cy="323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zh-CN" altLang="en-US" b="0">
                <a:effectLst/>
                <a:latin typeface="Consolas" panose="020B0609020204030204" pitchFamily="49" charset="0"/>
              </a:rPr>
              <a:t>棋子枚举类，定义了黑子、白子和空位，并提供对应的符号</a:t>
            </a:r>
          </a:p>
        </p:txBody>
      </p: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10E4B380-FBFF-3C37-975F-B1C5A15168D1}"/>
              </a:ext>
            </a:extLst>
          </p:cNvPr>
          <p:cNvCxnSpPr>
            <a:cxnSpLocks/>
            <a:endCxn id="72" idx="1"/>
          </p:cNvCxnSpPr>
          <p:nvPr/>
        </p:nvCxnSpPr>
        <p:spPr>
          <a:xfrm>
            <a:off x="3216349" y="4771325"/>
            <a:ext cx="21360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框 74">
            <a:extLst>
              <a:ext uri="{FF2B5EF4-FFF2-40B4-BE49-F238E27FC236}">
                <a16:creationId xmlns:a16="http://schemas.microsoft.com/office/drawing/2014/main" id="{009E2361-FEAB-416E-2A7D-66D7D6EC38A1}"/>
              </a:ext>
            </a:extLst>
          </p:cNvPr>
          <p:cNvSpPr txBox="1"/>
          <p:nvPr/>
        </p:nvSpPr>
        <p:spPr>
          <a:xfrm>
            <a:off x="5344570" y="5183390"/>
            <a:ext cx="6095114" cy="323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zh-CN" altLang="en-US" b="0">
                <a:effectLst/>
                <a:latin typeface="Consolas" panose="020B0609020204030204" pitchFamily="49" charset="0"/>
              </a:rPr>
              <a:t>玩家类，包含玩家名称和棋子颜色信息</a:t>
            </a:r>
          </a:p>
        </p:txBody>
      </p: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2B9610F9-B4B3-F290-6042-E4FF773A3BED}"/>
              </a:ext>
            </a:extLst>
          </p:cNvPr>
          <p:cNvCxnSpPr>
            <a:cxnSpLocks/>
            <a:endCxn id="75" idx="1"/>
          </p:cNvCxnSpPr>
          <p:nvPr/>
        </p:nvCxnSpPr>
        <p:spPr>
          <a:xfrm>
            <a:off x="3359888" y="5345326"/>
            <a:ext cx="1984682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EDF23272-2D79-4486-0D40-112E7870916C}"/>
              </a:ext>
            </a:extLst>
          </p:cNvPr>
          <p:cNvCxnSpPr>
            <a:cxnSpLocks/>
            <a:endCxn id="70" idx="1"/>
          </p:cNvCxnSpPr>
          <p:nvPr/>
        </p:nvCxnSpPr>
        <p:spPr>
          <a:xfrm>
            <a:off x="4221126" y="5914224"/>
            <a:ext cx="1123444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1975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6FEEF3E-3FD6-43B6-AEEB-7F8DCD88E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646545"/>
          </a:xfrm>
        </p:spPr>
        <p:txBody>
          <a:bodyPr/>
          <a:lstStyle/>
          <a:p>
            <a:r>
              <a:rPr lang="zh-CN" altLang="en-US"/>
              <a:t>关键代码设计思路</a:t>
            </a:r>
            <a:endParaRPr lang="zh-CN" altLang="en-US" dirty="0"/>
          </a:p>
        </p:txBody>
      </p:sp>
      <p:sp>
        <p:nvSpPr>
          <p:cNvPr id="34" name="iṡ1ïḍê">
            <a:extLst>
              <a:ext uri="{FF2B5EF4-FFF2-40B4-BE49-F238E27FC236}">
                <a16:creationId xmlns:a16="http://schemas.microsoft.com/office/drawing/2014/main" id="{18CC69B0-50C8-46F8-ABC0-BF571CE26A57}"/>
              </a:ext>
            </a:extLst>
          </p:cNvPr>
          <p:cNvSpPr/>
          <p:nvPr/>
        </p:nvSpPr>
        <p:spPr>
          <a:xfrm>
            <a:off x="669924" y="2775590"/>
            <a:ext cx="1916724" cy="30815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5" name="isḷiḓè">
            <a:extLst>
              <a:ext uri="{FF2B5EF4-FFF2-40B4-BE49-F238E27FC236}">
                <a16:creationId xmlns:a16="http://schemas.microsoft.com/office/drawing/2014/main" id="{7179EEB9-49D3-4DDD-9492-D6DE6DC815B1}"/>
              </a:ext>
            </a:extLst>
          </p:cNvPr>
          <p:cNvSpPr/>
          <p:nvPr/>
        </p:nvSpPr>
        <p:spPr>
          <a:xfrm>
            <a:off x="669928" y="4117103"/>
            <a:ext cx="1915200" cy="353906"/>
          </a:xfrm>
          <a:prstGeom prst="rect">
            <a:avLst/>
          </a:prstGeom>
        </p:spPr>
        <p:txBody>
          <a:bodyPr wrap="none" lIns="90000" tIns="46800" rIns="90000" bIns="46800">
            <a:normAutofit/>
          </a:bodyPr>
          <a:lstStyle/>
          <a:p>
            <a:pPr lvl="0" algn="ctr" defTabSz="914378">
              <a:defRPr/>
            </a:pPr>
            <a:r>
              <a:rPr lang="zh-CN" altLang="en-US" sz="1600" b="1"/>
              <a:t>棋子与玩家设计</a:t>
            </a:r>
            <a:endParaRPr lang="zh-CN" altLang="en-US" sz="1600" b="1" dirty="0"/>
          </a:p>
        </p:txBody>
      </p:sp>
      <p:sp>
        <p:nvSpPr>
          <p:cNvPr id="36" name="ïS1ïdè">
            <a:extLst>
              <a:ext uri="{FF2B5EF4-FFF2-40B4-BE49-F238E27FC236}">
                <a16:creationId xmlns:a16="http://schemas.microsoft.com/office/drawing/2014/main" id="{3C68832E-C509-4B0A-97A8-D35A13535F8A}"/>
              </a:ext>
            </a:extLst>
          </p:cNvPr>
          <p:cNvSpPr/>
          <p:nvPr/>
        </p:nvSpPr>
        <p:spPr>
          <a:xfrm>
            <a:off x="669926" y="3161830"/>
            <a:ext cx="1915200" cy="369332"/>
          </a:xfrm>
          <a:prstGeom prst="rect">
            <a:avLst/>
          </a:prstGeom>
        </p:spPr>
        <p:txBody>
          <a:bodyPr wrap="none" lIns="90000" tIns="46800" rIns="90000" bIns="46800">
            <a:normAutofit fontScale="92500" lnSpcReduction="20000"/>
          </a:bodyPr>
          <a:lstStyle/>
          <a:p>
            <a:pPr lvl="0" algn="ctr" defTabSz="914378">
              <a:defRPr/>
            </a:pPr>
            <a:r>
              <a:rPr lang="en-US" altLang="zh-CN" sz="2400" dirty="0">
                <a:latin typeface="Impact" panose="020B0806030902050204" pitchFamily="34" charset="0"/>
              </a:rPr>
              <a:t>01</a:t>
            </a:r>
          </a:p>
        </p:txBody>
      </p:sp>
      <p:pic>
        <p:nvPicPr>
          <p:cNvPr id="38" name="图片 37" descr="图片包含 天空, 户外, 树, 建筑物&#10;&#10;已生成极高可信度的说明">
            <a:extLst>
              <a:ext uri="{FF2B5EF4-FFF2-40B4-BE49-F238E27FC236}">
                <a16:creationId xmlns:a16="http://schemas.microsoft.com/office/drawing/2014/main" id="{6F45A5BA-04C5-4DC7-90A2-0D650D4E45A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4260" y="1000888"/>
            <a:ext cx="1910866" cy="1774703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09849DA8-9D37-366D-BE93-0C5CA5AD8799}"/>
              </a:ext>
            </a:extLst>
          </p:cNvPr>
          <p:cNvSpPr txBox="1"/>
          <p:nvPr/>
        </p:nvSpPr>
        <p:spPr>
          <a:xfrm>
            <a:off x="3377257" y="819346"/>
            <a:ext cx="4618427" cy="5633978"/>
          </a:xfrm>
          <a:prstGeom prst="rect">
            <a:avLst/>
          </a:prstGeom>
          <a:noFill/>
          <a:ln>
            <a:solidFill>
              <a:srgbClr val="1A191F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Piece.java -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使用枚举表示棋子类型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BLACK(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"●"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WHITE(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"○"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EMPTY(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"·"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b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symbol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b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symbol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symbol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symbol;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800"/>
              </a:lnSpc>
              <a:buNone/>
            </a:pPr>
            <a:b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getSymbol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symbol;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b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Player.java -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玩家信息封装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构造函数和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getter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方法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...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027EADA-2796-ABBC-4B6E-C8443F18055F}"/>
              </a:ext>
            </a:extLst>
          </p:cNvPr>
          <p:cNvSpPr txBox="1"/>
          <p:nvPr/>
        </p:nvSpPr>
        <p:spPr>
          <a:xfrm>
            <a:off x="8645599" y="826965"/>
            <a:ext cx="2933257" cy="3370859"/>
          </a:xfrm>
          <a:custGeom>
            <a:avLst/>
            <a:gdLst>
              <a:gd name="connsiteX0" fmla="*/ 0 w 2933257"/>
              <a:gd name="connsiteY0" fmla="*/ 0 h 3370859"/>
              <a:gd name="connsiteX1" fmla="*/ 586651 w 2933257"/>
              <a:gd name="connsiteY1" fmla="*/ 0 h 3370859"/>
              <a:gd name="connsiteX2" fmla="*/ 1202635 w 2933257"/>
              <a:gd name="connsiteY2" fmla="*/ 0 h 3370859"/>
              <a:gd name="connsiteX3" fmla="*/ 1730622 w 2933257"/>
              <a:gd name="connsiteY3" fmla="*/ 0 h 3370859"/>
              <a:gd name="connsiteX4" fmla="*/ 2287940 w 2933257"/>
              <a:gd name="connsiteY4" fmla="*/ 0 h 3370859"/>
              <a:gd name="connsiteX5" fmla="*/ 2933257 w 2933257"/>
              <a:gd name="connsiteY5" fmla="*/ 0 h 3370859"/>
              <a:gd name="connsiteX6" fmla="*/ 2933257 w 2933257"/>
              <a:gd name="connsiteY6" fmla="*/ 606755 h 3370859"/>
              <a:gd name="connsiteX7" fmla="*/ 2933257 w 2933257"/>
              <a:gd name="connsiteY7" fmla="*/ 1280926 h 3370859"/>
              <a:gd name="connsiteX8" fmla="*/ 2933257 w 2933257"/>
              <a:gd name="connsiteY8" fmla="*/ 1955098 h 3370859"/>
              <a:gd name="connsiteX9" fmla="*/ 2933257 w 2933257"/>
              <a:gd name="connsiteY9" fmla="*/ 2528144 h 3370859"/>
              <a:gd name="connsiteX10" fmla="*/ 2933257 w 2933257"/>
              <a:gd name="connsiteY10" fmla="*/ 3370859 h 3370859"/>
              <a:gd name="connsiteX11" fmla="*/ 2346606 w 2933257"/>
              <a:gd name="connsiteY11" fmla="*/ 3370859 h 3370859"/>
              <a:gd name="connsiteX12" fmla="*/ 1759954 w 2933257"/>
              <a:gd name="connsiteY12" fmla="*/ 3370859 h 3370859"/>
              <a:gd name="connsiteX13" fmla="*/ 1261301 w 2933257"/>
              <a:gd name="connsiteY13" fmla="*/ 3370859 h 3370859"/>
              <a:gd name="connsiteX14" fmla="*/ 762647 w 2933257"/>
              <a:gd name="connsiteY14" fmla="*/ 3370859 h 3370859"/>
              <a:gd name="connsiteX15" fmla="*/ 0 w 2933257"/>
              <a:gd name="connsiteY15" fmla="*/ 3370859 h 3370859"/>
              <a:gd name="connsiteX16" fmla="*/ 0 w 2933257"/>
              <a:gd name="connsiteY16" fmla="*/ 2797813 h 3370859"/>
              <a:gd name="connsiteX17" fmla="*/ 0 w 2933257"/>
              <a:gd name="connsiteY17" fmla="*/ 2224767 h 3370859"/>
              <a:gd name="connsiteX18" fmla="*/ 0 w 2933257"/>
              <a:gd name="connsiteY18" fmla="*/ 1651721 h 3370859"/>
              <a:gd name="connsiteX19" fmla="*/ 0 w 2933257"/>
              <a:gd name="connsiteY19" fmla="*/ 1044966 h 3370859"/>
              <a:gd name="connsiteX20" fmla="*/ 0 w 2933257"/>
              <a:gd name="connsiteY20" fmla="*/ 0 h 3370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33257" h="3370859" extrusionOk="0">
                <a:moveTo>
                  <a:pt x="0" y="0"/>
                </a:moveTo>
                <a:cubicBezTo>
                  <a:pt x="134338" y="24972"/>
                  <a:pt x="399725" y="-1047"/>
                  <a:pt x="586651" y="0"/>
                </a:cubicBezTo>
                <a:cubicBezTo>
                  <a:pt x="773577" y="1047"/>
                  <a:pt x="911147" y="8144"/>
                  <a:pt x="1202635" y="0"/>
                </a:cubicBezTo>
                <a:cubicBezTo>
                  <a:pt x="1494123" y="-8144"/>
                  <a:pt x="1594660" y="20427"/>
                  <a:pt x="1730622" y="0"/>
                </a:cubicBezTo>
                <a:cubicBezTo>
                  <a:pt x="1866584" y="-20427"/>
                  <a:pt x="2174526" y="11930"/>
                  <a:pt x="2287940" y="0"/>
                </a:cubicBezTo>
                <a:cubicBezTo>
                  <a:pt x="2401354" y="-11930"/>
                  <a:pt x="2796998" y="-8105"/>
                  <a:pt x="2933257" y="0"/>
                </a:cubicBezTo>
                <a:cubicBezTo>
                  <a:pt x="2947256" y="267486"/>
                  <a:pt x="2914224" y="378507"/>
                  <a:pt x="2933257" y="606755"/>
                </a:cubicBezTo>
                <a:cubicBezTo>
                  <a:pt x="2952290" y="835004"/>
                  <a:pt x="2948791" y="1125335"/>
                  <a:pt x="2933257" y="1280926"/>
                </a:cubicBezTo>
                <a:cubicBezTo>
                  <a:pt x="2917723" y="1436517"/>
                  <a:pt x="2951377" y="1625127"/>
                  <a:pt x="2933257" y="1955098"/>
                </a:cubicBezTo>
                <a:cubicBezTo>
                  <a:pt x="2915137" y="2285069"/>
                  <a:pt x="2958426" y="2353108"/>
                  <a:pt x="2933257" y="2528144"/>
                </a:cubicBezTo>
                <a:cubicBezTo>
                  <a:pt x="2908088" y="2703180"/>
                  <a:pt x="2957218" y="3076375"/>
                  <a:pt x="2933257" y="3370859"/>
                </a:cubicBezTo>
                <a:cubicBezTo>
                  <a:pt x="2677068" y="3344768"/>
                  <a:pt x="2547675" y="3347392"/>
                  <a:pt x="2346606" y="3370859"/>
                </a:cubicBezTo>
                <a:cubicBezTo>
                  <a:pt x="2145537" y="3394326"/>
                  <a:pt x="1936954" y="3395035"/>
                  <a:pt x="1759954" y="3370859"/>
                </a:cubicBezTo>
                <a:cubicBezTo>
                  <a:pt x="1582954" y="3346683"/>
                  <a:pt x="1509701" y="3385440"/>
                  <a:pt x="1261301" y="3370859"/>
                </a:cubicBezTo>
                <a:cubicBezTo>
                  <a:pt x="1012901" y="3356278"/>
                  <a:pt x="880454" y="3379125"/>
                  <a:pt x="762647" y="3370859"/>
                </a:cubicBezTo>
                <a:cubicBezTo>
                  <a:pt x="644840" y="3362593"/>
                  <a:pt x="190969" y="3394066"/>
                  <a:pt x="0" y="3370859"/>
                </a:cubicBezTo>
                <a:cubicBezTo>
                  <a:pt x="-24258" y="3181612"/>
                  <a:pt x="18598" y="3041748"/>
                  <a:pt x="0" y="2797813"/>
                </a:cubicBezTo>
                <a:cubicBezTo>
                  <a:pt x="-18598" y="2553878"/>
                  <a:pt x="17212" y="2485265"/>
                  <a:pt x="0" y="2224767"/>
                </a:cubicBezTo>
                <a:cubicBezTo>
                  <a:pt x="-17212" y="1964269"/>
                  <a:pt x="17373" y="1868827"/>
                  <a:pt x="0" y="1651721"/>
                </a:cubicBezTo>
                <a:cubicBezTo>
                  <a:pt x="-17373" y="1434615"/>
                  <a:pt x="-26017" y="1311188"/>
                  <a:pt x="0" y="1044966"/>
                </a:cubicBezTo>
                <a:cubicBezTo>
                  <a:pt x="26017" y="778744"/>
                  <a:pt x="31272" y="419974"/>
                  <a:pt x="0" y="0"/>
                </a:cubicBezTo>
                <a:close/>
              </a:path>
            </a:pathLst>
          </a:custGeom>
          <a:noFill/>
          <a:ln w="19050">
            <a:solidFill>
              <a:srgbClr val="1A191F"/>
            </a:solidFill>
            <a:extLst>
              <a:ext uri="{C807C97D-BFC1-408E-A445-0C87EB9F89A2}">
                <ask:lineSketchStyleProps xmlns:ask="http://schemas.microsoft.com/office/drawing/2018/sketchyshapes" sd="114130664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b="1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设计思路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：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>
                <a:solidFill>
                  <a:srgbClr val="0451A5"/>
                </a:solidFill>
                <a:latin typeface="Consolas" panose="020B0609020204030204" pitchFamily="49" charset="0"/>
              </a:rPr>
              <a:t>① 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使用枚举类型表示棋子，便于类型安全和状态管理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>
                <a:solidFill>
                  <a:srgbClr val="0451A5"/>
                </a:solidFill>
                <a:latin typeface="Consolas" panose="020B0609020204030204" pitchFamily="49" charset="0"/>
              </a:rPr>
              <a:t>②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将棋子与其显示符号关联，简化界面显示逻辑</a:t>
            </a:r>
          </a:p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451A5"/>
                </a:solidFill>
                <a:latin typeface="Consolas" panose="020B0609020204030204" pitchFamily="49" charset="0"/>
              </a:rPr>
              <a:t>③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将玩家信息封装为单独类，包含名称和棋子颜色，便于扩展和管理</a:t>
            </a:r>
          </a:p>
        </p:txBody>
      </p:sp>
    </p:spTree>
    <p:extLst>
      <p:ext uri="{BB962C8B-B14F-4D97-AF65-F5344CB8AC3E}">
        <p14:creationId xmlns:p14="http://schemas.microsoft.com/office/powerpoint/2010/main" val="2216130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8B20E-26CE-C77D-945F-2D6C22914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1A03D84E-E1E8-3926-D6D2-9A14DBFBC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646545"/>
          </a:xfrm>
        </p:spPr>
        <p:txBody>
          <a:bodyPr/>
          <a:lstStyle/>
          <a:p>
            <a:r>
              <a:rPr lang="zh-CN" altLang="en-US"/>
              <a:t>关键代码设计思路</a:t>
            </a:r>
            <a:endParaRPr lang="zh-CN" altLang="en-US" dirty="0"/>
          </a:p>
        </p:txBody>
      </p:sp>
      <p:sp>
        <p:nvSpPr>
          <p:cNvPr id="34" name="iṡ1ïḍê">
            <a:extLst>
              <a:ext uri="{FF2B5EF4-FFF2-40B4-BE49-F238E27FC236}">
                <a16:creationId xmlns:a16="http://schemas.microsoft.com/office/drawing/2014/main" id="{56D6ABEC-24DC-E297-DA1B-8E5120F5E34A}"/>
              </a:ext>
            </a:extLst>
          </p:cNvPr>
          <p:cNvSpPr/>
          <p:nvPr/>
        </p:nvSpPr>
        <p:spPr>
          <a:xfrm>
            <a:off x="669924" y="2775590"/>
            <a:ext cx="1916724" cy="30815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5" name="isḷiḓè">
            <a:extLst>
              <a:ext uri="{FF2B5EF4-FFF2-40B4-BE49-F238E27FC236}">
                <a16:creationId xmlns:a16="http://schemas.microsoft.com/office/drawing/2014/main" id="{BBF89F13-A1DD-CF0C-F08A-0B7D77BA2F5A}"/>
              </a:ext>
            </a:extLst>
          </p:cNvPr>
          <p:cNvSpPr/>
          <p:nvPr/>
        </p:nvSpPr>
        <p:spPr>
          <a:xfrm>
            <a:off x="669928" y="4117103"/>
            <a:ext cx="1915200" cy="353906"/>
          </a:xfrm>
          <a:prstGeom prst="rect">
            <a:avLst/>
          </a:prstGeom>
        </p:spPr>
        <p:txBody>
          <a:bodyPr wrap="none" lIns="90000" tIns="46800" rIns="90000" bIns="46800">
            <a:normAutofit/>
          </a:bodyPr>
          <a:lstStyle/>
          <a:p>
            <a:pPr lvl="0" algn="ctr" defTabSz="914378">
              <a:defRPr/>
            </a:pPr>
            <a:r>
              <a:rPr lang="zh-CN" altLang="en-US" sz="1600" b="1"/>
              <a:t>游戏抽象与多态设计</a:t>
            </a:r>
            <a:endParaRPr lang="zh-CN" altLang="en-US" sz="1600" b="1" dirty="0"/>
          </a:p>
        </p:txBody>
      </p:sp>
      <p:sp>
        <p:nvSpPr>
          <p:cNvPr id="36" name="ïS1ïdè">
            <a:extLst>
              <a:ext uri="{FF2B5EF4-FFF2-40B4-BE49-F238E27FC236}">
                <a16:creationId xmlns:a16="http://schemas.microsoft.com/office/drawing/2014/main" id="{6FAEC298-15B8-D33E-9AE5-E81280FE707D}"/>
              </a:ext>
            </a:extLst>
          </p:cNvPr>
          <p:cNvSpPr/>
          <p:nvPr/>
        </p:nvSpPr>
        <p:spPr>
          <a:xfrm>
            <a:off x="669926" y="3161830"/>
            <a:ext cx="1915200" cy="369332"/>
          </a:xfrm>
          <a:prstGeom prst="rect">
            <a:avLst/>
          </a:prstGeom>
        </p:spPr>
        <p:txBody>
          <a:bodyPr wrap="none" lIns="90000" tIns="46800" rIns="90000" bIns="46800">
            <a:normAutofit fontScale="92500" lnSpcReduction="20000"/>
          </a:bodyPr>
          <a:lstStyle/>
          <a:p>
            <a:pPr lvl="0" algn="ctr" defTabSz="914378">
              <a:defRPr/>
            </a:pPr>
            <a:r>
              <a:rPr lang="en-US" altLang="zh-CN" sz="2400">
                <a:latin typeface="Impact" panose="020B0806030902050204" pitchFamily="34" charset="0"/>
              </a:rPr>
              <a:t>02</a:t>
            </a:r>
            <a:endParaRPr lang="en-US" altLang="zh-CN" sz="2400" dirty="0">
              <a:latin typeface="Impact" panose="020B080603090205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B9314E3-BC5C-828D-800A-E802650BEFC9}"/>
              </a:ext>
            </a:extLst>
          </p:cNvPr>
          <p:cNvSpPr txBox="1"/>
          <p:nvPr/>
        </p:nvSpPr>
        <p:spPr>
          <a:xfrm>
            <a:off x="3377257" y="819346"/>
            <a:ext cx="4618427" cy="5633978"/>
          </a:xfrm>
          <a:prstGeom prst="rect">
            <a:avLst/>
          </a:prstGeom>
          <a:noFill/>
          <a:ln>
            <a:solidFill>
              <a:srgbClr val="1A191F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Game.java -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游戏抽象基类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Game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gameId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gameType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player1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player2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currentPlayer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gameOver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构造函数和通用方法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...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抽象方法，由具体游戏模式实现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placePiece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isGameOver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[]&gt;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getValidMoves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</a:pPr>
            <a:b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PeaceGame.java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、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ReversiGame.java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和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GomokuGame.java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分别实现这些抽象方法</a:t>
            </a:r>
            <a:endParaRPr lang="en-US" altLang="zh-CN" b="0">
              <a:solidFill>
                <a:srgbClr val="51515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</a:pP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184DAEC-8E10-8D36-160D-7D05BB4CC5ED}"/>
              </a:ext>
            </a:extLst>
          </p:cNvPr>
          <p:cNvSpPr txBox="1"/>
          <p:nvPr/>
        </p:nvSpPr>
        <p:spPr>
          <a:xfrm>
            <a:off x="8645599" y="826965"/>
            <a:ext cx="2933257" cy="4617354"/>
          </a:xfrm>
          <a:custGeom>
            <a:avLst/>
            <a:gdLst>
              <a:gd name="connsiteX0" fmla="*/ 0 w 2933257"/>
              <a:gd name="connsiteY0" fmla="*/ 0 h 4617354"/>
              <a:gd name="connsiteX1" fmla="*/ 615984 w 2933257"/>
              <a:gd name="connsiteY1" fmla="*/ 0 h 4617354"/>
              <a:gd name="connsiteX2" fmla="*/ 1231968 w 2933257"/>
              <a:gd name="connsiteY2" fmla="*/ 0 h 4617354"/>
              <a:gd name="connsiteX3" fmla="*/ 1730622 w 2933257"/>
              <a:gd name="connsiteY3" fmla="*/ 0 h 4617354"/>
              <a:gd name="connsiteX4" fmla="*/ 2375938 w 2933257"/>
              <a:gd name="connsiteY4" fmla="*/ 0 h 4617354"/>
              <a:gd name="connsiteX5" fmla="*/ 2933257 w 2933257"/>
              <a:gd name="connsiteY5" fmla="*/ 0 h 4617354"/>
              <a:gd name="connsiteX6" fmla="*/ 2933257 w 2933257"/>
              <a:gd name="connsiteY6" fmla="*/ 567275 h 4617354"/>
              <a:gd name="connsiteX7" fmla="*/ 2933257 w 2933257"/>
              <a:gd name="connsiteY7" fmla="*/ 1134550 h 4617354"/>
              <a:gd name="connsiteX8" fmla="*/ 2933257 w 2933257"/>
              <a:gd name="connsiteY8" fmla="*/ 1701825 h 4617354"/>
              <a:gd name="connsiteX9" fmla="*/ 2933257 w 2933257"/>
              <a:gd name="connsiteY9" fmla="*/ 2269100 h 4617354"/>
              <a:gd name="connsiteX10" fmla="*/ 2933257 w 2933257"/>
              <a:gd name="connsiteY10" fmla="*/ 2882548 h 4617354"/>
              <a:gd name="connsiteX11" fmla="*/ 2933257 w 2933257"/>
              <a:gd name="connsiteY11" fmla="*/ 3403650 h 4617354"/>
              <a:gd name="connsiteX12" fmla="*/ 2933257 w 2933257"/>
              <a:gd name="connsiteY12" fmla="*/ 4617354 h 4617354"/>
              <a:gd name="connsiteX13" fmla="*/ 2317273 w 2933257"/>
              <a:gd name="connsiteY13" fmla="*/ 4617354 h 4617354"/>
              <a:gd name="connsiteX14" fmla="*/ 1730622 w 2933257"/>
              <a:gd name="connsiteY14" fmla="*/ 4617354 h 4617354"/>
              <a:gd name="connsiteX15" fmla="*/ 1231968 w 2933257"/>
              <a:gd name="connsiteY15" fmla="*/ 4617354 h 4617354"/>
              <a:gd name="connsiteX16" fmla="*/ 703982 w 2933257"/>
              <a:gd name="connsiteY16" fmla="*/ 4617354 h 4617354"/>
              <a:gd name="connsiteX17" fmla="*/ 0 w 2933257"/>
              <a:gd name="connsiteY17" fmla="*/ 4617354 h 4617354"/>
              <a:gd name="connsiteX18" fmla="*/ 0 w 2933257"/>
              <a:gd name="connsiteY18" fmla="*/ 3957732 h 4617354"/>
              <a:gd name="connsiteX19" fmla="*/ 0 w 2933257"/>
              <a:gd name="connsiteY19" fmla="*/ 3390457 h 4617354"/>
              <a:gd name="connsiteX20" fmla="*/ 0 w 2933257"/>
              <a:gd name="connsiteY20" fmla="*/ 2777009 h 4617354"/>
              <a:gd name="connsiteX21" fmla="*/ 0 w 2933257"/>
              <a:gd name="connsiteY21" fmla="*/ 2117387 h 4617354"/>
              <a:gd name="connsiteX22" fmla="*/ 0 w 2933257"/>
              <a:gd name="connsiteY22" fmla="*/ 1457765 h 4617354"/>
              <a:gd name="connsiteX23" fmla="*/ 0 w 2933257"/>
              <a:gd name="connsiteY23" fmla="*/ 798143 h 4617354"/>
              <a:gd name="connsiteX24" fmla="*/ 0 w 2933257"/>
              <a:gd name="connsiteY24" fmla="*/ 0 h 4617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933257" h="4617354" extrusionOk="0">
                <a:moveTo>
                  <a:pt x="0" y="0"/>
                </a:moveTo>
                <a:cubicBezTo>
                  <a:pt x="169089" y="30508"/>
                  <a:pt x="403348" y="-11439"/>
                  <a:pt x="615984" y="0"/>
                </a:cubicBezTo>
                <a:cubicBezTo>
                  <a:pt x="828620" y="11439"/>
                  <a:pt x="1021641" y="-13972"/>
                  <a:pt x="1231968" y="0"/>
                </a:cubicBezTo>
                <a:cubicBezTo>
                  <a:pt x="1442295" y="13972"/>
                  <a:pt x="1604472" y="16746"/>
                  <a:pt x="1730622" y="0"/>
                </a:cubicBezTo>
                <a:cubicBezTo>
                  <a:pt x="1856772" y="-16746"/>
                  <a:pt x="2159152" y="-1888"/>
                  <a:pt x="2375938" y="0"/>
                </a:cubicBezTo>
                <a:cubicBezTo>
                  <a:pt x="2592724" y="1888"/>
                  <a:pt x="2674183" y="-11449"/>
                  <a:pt x="2933257" y="0"/>
                </a:cubicBezTo>
                <a:cubicBezTo>
                  <a:pt x="2910619" y="239447"/>
                  <a:pt x="2946843" y="337629"/>
                  <a:pt x="2933257" y="567275"/>
                </a:cubicBezTo>
                <a:cubicBezTo>
                  <a:pt x="2919671" y="796922"/>
                  <a:pt x="2949588" y="922599"/>
                  <a:pt x="2933257" y="1134550"/>
                </a:cubicBezTo>
                <a:cubicBezTo>
                  <a:pt x="2916926" y="1346502"/>
                  <a:pt x="2935775" y="1522139"/>
                  <a:pt x="2933257" y="1701825"/>
                </a:cubicBezTo>
                <a:cubicBezTo>
                  <a:pt x="2930739" y="1881511"/>
                  <a:pt x="2953589" y="2031100"/>
                  <a:pt x="2933257" y="2269100"/>
                </a:cubicBezTo>
                <a:cubicBezTo>
                  <a:pt x="2912925" y="2507101"/>
                  <a:pt x="2941240" y="2707431"/>
                  <a:pt x="2933257" y="2882548"/>
                </a:cubicBezTo>
                <a:cubicBezTo>
                  <a:pt x="2925274" y="3057665"/>
                  <a:pt x="2924202" y="3193874"/>
                  <a:pt x="2933257" y="3403650"/>
                </a:cubicBezTo>
                <a:cubicBezTo>
                  <a:pt x="2942312" y="3613426"/>
                  <a:pt x="2977629" y="4151940"/>
                  <a:pt x="2933257" y="4617354"/>
                </a:cubicBezTo>
                <a:cubicBezTo>
                  <a:pt x="2673696" y="4622891"/>
                  <a:pt x="2587937" y="4606813"/>
                  <a:pt x="2317273" y="4617354"/>
                </a:cubicBezTo>
                <a:cubicBezTo>
                  <a:pt x="2046609" y="4627895"/>
                  <a:pt x="1958936" y="4601831"/>
                  <a:pt x="1730622" y="4617354"/>
                </a:cubicBezTo>
                <a:cubicBezTo>
                  <a:pt x="1502308" y="4632877"/>
                  <a:pt x="1397628" y="4618817"/>
                  <a:pt x="1231968" y="4617354"/>
                </a:cubicBezTo>
                <a:cubicBezTo>
                  <a:pt x="1066308" y="4615891"/>
                  <a:pt x="917754" y="4614505"/>
                  <a:pt x="703982" y="4617354"/>
                </a:cubicBezTo>
                <a:cubicBezTo>
                  <a:pt x="490210" y="4620203"/>
                  <a:pt x="349620" y="4651792"/>
                  <a:pt x="0" y="4617354"/>
                </a:cubicBezTo>
                <a:cubicBezTo>
                  <a:pt x="-28692" y="4412581"/>
                  <a:pt x="-263" y="4171591"/>
                  <a:pt x="0" y="3957732"/>
                </a:cubicBezTo>
                <a:cubicBezTo>
                  <a:pt x="263" y="3743873"/>
                  <a:pt x="24234" y="3611018"/>
                  <a:pt x="0" y="3390457"/>
                </a:cubicBezTo>
                <a:cubicBezTo>
                  <a:pt x="-24234" y="3169897"/>
                  <a:pt x="-29966" y="3037469"/>
                  <a:pt x="0" y="2777009"/>
                </a:cubicBezTo>
                <a:cubicBezTo>
                  <a:pt x="29966" y="2516549"/>
                  <a:pt x="-5972" y="2340290"/>
                  <a:pt x="0" y="2117387"/>
                </a:cubicBezTo>
                <a:cubicBezTo>
                  <a:pt x="5972" y="1894484"/>
                  <a:pt x="9253" y="1603237"/>
                  <a:pt x="0" y="1457765"/>
                </a:cubicBezTo>
                <a:cubicBezTo>
                  <a:pt x="-9253" y="1312293"/>
                  <a:pt x="-27473" y="957306"/>
                  <a:pt x="0" y="798143"/>
                </a:cubicBezTo>
                <a:cubicBezTo>
                  <a:pt x="27473" y="638980"/>
                  <a:pt x="-8096" y="302013"/>
                  <a:pt x="0" y="0"/>
                </a:cubicBezTo>
                <a:close/>
              </a:path>
            </a:pathLst>
          </a:custGeom>
          <a:noFill/>
          <a:ln w="19050">
            <a:solidFill>
              <a:srgbClr val="1A191F"/>
            </a:solidFill>
            <a:extLst>
              <a:ext uri="{C807C97D-BFC1-408E-A445-0C87EB9F89A2}">
                <ask:lineSketchStyleProps xmlns:ask="http://schemas.microsoft.com/office/drawing/2018/sketchyshapes" sd="110033365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b="1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设计思路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：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>
                <a:solidFill>
                  <a:srgbClr val="0451A5"/>
                </a:solidFill>
                <a:latin typeface="Consolas" panose="020B0609020204030204" pitchFamily="49" charset="0"/>
              </a:rPr>
              <a:t>①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使用抽象类定义游戏的通用属性和行为，提升代码复用性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>
                <a:solidFill>
                  <a:srgbClr val="0451A5"/>
                </a:solidFill>
                <a:latin typeface="Consolas" panose="020B0609020204030204" pitchFamily="49" charset="0"/>
              </a:rPr>
              <a:t>②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利用多态实现不同游戏模式的特定规则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>
                <a:solidFill>
                  <a:srgbClr val="0451A5"/>
                </a:solidFill>
                <a:latin typeface="Consolas" panose="020B0609020204030204" pitchFamily="49" charset="0"/>
              </a:rPr>
              <a:t>③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关键抽象方法包括：落子逻辑、游戏结束判断和有效落子位置计算</a:t>
            </a:r>
          </a:p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451A5"/>
                </a:solidFill>
                <a:latin typeface="Consolas" panose="020B0609020204030204" pitchFamily="49" charset="0"/>
              </a:rPr>
              <a:t>④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共享代码放在基类中，特定逻辑在子类中实现</a:t>
            </a:r>
          </a:p>
        </p:txBody>
      </p:sp>
      <p:pic>
        <p:nvPicPr>
          <p:cNvPr id="2" name="图片 1" descr="图片包含 草, 户外, 天空, 建筑物&#10;&#10;已生成极高可信度的说明">
            <a:extLst>
              <a:ext uri="{FF2B5EF4-FFF2-40B4-BE49-F238E27FC236}">
                <a16:creationId xmlns:a16="http://schemas.microsoft.com/office/drawing/2014/main" id="{AF019C56-9CF0-059F-D1C6-342C9217369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8742" y="1000889"/>
            <a:ext cx="1906384" cy="1772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948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55202-C603-ABBC-73F5-9BA218751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166AC88A-3022-1D9B-27E9-67BD97DD8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646545"/>
          </a:xfrm>
        </p:spPr>
        <p:txBody>
          <a:bodyPr/>
          <a:lstStyle/>
          <a:p>
            <a:r>
              <a:rPr lang="zh-CN" altLang="en-US"/>
              <a:t>关键代码设计思路</a:t>
            </a:r>
            <a:endParaRPr lang="zh-CN" altLang="en-US" dirty="0"/>
          </a:p>
        </p:txBody>
      </p:sp>
      <p:sp>
        <p:nvSpPr>
          <p:cNvPr id="34" name="iṡ1ïḍê">
            <a:extLst>
              <a:ext uri="{FF2B5EF4-FFF2-40B4-BE49-F238E27FC236}">
                <a16:creationId xmlns:a16="http://schemas.microsoft.com/office/drawing/2014/main" id="{2C2DFBC8-78E5-36FC-37EB-C2F92CB63C74}"/>
              </a:ext>
            </a:extLst>
          </p:cNvPr>
          <p:cNvSpPr/>
          <p:nvPr/>
        </p:nvSpPr>
        <p:spPr>
          <a:xfrm>
            <a:off x="669924" y="2775590"/>
            <a:ext cx="1916724" cy="30815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5" name="isḷiḓè">
            <a:extLst>
              <a:ext uri="{FF2B5EF4-FFF2-40B4-BE49-F238E27FC236}">
                <a16:creationId xmlns:a16="http://schemas.microsoft.com/office/drawing/2014/main" id="{29D51C25-C687-9BBA-414A-A7594FA6F7A8}"/>
              </a:ext>
            </a:extLst>
          </p:cNvPr>
          <p:cNvSpPr/>
          <p:nvPr/>
        </p:nvSpPr>
        <p:spPr>
          <a:xfrm>
            <a:off x="669928" y="4117103"/>
            <a:ext cx="1915200" cy="353906"/>
          </a:xfrm>
          <a:prstGeom prst="rect">
            <a:avLst/>
          </a:prstGeom>
        </p:spPr>
        <p:txBody>
          <a:bodyPr wrap="none" lIns="90000" tIns="46800" rIns="90000" bIns="46800">
            <a:normAutofit/>
          </a:bodyPr>
          <a:lstStyle/>
          <a:p>
            <a:pPr lvl="0" algn="ctr" defTabSz="914378">
              <a:defRPr/>
            </a:pPr>
            <a:r>
              <a:rPr lang="en-US" altLang="zh-CN" sz="1600" b="1"/>
              <a:t>Reversi</a:t>
            </a:r>
            <a:r>
              <a:rPr lang="zh-CN" altLang="en-US" sz="1600" b="1"/>
              <a:t>模式实现</a:t>
            </a:r>
            <a:endParaRPr lang="zh-CN" altLang="en-US" sz="1600" b="1" dirty="0"/>
          </a:p>
        </p:txBody>
      </p:sp>
      <p:sp>
        <p:nvSpPr>
          <p:cNvPr id="36" name="ïS1ïdè">
            <a:extLst>
              <a:ext uri="{FF2B5EF4-FFF2-40B4-BE49-F238E27FC236}">
                <a16:creationId xmlns:a16="http://schemas.microsoft.com/office/drawing/2014/main" id="{55A6FC1D-7E5D-829E-CCA4-965308828B75}"/>
              </a:ext>
            </a:extLst>
          </p:cNvPr>
          <p:cNvSpPr/>
          <p:nvPr/>
        </p:nvSpPr>
        <p:spPr>
          <a:xfrm>
            <a:off x="669926" y="3161830"/>
            <a:ext cx="1915200" cy="369332"/>
          </a:xfrm>
          <a:prstGeom prst="rect">
            <a:avLst/>
          </a:prstGeom>
        </p:spPr>
        <p:txBody>
          <a:bodyPr wrap="none" lIns="90000" tIns="46800" rIns="90000" bIns="46800">
            <a:normAutofit fontScale="92500" lnSpcReduction="20000"/>
          </a:bodyPr>
          <a:lstStyle/>
          <a:p>
            <a:pPr lvl="0" algn="ctr" defTabSz="914378">
              <a:defRPr/>
            </a:pPr>
            <a:r>
              <a:rPr lang="en-US" altLang="zh-CN" sz="2400">
                <a:latin typeface="Impact" panose="020B0806030902050204" pitchFamily="34" charset="0"/>
              </a:rPr>
              <a:t>03</a:t>
            </a:r>
            <a:endParaRPr lang="en-US" altLang="zh-CN" sz="2400" dirty="0">
              <a:latin typeface="Impact" panose="020B080603090205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90A4930-DB55-B5E6-79AA-CA7A1B48C1EA}"/>
              </a:ext>
            </a:extLst>
          </p:cNvPr>
          <p:cNvSpPr txBox="1"/>
          <p:nvPr/>
        </p:nvSpPr>
        <p:spPr>
          <a:xfrm>
            <a:off x="3039313" y="817810"/>
            <a:ext cx="4202911" cy="5403146"/>
          </a:xfrm>
          <a:prstGeom prst="rect">
            <a:avLst/>
          </a:prstGeom>
          <a:noFill/>
          <a:ln>
            <a:solidFill>
              <a:srgbClr val="1A191F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ReversiGame.java -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高效的翻转算法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flipPieces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row,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col)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currentPlayer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opponentPiece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(currentPiece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BLACK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WHITE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BLACK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检查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个方向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DIRECTIONS)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dir[</a:t>
            </a:r>
            <a:r>
              <a:rPr lang="en-US" altLang="zh-CN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dir[</a:t>
            </a:r>
            <a:r>
              <a:rPr lang="en-US" altLang="zh-CN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row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dr;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col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dc;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暂存可能需要翻转的位置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[]&gt;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toFlip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5E42AA1-2E84-98A0-C044-2C5C641B3746}"/>
              </a:ext>
            </a:extLst>
          </p:cNvPr>
          <p:cNvSpPr txBox="1"/>
          <p:nvPr/>
        </p:nvSpPr>
        <p:spPr>
          <a:xfrm>
            <a:off x="7696412" y="819346"/>
            <a:ext cx="4310283" cy="5633978"/>
          </a:xfrm>
          <a:prstGeom prst="rect">
            <a:avLst/>
          </a:prstGeom>
          <a:noFill/>
          <a:ln>
            <a:solidFill>
              <a:srgbClr val="1A191F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    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沿着当前方向移动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isInBoard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(r, c)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(r, c)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opponentPiece)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toFlip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[]{r, c});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r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dr;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c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dc;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如果这个方向上最后一个是自己的棋子，翻转中间所有对手的棋子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isInBoard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(r, c)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(r, c)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currentPiece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toFlip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isEmpty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toFlip)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setPiece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(pos[</a:t>
            </a:r>
            <a:r>
              <a:rPr lang="en-US" altLang="zh-CN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], pos[</a:t>
            </a:r>
            <a:r>
              <a:rPr lang="en-US" altLang="zh-CN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], currentPiece);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800"/>
              </a:lnSpc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3" name="图片 2" descr="图片包含 树, 户外, 建筑物, 天空&#10;&#10;已生成极高可信度的说明">
            <a:extLst>
              <a:ext uri="{FF2B5EF4-FFF2-40B4-BE49-F238E27FC236}">
                <a16:creationId xmlns:a16="http://schemas.microsoft.com/office/drawing/2014/main" id="{56AB2A5B-D299-821B-4D4E-DFABB3373F0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9924" y="1032786"/>
            <a:ext cx="1922589" cy="177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181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CB92B-936E-D074-07DE-0FE0949C5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CB3205FA-0329-EAFB-FA32-7BD9050EE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646545"/>
          </a:xfrm>
        </p:spPr>
        <p:txBody>
          <a:bodyPr/>
          <a:lstStyle/>
          <a:p>
            <a:r>
              <a:rPr lang="zh-CN" altLang="en-US"/>
              <a:t>关键代码设计思路</a:t>
            </a:r>
            <a:endParaRPr lang="zh-CN" altLang="en-US" dirty="0"/>
          </a:p>
        </p:txBody>
      </p:sp>
      <p:sp>
        <p:nvSpPr>
          <p:cNvPr id="34" name="iṡ1ïḍê">
            <a:extLst>
              <a:ext uri="{FF2B5EF4-FFF2-40B4-BE49-F238E27FC236}">
                <a16:creationId xmlns:a16="http://schemas.microsoft.com/office/drawing/2014/main" id="{60942A20-197C-5C70-20E2-70DF90D8341B}"/>
              </a:ext>
            </a:extLst>
          </p:cNvPr>
          <p:cNvSpPr/>
          <p:nvPr/>
        </p:nvSpPr>
        <p:spPr>
          <a:xfrm>
            <a:off x="669924" y="2775590"/>
            <a:ext cx="1916724" cy="30815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5" name="isḷiḓè">
            <a:extLst>
              <a:ext uri="{FF2B5EF4-FFF2-40B4-BE49-F238E27FC236}">
                <a16:creationId xmlns:a16="http://schemas.microsoft.com/office/drawing/2014/main" id="{9F075DDA-3260-CC9F-CE50-4F772E1A6807}"/>
              </a:ext>
            </a:extLst>
          </p:cNvPr>
          <p:cNvSpPr/>
          <p:nvPr/>
        </p:nvSpPr>
        <p:spPr>
          <a:xfrm>
            <a:off x="669928" y="4117103"/>
            <a:ext cx="1915200" cy="353906"/>
          </a:xfrm>
          <a:prstGeom prst="rect">
            <a:avLst/>
          </a:prstGeom>
        </p:spPr>
        <p:txBody>
          <a:bodyPr wrap="none" lIns="90000" tIns="46800" rIns="90000" bIns="46800">
            <a:normAutofit/>
          </a:bodyPr>
          <a:lstStyle/>
          <a:p>
            <a:pPr lvl="0" algn="ctr" defTabSz="914378">
              <a:defRPr/>
            </a:pPr>
            <a:r>
              <a:rPr lang="en-US" altLang="zh-CN" sz="1600" b="1"/>
              <a:t>Gomoku</a:t>
            </a:r>
            <a:r>
              <a:rPr lang="zh-CN" altLang="en-US" sz="1600" b="1"/>
              <a:t>模式实现</a:t>
            </a:r>
            <a:endParaRPr lang="zh-CN" altLang="en-US" sz="1600" b="1" dirty="0"/>
          </a:p>
        </p:txBody>
      </p:sp>
      <p:sp>
        <p:nvSpPr>
          <p:cNvPr id="36" name="ïS1ïdè">
            <a:extLst>
              <a:ext uri="{FF2B5EF4-FFF2-40B4-BE49-F238E27FC236}">
                <a16:creationId xmlns:a16="http://schemas.microsoft.com/office/drawing/2014/main" id="{1F48AFE1-4F94-0E12-5585-5AA0C1E3212F}"/>
              </a:ext>
            </a:extLst>
          </p:cNvPr>
          <p:cNvSpPr/>
          <p:nvPr/>
        </p:nvSpPr>
        <p:spPr>
          <a:xfrm>
            <a:off x="669926" y="3161830"/>
            <a:ext cx="1915200" cy="369332"/>
          </a:xfrm>
          <a:prstGeom prst="rect">
            <a:avLst/>
          </a:prstGeom>
        </p:spPr>
        <p:txBody>
          <a:bodyPr wrap="none" lIns="90000" tIns="46800" rIns="90000" bIns="46800">
            <a:normAutofit fontScale="92500" lnSpcReduction="20000"/>
          </a:bodyPr>
          <a:lstStyle/>
          <a:p>
            <a:pPr lvl="0" algn="ctr" defTabSz="914378">
              <a:defRPr/>
            </a:pPr>
            <a:r>
              <a:rPr lang="en-US" altLang="zh-CN" sz="2400">
                <a:latin typeface="Impact" panose="020B0806030902050204" pitchFamily="34" charset="0"/>
              </a:rPr>
              <a:t>04</a:t>
            </a:r>
            <a:endParaRPr lang="en-US" altLang="zh-CN" sz="2400" dirty="0">
              <a:latin typeface="Impact" panose="020B080603090205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DF7ACC8-223F-0ED3-8352-C33250DFAE1A}"/>
              </a:ext>
            </a:extLst>
          </p:cNvPr>
          <p:cNvSpPr txBox="1"/>
          <p:nvPr/>
        </p:nvSpPr>
        <p:spPr>
          <a:xfrm>
            <a:off x="2897372" y="819346"/>
            <a:ext cx="8378456" cy="5633978"/>
          </a:xfrm>
          <a:prstGeom prst="rect">
            <a:avLst/>
          </a:prstGeom>
          <a:noFill/>
          <a:ln>
            <a:solidFill>
              <a:srgbClr val="1A191F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moveCount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endParaRPr lang="en-US" altLang="zh-CN" b="0">
              <a:solidFill>
                <a:srgbClr val="0F4A85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placePiece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(row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row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col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col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800"/>
              </a:lnSpc>
              <a:buNone/>
            </a:pPr>
            <a:b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isEmpty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(row, col))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800"/>
              </a:lnSpc>
              <a:buNone/>
            </a:pPr>
            <a:b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setPiece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(row, col,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currentPlayer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moveCount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checkWin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(row, col))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gameOver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800"/>
              </a:lnSpc>
              <a:buNone/>
            </a:pPr>
            <a:b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switchPlayer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800"/>
              </a:lnSpc>
            </a:pP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3" name="图片 2" descr="图片包含 户外, 建筑物, 围栏, 砖形&#10;&#10;已生成极高可信度的说明">
            <a:extLst>
              <a:ext uri="{FF2B5EF4-FFF2-40B4-BE49-F238E27FC236}">
                <a16:creationId xmlns:a16="http://schemas.microsoft.com/office/drawing/2014/main" id="{C507C0F5-D49B-15DE-D0A9-00A614A7BDA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9924" y="1000889"/>
            <a:ext cx="1916726" cy="1804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756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F3FF7-45EF-2131-DDB8-7AA2D6580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17A8D88D-4E04-3A03-38BE-7480790F8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646545"/>
          </a:xfrm>
        </p:spPr>
        <p:txBody>
          <a:bodyPr/>
          <a:lstStyle/>
          <a:p>
            <a:r>
              <a:rPr lang="zh-CN" altLang="en-US"/>
              <a:t>关键代码设计思路</a:t>
            </a:r>
            <a:endParaRPr lang="zh-CN" altLang="en-US" dirty="0"/>
          </a:p>
        </p:txBody>
      </p:sp>
      <p:sp>
        <p:nvSpPr>
          <p:cNvPr id="34" name="iṡ1ïḍê">
            <a:extLst>
              <a:ext uri="{FF2B5EF4-FFF2-40B4-BE49-F238E27FC236}">
                <a16:creationId xmlns:a16="http://schemas.microsoft.com/office/drawing/2014/main" id="{AF9A419C-98EA-7B87-CFD4-87662CB549CA}"/>
              </a:ext>
            </a:extLst>
          </p:cNvPr>
          <p:cNvSpPr/>
          <p:nvPr/>
        </p:nvSpPr>
        <p:spPr>
          <a:xfrm>
            <a:off x="669924" y="2775590"/>
            <a:ext cx="1916724" cy="30815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5" name="isḷiḓè">
            <a:extLst>
              <a:ext uri="{FF2B5EF4-FFF2-40B4-BE49-F238E27FC236}">
                <a16:creationId xmlns:a16="http://schemas.microsoft.com/office/drawing/2014/main" id="{C4744AF7-DD82-6A52-B03C-BB0078DF0B06}"/>
              </a:ext>
            </a:extLst>
          </p:cNvPr>
          <p:cNvSpPr/>
          <p:nvPr/>
        </p:nvSpPr>
        <p:spPr>
          <a:xfrm>
            <a:off x="669928" y="4117103"/>
            <a:ext cx="1915200" cy="353906"/>
          </a:xfrm>
          <a:prstGeom prst="rect">
            <a:avLst/>
          </a:prstGeom>
        </p:spPr>
        <p:txBody>
          <a:bodyPr wrap="none" lIns="90000" tIns="46800" rIns="90000" bIns="46800">
            <a:normAutofit/>
          </a:bodyPr>
          <a:lstStyle/>
          <a:p>
            <a:pPr lvl="0" algn="ctr" defTabSz="914378">
              <a:defRPr/>
            </a:pPr>
            <a:r>
              <a:rPr lang="en-US" altLang="zh-CN" sz="1600" b="1"/>
              <a:t>Gomoku</a:t>
            </a:r>
            <a:r>
              <a:rPr lang="zh-CN" altLang="en-US" sz="1600" b="1"/>
              <a:t>模式实现</a:t>
            </a:r>
            <a:endParaRPr lang="zh-CN" altLang="en-US" sz="1600" b="1" dirty="0"/>
          </a:p>
        </p:txBody>
      </p:sp>
      <p:sp>
        <p:nvSpPr>
          <p:cNvPr id="36" name="ïS1ïdè">
            <a:extLst>
              <a:ext uri="{FF2B5EF4-FFF2-40B4-BE49-F238E27FC236}">
                <a16:creationId xmlns:a16="http://schemas.microsoft.com/office/drawing/2014/main" id="{7B1CDE9D-FE1A-F92F-5720-B394285347FC}"/>
              </a:ext>
            </a:extLst>
          </p:cNvPr>
          <p:cNvSpPr/>
          <p:nvPr/>
        </p:nvSpPr>
        <p:spPr>
          <a:xfrm>
            <a:off x="669926" y="3161830"/>
            <a:ext cx="1915200" cy="369332"/>
          </a:xfrm>
          <a:prstGeom prst="rect">
            <a:avLst/>
          </a:prstGeom>
        </p:spPr>
        <p:txBody>
          <a:bodyPr wrap="none" lIns="90000" tIns="46800" rIns="90000" bIns="46800">
            <a:normAutofit fontScale="92500" lnSpcReduction="20000"/>
          </a:bodyPr>
          <a:lstStyle/>
          <a:p>
            <a:pPr lvl="0" algn="ctr" defTabSz="914378">
              <a:defRPr/>
            </a:pPr>
            <a:r>
              <a:rPr lang="en-US" altLang="zh-CN" sz="2400">
                <a:latin typeface="Impact" panose="020B0806030902050204" pitchFamily="34" charset="0"/>
              </a:rPr>
              <a:t>04</a:t>
            </a:r>
            <a:endParaRPr lang="en-US" altLang="zh-CN" sz="2400" dirty="0">
              <a:latin typeface="Impact" panose="020B080603090205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4F464DE-C50F-BE4E-659E-044001580146}"/>
              </a:ext>
            </a:extLst>
          </p:cNvPr>
          <p:cNvSpPr txBox="1"/>
          <p:nvPr/>
        </p:nvSpPr>
        <p:spPr>
          <a:xfrm>
            <a:off x="2897372" y="819346"/>
            <a:ext cx="8378456" cy="5172313"/>
          </a:xfrm>
          <a:prstGeom prst="rect">
            <a:avLst/>
          </a:prstGeom>
          <a:noFill/>
          <a:ln>
            <a:solidFill>
              <a:srgbClr val="1A191F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checkWin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currentPlayer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检查水平方向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checkDirection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(row, col, </a:t>
            </a:r>
            <a:r>
              <a:rPr lang="en-US" altLang="zh-CN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currentPiece)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	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endParaRPr lang="en-US" altLang="zh-CN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检查垂直方向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checkDirection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(row, col, </a:t>
            </a:r>
            <a:r>
              <a:rPr lang="en-US" altLang="zh-CN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currentPiece)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	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endParaRPr lang="en-US" altLang="zh-CN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检查主对角线方向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checkDirection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(row, col, </a:t>
            </a:r>
            <a:r>
              <a:rPr lang="en-US" altLang="zh-CN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currentPiece)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	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endParaRPr lang="en-US" altLang="zh-CN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检查副对角线方向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checkDirection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(row, col, </a:t>
            </a:r>
            <a:r>
              <a:rPr lang="en-US" altLang="zh-CN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currentPiece)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	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800"/>
              </a:lnSpc>
            </a:pP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3" name="图片 2" descr="图片包含 户外, 建筑物, 围栏, 砖形&#10;&#10;已生成极高可信度的说明">
            <a:extLst>
              <a:ext uri="{FF2B5EF4-FFF2-40B4-BE49-F238E27FC236}">
                <a16:creationId xmlns:a16="http://schemas.microsoft.com/office/drawing/2014/main" id="{DB4B014F-CFE2-4512-7EE2-7C55A300825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9924" y="1000889"/>
            <a:ext cx="1916726" cy="1804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28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A9CE3-A044-A89F-A9D7-825741CE6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CA19E65-533C-21ED-351B-7AE978C0E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646545"/>
          </a:xfrm>
        </p:spPr>
        <p:txBody>
          <a:bodyPr/>
          <a:lstStyle/>
          <a:p>
            <a:r>
              <a:rPr lang="zh-CN" altLang="en-US"/>
              <a:t>关键代码设计思路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4E45063-FF11-281C-C5F0-1E0C54C6D2A8}"/>
              </a:ext>
            </a:extLst>
          </p:cNvPr>
          <p:cNvSpPr txBox="1"/>
          <p:nvPr/>
        </p:nvSpPr>
        <p:spPr>
          <a:xfrm>
            <a:off x="421831" y="735776"/>
            <a:ext cx="11615997" cy="5864811"/>
          </a:xfrm>
          <a:prstGeom prst="rect">
            <a:avLst/>
          </a:prstGeom>
          <a:noFill/>
          <a:ln>
            <a:solidFill>
              <a:srgbClr val="1A191F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checkDirection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deltaRow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deltaCol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正向检查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row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deltaRow;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col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deltaCol;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(r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r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c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c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endParaRPr lang="en-US" altLang="zh-CN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US" altLang="zh-CN">
                <a:solidFill>
                  <a:srgbClr val="000000"/>
                </a:solidFill>
                <a:latin typeface="Consolas" panose="020B0609020204030204" pitchFamily="49" charset="0"/>
              </a:rPr>
              <a:t>&amp;&amp;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(r, c)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piece)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count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r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deltaRow;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c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deltaCol;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反向检查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r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row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deltaRow;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c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col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deltaCol;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(r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r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c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c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endParaRPr lang="en-US" altLang="zh-CN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US" altLang="zh-CN">
                <a:solidFill>
                  <a:srgbClr val="000000"/>
                </a:solidFill>
                <a:latin typeface="Consolas" panose="020B0609020204030204" pitchFamily="49" charset="0"/>
              </a:rPr>
              <a:t>&amp;&amp;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(r, c)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piece)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count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r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deltaRow;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c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deltaCol;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count;</a:t>
            </a:r>
          </a:p>
          <a:p>
            <a:pPr>
              <a:lnSpc>
                <a:spcPts val="1800"/>
              </a:lnSpc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92960E7-A306-E9E3-FD09-F0E63EC40CE8}"/>
              </a:ext>
            </a:extLst>
          </p:cNvPr>
          <p:cNvSpPr txBox="1"/>
          <p:nvPr/>
        </p:nvSpPr>
        <p:spPr>
          <a:xfrm>
            <a:off x="9024827" y="1645040"/>
            <a:ext cx="2933257" cy="4617354"/>
          </a:xfrm>
          <a:custGeom>
            <a:avLst/>
            <a:gdLst>
              <a:gd name="connsiteX0" fmla="*/ 0 w 2933257"/>
              <a:gd name="connsiteY0" fmla="*/ 0 h 4617354"/>
              <a:gd name="connsiteX1" fmla="*/ 615984 w 2933257"/>
              <a:gd name="connsiteY1" fmla="*/ 0 h 4617354"/>
              <a:gd name="connsiteX2" fmla="*/ 1231968 w 2933257"/>
              <a:gd name="connsiteY2" fmla="*/ 0 h 4617354"/>
              <a:gd name="connsiteX3" fmla="*/ 1730622 w 2933257"/>
              <a:gd name="connsiteY3" fmla="*/ 0 h 4617354"/>
              <a:gd name="connsiteX4" fmla="*/ 2375938 w 2933257"/>
              <a:gd name="connsiteY4" fmla="*/ 0 h 4617354"/>
              <a:gd name="connsiteX5" fmla="*/ 2933257 w 2933257"/>
              <a:gd name="connsiteY5" fmla="*/ 0 h 4617354"/>
              <a:gd name="connsiteX6" fmla="*/ 2933257 w 2933257"/>
              <a:gd name="connsiteY6" fmla="*/ 567275 h 4617354"/>
              <a:gd name="connsiteX7" fmla="*/ 2933257 w 2933257"/>
              <a:gd name="connsiteY7" fmla="*/ 1134550 h 4617354"/>
              <a:gd name="connsiteX8" fmla="*/ 2933257 w 2933257"/>
              <a:gd name="connsiteY8" fmla="*/ 1701825 h 4617354"/>
              <a:gd name="connsiteX9" fmla="*/ 2933257 w 2933257"/>
              <a:gd name="connsiteY9" fmla="*/ 2269100 h 4617354"/>
              <a:gd name="connsiteX10" fmla="*/ 2933257 w 2933257"/>
              <a:gd name="connsiteY10" fmla="*/ 2882548 h 4617354"/>
              <a:gd name="connsiteX11" fmla="*/ 2933257 w 2933257"/>
              <a:gd name="connsiteY11" fmla="*/ 3403650 h 4617354"/>
              <a:gd name="connsiteX12" fmla="*/ 2933257 w 2933257"/>
              <a:gd name="connsiteY12" fmla="*/ 4617354 h 4617354"/>
              <a:gd name="connsiteX13" fmla="*/ 2317273 w 2933257"/>
              <a:gd name="connsiteY13" fmla="*/ 4617354 h 4617354"/>
              <a:gd name="connsiteX14" fmla="*/ 1730622 w 2933257"/>
              <a:gd name="connsiteY14" fmla="*/ 4617354 h 4617354"/>
              <a:gd name="connsiteX15" fmla="*/ 1231968 w 2933257"/>
              <a:gd name="connsiteY15" fmla="*/ 4617354 h 4617354"/>
              <a:gd name="connsiteX16" fmla="*/ 703982 w 2933257"/>
              <a:gd name="connsiteY16" fmla="*/ 4617354 h 4617354"/>
              <a:gd name="connsiteX17" fmla="*/ 0 w 2933257"/>
              <a:gd name="connsiteY17" fmla="*/ 4617354 h 4617354"/>
              <a:gd name="connsiteX18" fmla="*/ 0 w 2933257"/>
              <a:gd name="connsiteY18" fmla="*/ 3957732 h 4617354"/>
              <a:gd name="connsiteX19" fmla="*/ 0 w 2933257"/>
              <a:gd name="connsiteY19" fmla="*/ 3390457 h 4617354"/>
              <a:gd name="connsiteX20" fmla="*/ 0 w 2933257"/>
              <a:gd name="connsiteY20" fmla="*/ 2777009 h 4617354"/>
              <a:gd name="connsiteX21" fmla="*/ 0 w 2933257"/>
              <a:gd name="connsiteY21" fmla="*/ 2117387 h 4617354"/>
              <a:gd name="connsiteX22" fmla="*/ 0 w 2933257"/>
              <a:gd name="connsiteY22" fmla="*/ 1457765 h 4617354"/>
              <a:gd name="connsiteX23" fmla="*/ 0 w 2933257"/>
              <a:gd name="connsiteY23" fmla="*/ 798143 h 4617354"/>
              <a:gd name="connsiteX24" fmla="*/ 0 w 2933257"/>
              <a:gd name="connsiteY24" fmla="*/ 0 h 4617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933257" h="4617354" extrusionOk="0">
                <a:moveTo>
                  <a:pt x="0" y="0"/>
                </a:moveTo>
                <a:cubicBezTo>
                  <a:pt x="169089" y="30508"/>
                  <a:pt x="403348" y="-11439"/>
                  <a:pt x="615984" y="0"/>
                </a:cubicBezTo>
                <a:cubicBezTo>
                  <a:pt x="828620" y="11439"/>
                  <a:pt x="1021641" y="-13972"/>
                  <a:pt x="1231968" y="0"/>
                </a:cubicBezTo>
                <a:cubicBezTo>
                  <a:pt x="1442295" y="13972"/>
                  <a:pt x="1604472" y="16746"/>
                  <a:pt x="1730622" y="0"/>
                </a:cubicBezTo>
                <a:cubicBezTo>
                  <a:pt x="1856772" y="-16746"/>
                  <a:pt x="2159152" y="-1888"/>
                  <a:pt x="2375938" y="0"/>
                </a:cubicBezTo>
                <a:cubicBezTo>
                  <a:pt x="2592724" y="1888"/>
                  <a:pt x="2674183" y="-11449"/>
                  <a:pt x="2933257" y="0"/>
                </a:cubicBezTo>
                <a:cubicBezTo>
                  <a:pt x="2910619" y="239447"/>
                  <a:pt x="2946843" y="337629"/>
                  <a:pt x="2933257" y="567275"/>
                </a:cubicBezTo>
                <a:cubicBezTo>
                  <a:pt x="2919671" y="796922"/>
                  <a:pt x="2949588" y="922599"/>
                  <a:pt x="2933257" y="1134550"/>
                </a:cubicBezTo>
                <a:cubicBezTo>
                  <a:pt x="2916926" y="1346502"/>
                  <a:pt x="2935775" y="1522139"/>
                  <a:pt x="2933257" y="1701825"/>
                </a:cubicBezTo>
                <a:cubicBezTo>
                  <a:pt x="2930739" y="1881511"/>
                  <a:pt x="2953589" y="2031100"/>
                  <a:pt x="2933257" y="2269100"/>
                </a:cubicBezTo>
                <a:cubicBezTo>
                  <a:pt x="2912925" y="2507101"/>
                  <a:pt x="2941240" y="2707431"/>
                  <a:pt x="2933257" y="2882548"/>
                </a:cubicBezTo>
                <a:cubicBezTo>
                  <a:pt x="2925274" y="3057665"/>
                  <a:pt x="2924202" y="3193874"/>
                  <a:pt x="2933257" y="3403650"/>
                </a:cubicBezTo>
                <a:cubicBezTo>
                  <a:pt x="2942312" y="3613426"/>
                  <a:pt x="2977629" y="4151940"/>
                  <a:pt x="2933257" y="4617354"/>
                </a:cubicBezTo>
                <a:cubicBezTo>
                  <a:pt x="2673696" y="4622891"/>
                  <a:pt x="2587937" y="4606813"/>
                  <a:pt x="2317273" y="4617354"/>
                </a:cubicBezTo>
                <a:cubicBezTo>
                  <a:pt x="2046609" y="4627895"/>
                  <a:pt x="1958936" y="4601831"/>
                  <a:pt x="1730622" y="4617354"/>
                </a:cubicBezTo>
                <a:cubicBezTo>
                  <a:pt x="1502308" y="4632877"/>
                  <a:pt x="1397628" y="4618817"/>
                  <a:pt x="1231968" y="4617354"/>
                </a:cubicBezTo>
                <a:cubicBezTo>
                  <a:pt x="1066308" y="4615891"/>
                  <a:pt x="917754" y="4614505"/>
                  <a:pt x="703982" y="4617354"/>
                </a:cubicBezTo>
                <a:cubicBezTo>
                  <a:pt x="490210" y="4620203"/>
                  <a:pt x="349620" y="4651792"/>
                  <a:pt x="0" y="4617354"/>
                </a:cubicBezTo>
                <a:cubicBezTo>
                  <a:pt x="-28692" y="4412581"/>
                  <a:pt x="-263" y="4171591"/>
                  <a:pt x="0" y="3957732"/>
                </a:cubicBezTo>
                <a:cubicBezTo>
                  <a:pt x="263" y="3743873"/>
                  <a:pt x="24234" y="3611018"/>
                  <a:pt x="0" y="3390457"/>
                </a:cubicBezTo>
                <a:cubicBezTo>
                  <a:pt x="-24234" y="3169897"/>
                  <a:pt x="-29966" y="3037469"/>
                  <a:pt x="0" y="2777009"/>
                </a:cubicBezTo>
                <a:cubicBezTo>
                  <a:pt x="29966" y="2516549"/>
                  <a:pt x="-5972" y="2340290"/>
                  <a:pt x="0" y="2117387"/>
                </a:cubicBezTo>
                <a:cubicBezTo>
                  <a:pt x="5972" y="1894484"/>
                  <a:pt x="9253" y="1603237"/>
                  <a:pt x="0" y="1457765"/>
                </a:cubicBezTo>
                <a:cubicBezTo>
                  <a:pt x="-9253" y="1312293"/>
                  <a:pt x="-27473" y="957306"/>
                  <a:pt x="0" y="798143"/>
                </a:cubicBezTo>
                <a:cubicBezTo>
                  <a:pt x="27473" y="638980"/>
                  <a:pt x="-8096" y="302013"/>
                  <a:pt x="0" y="0"/>
                </a:cubicBezTo>
                <a:close/>
              </a:path>
            </a:pathLst>
          </a:custGeom>
          <a:noFill/>
          <a:ln w="19050">
            <a:solidFill>
              <a:srgbClr val="1A191F"/>
            </a:solidFill>
            <a:extLst>
              <a:ext uri="{C807C97D-BFC1-408E-A445-0C87EB9F89A2}">
                <ask:lineSketchStyleProps xmlns:ask="http://schemas.microsoft.com/office/drawing/2018/sketchyshapes" sd="110033365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b="1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设计思路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：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>
                <a:solidFill>
                  <a:srgbClr val="0451A5"/>
                </a:solidFill>
                <a:latin typeface="Consolas" panose="020B0609020204030204" pitchFamily="49" charset="0"/>
              </a:rPr>
              <a:t>①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实现五子棋的基本规则：在空白棋盘上落子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>
                <a:solidFill>
                  <a:srgbClr val="0451A5"/>
                </a:solidFill>
                <a:latin typeface="Consolas" panose="020B0609020204030204" pitchFamily="49" charset="0"/>
              </a:rPr>
              <a:t>②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使用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moveCount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记录游戏轮数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>
                <a:solidFill>
                  <a:srgbClr val="0451A5"/>
                </a:solidFill>
                <a:latin typeface="Consolas" panose="020B0609020204030204" pitchFamily="49" charset="0"/>
              </a:rPr>
              <a:t>③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实现四个方向的胜利判定：水平、垂直、主对角线、副对角线</a:t>
            </a:r>
          </a:p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451A5"/>
                </a:solidFill>
                <a:latin typeface="Consolas" panose="020B0609020204030204" pitchFamily="49" charset="0"/>
              </a:rPr>
              <a:t>④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每个方向都进行双向检查，确保能检测到所有可能的五子连线</a:t>
            </a:r>
          </a:p>
        </p:txBody>
      </p:sp>
    </p:spTree>
    <p:extLst>
      <p:ext uri="{BB962C8B-B14F-4D97-AF65-F5344CB8AC3E}">
        <p14:creationId xmlns:p14="http://schemas.microsoft.com/office/powerpoint/2010/main" val="3408835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35034-207C-10F4-3340-8AFE41E3B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2EC84A3-A2E3-E98A-F162-447C7D567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646545"/>
          </a:xfrm>
        </p:spPr>
        <p:txBody>
          <a:bodyPr/>
          <a:lstStyle/>
          <a:p>
            <a:r>
              <a:rPr lang="zh-CN" altLang="en-US"/>
              <a:t>关键代码设计思路</a:t>
            </a:r>
            <a:endParaRPr lang="zh-CN" altLang="en-US" dirty="0"/>
          </a:p>
        </p:txBody>
      </p:sp>
      <p:sp>
        <p:nvSpPr>
          <p:cNvPr id="34" name="iṡ1ïḍê">
            <a:extLst>
              <a:ext uri="{FF2B5EF4-FFF2-40B4-BE49-F238E27FC236}">
                <a16:creationId xmlns:a16="http://schemas.microsoft.com/office/drawing/2014/main" id="{70B8BAF1-5D85-5E5E-97E6-93360F0DCD84}"/>
              </a:ext>
            </a:extLst>
          </p:cNvPr>
          <p:cNvSpPr/>
          <p:nvPr/>
        </p:nvSpPr>
        <p:spPr>
          <a:xfrm>
            <a:off x="669924" y="2775590"/>
            <a:ext cx="1916724" cy="30815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5" name="isḷiḓè">
            <a:extLst>
              <a:ext uri="{FF2B5EF4-FFF2-40B4-BE49-F238E27FC236}">
                <a16:creationId xmlns:a16="http://schemas.microsoft.com/office/drawing/2014/main" id="{4A9728DB-7DA9-1791-09F7-EDC029898627}"/>
              </a:ext>
            </a:extLst>
          </p:cNvPr>
          <p:cNvSpPr/>
          <p:nvPr/>
        </p:nvSpPr>
        <p:spPr>
          <a:xfrm>
            <a:off x="669928" y="4117103"/>
            <a:ext cx="1915200" cy="353906"/>
          </a:xfrm>
          <a:prstGeom prst="rect">
            <a:avLst/>
          </a:prstGeom>
        </p:spPr>
        <p:txBody>
          <a:bodyPr wrap="none" lIns="90000" tIns="46800" rIns="90000" bIns="46800">
            <a:normAutofit/>
          </a:bodyPr>
          <a:lstStyle/>
          <a:p>
            <a:pPr lvl="0" algn="ctr" defTabSz="914378">
              <a:defRPr/>
            </a:pPr>
            <a:r>
              <a:rPr lang="zh-CN" altLang="en-US" sz="1600" b="1"/>
              <a:t>游戏管理器设计</a:t>
            </a:r>
            <a:endParaRPr lang="zh-CN" altLang="en-US" sz="1600" b="1" dirty="0"/>
          </a:p>
        </p:txBody>
      </p:sp>
      <p:sp>
        <p:nvSpPr>
          <p:cNvPr id="36" name="ïS1ïdè">
            <a:extLst>
              <a:ext uri="{FF2B5EF4-FFF2-40B4-BE49-F238E27FC236}">
                <a16:creationId xmlns:a16="http://schemas.microsoft.com/office/drawing/2014/main" id="{18E3D937-2C78-D89D-1455-B6A2D09C9115}"/>
              </a:ext>
            </a:extLst>
          </p:cNvPr>
          <p:cNvSpPr/>
          <p:nvPr/>
        </p:nvSpPr>
        <p:spPr>
          <a:xfrm>
            <a:off x="669926" y="3161830"/>
            <a:ext cx="1915200" cy="369332"/>
          </a:xfrm>
          <a:prstGeom prst="rect">
            <a:avLst/>
          </a:prstGeom>
        </p:spPr>
        <p:txBody>
          <a:bodyPr wrap="none" lIns="90000" tIns="46800" rIns="90000" bIns="46800">
            <a:normAutofit fontScale="92500" lnSpcReduction="20000"/>
          </a:bodyPr>
          <a:lstStyle/>
          <a:p>
            <a:pPr lvl="0" algn="ctr" defTabSz="914378">
              <a:defRPr/>
            </a:pPr>
            <a:r>
              <a:rPr lang="en-US" altLang="zh-CN" sz="2400">
                <a:latin typeface="Impact" panose="020B0806030902050204" pitchFamily="34" charset="0"/>
              </a:rPr>
              <a:t>05</a:t>
            </a:r>
            <a:endParaRPr lang="en-US" altLang="zh-CN" sz="2400" dirty="0">
              <a:latin typeface="Impact" panose="020B080603090205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EE5FFA3-0BDA-43FB-92A2-0B12FA3343D4}"/>
              </a:ext>
            </a:extLst>
          </p:cNvPr>
          <p:cNvSpPr txBox="1"/>
          <p:nvPr/>
        </p:nvSpPr>
        <p:spPr>
          <a:xfrm>
            <a:off x="3377257" y="819346"/>
            <a:ext cx="4873608" cy="4479816"/>
          </a:xfrm>
          <a:prstGeom prst="rect">
            <a:avLst/>
          </a:prstGeom>
          <a:noFill/>
          <a:ln>
            <a:solidFill>
              <a:srgbClr val="1A191F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GameManager.java -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管理三种游戏模式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GameManager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Game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games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currentGameIndex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GameManager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games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初始化三个游戏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games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PeaceGame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游戏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1: Peace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模式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games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ReversiGame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游戏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2: Reversi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模式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games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GomokuGame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游戏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3: Gomoku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模式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确保默认进入模式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1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currentGameIndex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8C96D87-DE88-E115-39FD-A4C04462045A}"/>
              </a:ext>
            </a:extLst>
          </p:cNvPr>
          <p:cNvSpPr txBox="1"/>
          <p:nvPr/>
        </p:nvSpPr>
        <p:spPr>
          <a:xfrm>
            <a:off x="8645599" y="826965"/>
            <a:ext cx="2933257" cy="4201856"/>
          </a:xfrm>
          <a:custGeom>
            <a:avLst/>
            <a:gdLst>
              <a:gd name="connsiteX0" fmla="*/ 0 w 2933257"/>
              <a:gd name="connsiteY0" fmla="*/ 0 h 4201856"/>
              <a:gd name="connsiteX1" fmla="*/ 615984 w 2933257"/>
              <a:gd name="connsiteY1" fmla="*/ 0 h 4201856"/>
              <a:gd name="connsiteX2" fmla="*/ 1231968 w 2933257"/>
              <a:gd name="connsiteY2" fmla="*/ 0 h 4201856"/>
              <a:gd name="connsiteX3" fmla="*/ 1730622 w 2933257"/>
              <a:gd name="connsiteY3" fmla="*/ 0 h 4201856"/>
              <a:gd name="connsiteX4" fmla="*/ 2375938 w 2933257"/>
              <a:gd name="connsiteY4" fmla="*/ 0 h 4201856"/>
              <a:gd name="connsiteX5" fmla="*/ 2933257 w 2933257"/>
              <a:gd name="connsiteY5" fmla="*/ 0 h 4201856"/>
              <a:gd name="connsiteX6" fmla="*/ 2933257 w 2933257"/>
              <a:gd name="connsiteY6" fmla="*/ 516228 h 4201856"/>
              <a:gd name="connsiteX7" fmla="*/ 2933257 w 2933257"/>
              <a:gd name="connsiteY7" fmla="*/ 1032456 h 4201856"/>
              <a:gd name="connsiteX8" fmla="*/ 2933257 w 2933257"/>
              <a:gd name="connsiteY8" fmla="*/ 1548684 h 4201856"/>
              <a:gd name="connsiteX9" fmla="*/ 2933257 w 2933257"/>
              <a:gd name="connsiteY9" fmla="*/ 2064912 h 4201856"/>
              <a:gd name="connsiteX10" fmla="*/ 2933257 w 2933257"/>
              <a:gd name="connsiteY10" fmla="*/ 2623159 h 4201856"/>
              <a:gd name="connsiteX11" fmla="*/ 2933257 w 2933257"/>
              <a:gd name="connsiteY11" fmla="*/ 3097368 h 4201856"/>
              <a:gd name="connsiteX12" fmla="*/ 2933257 w 2933257"/>
              <a:gd name="connsiteY12" fmla="*/ 4201856 h 4201856"/>
              <a:gd name="connsiteX13" fmla="*/ 2317273 w 2933257"/>
              <a:gd name="connsiteY13" fmla="*/ 4201856 h 4201856"/>
              <a:gd name="connsiteX14" fmla="*/ 1730622 w 2933257"/>
              <a:gd name="connsiteY14" fmla="*/ 4201856 h 4201856"/>
              <a:gd name="connsiteX15" fmla="*/ 1231968 w 2933257"/>
              <a:gd name="connsiteY15" fmla="*/ 4201856 h 4201856"/>
              <a:gd name="connsiteX16" fmla="*/ 703982 w 2933257"/>
              <a:gd name="connsiteY16" fmla="*/ 4201856 h 4201856"/>
              <a:gd name="connsiteX17" fmla="*/ 0 w 2933257"/>
              <a:gd name="connsiteY17" fmla="*/ 4201856 h 4201856"/>
              <a:gd name="connsiteX18" fmla="*/ 0 w 2933257"/>
              <a:gd name="connsiteY18" fmla="*/ 3601591 h 4201856"/>
              <a:gd name="connsiteX19" fmla="*/ 0 w 2933257"/>
              <a:gd name="connsiteY19" fmla="*/ 3085363 h 4201856"/>
              <a:gd name="connsiteX20" fmla="*/ 0 w 2933257"/>
              <a:gd name="connsiteY20" fmla="*/ 2527116 h 4201856"/>
              <a:gd name="connsiteX21" fmla="*/ 0 w 2933257"/>
              <a:gd name="connsiteY21" fmla="*/ 1926851 h 4201856"/>
              <a:gd name="connsiteX22" fmla="*/ 0 w 2933257"/>
              <a:gd name="connsiteY22" fmla="*/ 1326586 h 4201856"/>
              <a:gd name="connsiteX23" fmla="*/ 0 w 2933257"/>
              <a:gd name="connsiteY23" fmla="*/ 726321 h 4201856"/>
              <a:gd name="connsiteX24" fmla="*/ 0 w 2933257"/>
              <a:gd name="connsiteY24" fmla="*/ 0 h 4201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933257" h="4201856" extrusionOk="0">
                <a:moveTo>
                  <a:pt x="0" y="0"/>
                </a:moveTo>
                <a:cubicBezTo>
                  <a:pt x="169089" y="30508"/>
                  <a:pt x="403348" y="-11439"/>
                  <a:pt x="615984" y="0"/>
                </a:cubicBezTo>
                <a:cubicBezTo>
                  <a:pt x="828620" y="11439"/>
                  <a:pt x="1021641" y="-13972"/>
                  <a:pt x="1231968" y="0"/>
                </a:cubicBezTo>
                <a:cubicBezTo>
                  <a:pt x="1442295" y="13972"/>
                  <a:pt x="1604472" y="16746"/>
                  <a:pt x="1730622" y="0"/>
                </a:cubicBezTo>
                <a:cubicBezTo>
                  <a:pt x="1856772" y="-16746"/>
                  <a:pt x="2159152" y="-1888"/>
                  <a:pt x="2375938" y="0"/>
                </a:cubicBezTo>
                <a:cubicBezTo>
                  <a:pt x="2592724" y="1888"/>
                  <a:pt x="2674183" y="-11449"/>
                  <a:pt x="2933257" y="0"/>
                </a:cubicBezTo>
                <a:cubicBezTo>
                  <a:pt x="2918091" y="161442"/>
                  <a:pt x="2945713" y="380853"/>
                  <a:pt x="2933257" y="516228"/>
                </a:cubicBezTo>
                <a:cubicBezTo>
                  <a:pt x="2920801" y="651603"/>
                  <a:pt x="2935607" y="787485"/>
                  <a:pt x="2933257" y="1032456"/>
                </a:cubicBezTo>
                <a:cubicBezTo>
                  <a:pt x="2930907" y="1277427"/>
                  <a:pt x="2912223" y="1304654"/>
                  <a:pt x="2933257" y="1548684"/>
                </a:cubicBezTo>
                <a:cubicBezTo>
                  <a:pt x="2954291" y="1792714"/>
                  <a:pt x="2910127" y="1822968"/>
                  <a:pt x="2933257" y="2064912"/>
                </a:cubicBezTo>
                <a:cubicBezTo>
                  <a:pt x="2956387" y="2306856"/>
                  <a:pt x="2932502" y="2355892"/>
                  <a:pt x="2933257" y="2623159"/>
                </a:cubicBezTo>
                <a:cubicBezTo>
                  <a:pt x="2934012" y="2890426"/>
                  <a:pt x="2939660" y="2964766"/>
                  <a:pt x="2933257" y="3097368"/>
                </a:cubicBezTo>
                <a:cubicBezTo>
                  <a:pt x="2926854" y="3229970"/>
                  <a:pt x="2944456" y="3931023"/>
                  <a:pt x="2933257" y="4201856"/>
                </a:cubicBezTo>
                <a:cubicBezTo>
                  <a:pt x="2673696" y="4207393"/>
                  <a:pt x="2587937" y="4191315"/>
                  <a:pt x="2317273" y="4201856"/>
                </a:cubicBezTo>
                <a:cubicBezTo>
                  <a:pt x="2046609" y="4212397"/>
                  <a:pt x="1958936" y="4186333"/>
                  <a:pt x="1730622" y="4201856"/>
                </a:cubicBezTo>
                <a:cubicBezTo>
                  <a:pt x="1502308" y="4217379"/>
                  <a:pt x="1397628" y="4203319"/>
                  <a:pt x="1231968" y="4201856"/>
                </a:cubicBezTo>
                <a:cubicBezTo>
                  <a:pt x="1066308" y="4200393"/>
                  <a:pt x="917754" y="4199007"/>
                  <a:pt x="703982" y="4201856"/>
                </a:cubicBezTo>
                <a:cubicBezTo>
                  <a:pt x="490210" y="4204705"/>
                  <a:pt x="349620" y="4236294"/>
                  <a:pt x="0" y="4201856"/>
                </a:cubicBezTo>
                <a:cubicBezTo>
                  <a:pt x="-3883" y="4046331"/>
                  <a:pt x="7271" y="3846306"/>
                  <a:pt x="0" y="3601591"/>
                </a:cubicBezTo>
                <a:cubicBezTo>
                  <a:pt x="-7271" y="3356877"/>
                  <a:pt x="-7815" y="3257736"/>
                  <a:pt x="0" y="3085363"/>
                </a:cubicBezTo>
                <a:cubicBezTo>
                  <a:pt x="7815" y="2912990"/>
                  <a:pt x="-16031" y="2755221"/>
                  <a:pt x="0" y="2527116"/>
                </a:cubicBezTo>
                <a:cubicBezTo>
                  <a:pt x="16031" y="2299011"/>
                  <a:pt x="-4878" y="2221857"/>
                  <a:pt x="0" y="1926851"/>
                </a:cubicBezTo>
                <a:cubicBezTo>
                  <a:pt x="4878" y="1631846"/>
                  <a:pt x="-9752" y="1485582"/>
                  <a:pt x="0" y="1326586"/>
                </a:cubicBezTo>
                <a:cubicBezTo>
                  <a:pt x="9752" y="1167591"/>
                  <a:pt x="-858" y="941193"/>
                  <a:pt x="0" y="726321"/>
                </a:cubicBezTo>
                <a:cubicBezTo>
                  <a:pt x="858" y="511449"/>
                  <a:pt x="-349" y="168009"/>
                  <a:pt x="0" y="0"/>
                </a:cubicBezTo>
                <a:close/>
              </a:path>
            </a:pathLst>
          </a:custGeom>
          <a:noFill/>
          <a:ln w="19050">
            <a:solidFill>
              <a:srgbClr val="1A191F"/>
            </a:solidFill>
            <a:extLst>
              <a:ext uri="{C807C97D-BFC1-408E-A445-0C87EB9F89A2}">
                <ask:lineSketchStyleProps xmlns:ask="http://schemas.microsoft.com/office/drawing/2018/sketchyshapes" sd="110033365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b="1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设计思路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：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>
                <a:solidFill>
                  <a:srgbClr val="0451A5"/>
                </a:solidFill>
                <a:latin typeface="Consolas" panose="020B0609020204030204" pitchFamily="49" charset="0"/>
              </a:rPr>
              <a:t>①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使用列表存储三种游戏模式的实例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>
                <a:solidFill>
                  <a:srgbClr val="0451A5"/>
                </a:solidFill>
                <a:latin typeface="Consolas" panose="020B0609020204030204" pitchFamily="49" charset="0"/>
              </a:rPr>
              <a:t>②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通过索引跟踪当前活动游戏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>
                <a:solidFill>
                  <a:srgbClr val="0451A5"/>
                </a:solidFill>
                <a:latin typeface="Consolas" panose="020B0609020204030204" pitchFamily="49" charset="0"/>
              </a:rPr>
              <a:t>③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提供灵活的切换机制，支持通过游戏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和游戏类型切换</a:t>
            </a:r>
          </a:p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451A5"/>
                </a:solidFill>
                <a:latin typeface="Consolas" panose="020B0609020204030204" pitchFamily="49" charset="0"/>
              </a:rPr>
              <a:t>④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支持动态添加新的游戏实例</a:t>
            </a:r>
          </a:p>
        </p:txBody>
      </p:sp>
      <p:pic>
        <p:nvPicPr>
          <p:cNvPr id="3" name="图片 2" descr="图片包含 天空, 户外, 树&#10;&#10;已生成极高可信度的说明">
            <a:extLst>
              <a:ext uri="{FF2B5EF4-FFF2-40B4-BE49-F238E27FC236}">
                <a16:creationId xmlns:a16="http://schemas.microsoft.com/office/drawing/2014/main" id="{9929B252-B698-C003-DA71-5177956EBE1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9924" y="1000889"/>
            <a:ext cx="1912247" cy="1772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144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0BADF-A182-3EE5-A2E1-04154655C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F9BD60EF-AF1D-F34C-9526-8797A85E9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646545"/>
          </a:xfrm>
        </p:spPr>
        <p:txBody>
          <a:bodyPr/>
          <a:lstStyle/>
          <a:p>
            <a:r>
              <a:rPr lang="zh-CN" altLang="en-US"/>
              <a:t>关键代码设计思路</a:t>
            </a:r>
            <a:endParaRPr lang="zh-CN" altLang="en-US" dirty="0"/>
          </a:p>
        </p:txBody>
      </p:sp>
      <p:sp>
        <p:nvSpPr>
          <p:cNvPr id="34" name="iṡ1ïḍê">
            <a:extLst>
              <a:ext uri="{FF2B5EF4-FFF2-40B4-BE49-F238E27FC236}">
                <a16:creationId xmlns:a16="http://schemas.microsoft.com/office/drawing/2014/main" id="{EA73D146-DBED-41EA-99E3-615061AE5227}"/>
              </a:ext>
            </a:extLst>
          </p:cNvPr>
          <p:cNvSpPr/>
          <p:nvPr/>
        </p:nvSpPr>
        <p:spPr>
          <a:xfrm>
            <a:off x="669924" y="2775590"/>
            <a:ext cx="1916724" cy="30815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5" name="isḷiḓè">
            <a:extLst>
              <a:ext uri="{FF2B5EF4-FFF2-40B4-BE49-F238E27FC236}">
                <a16:creationId xmlns:a16="http://schemas.microsoft.com/office/drawing/2014/main" id="{E27DF29F-68BF-D3C4-D3CB-CB61B8D4E1B3}"/>
              </a:ext>
            </a:extLst>
          </p:cNvPr>
          <p:cNvSpPr/>
          <p:nvPr/>
        </p:nvSpPr>
        <p:spPr>
          <a:xfrm>
            <a:off x="669928" y="4117103"/>
            <a:ext cx="1915200" cy="353906"/>
          </a:xfrm>
          <a:prstGeom prst="rect">
            <a:avLst/>
          </a:prstGeom>
        </p:spPr>
        <p:txBody>
          <a:bodyPr wrap="none" lIns="90000" tIns="46800" rIns="90000" bIns="46800">
            <a:normAutofit/>
          </a:bodyPr>
          <a:lstStyle/>
          <a:p>
            <a:pPr lvl="0" algn="ctr" defTabSz="914378">
              <a:defRPr/>
            </a:pPr>
            <a:r>
              <a:rPr lang="zh-CN" altLang="en-US" sz="1600" b="1"/>
              <a:t>游戏管理器设计</a:t>
            </a:r>
            <a:endParaRPr lang="zh-CN" altLang="en-US" sz="1600" b="1" dirty="0"/>
          </a:p>
        </p:txBody>
      </p:sp>
      <p:sp>
        <p:nvSpPr>
          <p:cNvPr id="36" name="ïS1ïdè">
            <a:extLst>
              <a:ext uri="{FF2B5EF4-FFF2-40B4-BE49-F238E27FC236}">
                <a16:creationId xmlns:a16="http://schemas.microsoft.com/office/drawing/2014/main" id="{2812A626-F61F-B624-E550-6E547608BC48}"/>
              </a:ext>
            </a:extLst>
          </p:cNvPr>
          <p:cNvSpPr/>
          <p:nvPr/>
        </p:nvSpPr>
        <p:spPr>
          <a:xfrm>
            <a:off x="669926" y="3161830"/>
            <a:ext cx="1915200" cy="369332"/>
          </a:xfrm>
          <a:prstGeom prst="rect">
            <a:avLst/>
          </a:prstGeom>
        </p:spPr>
        <p:txBody>
          <a:bodyPr wrap="none" lIns="90000" tIns="46800" rIns="90000" bIns="46800">
            <a:normAutofit fontScale="92500" lnSpcReduction="20000"/>
          </a:bodyPr>
          <a:lstStyle/>
          <a:p>
            <a:pPr lvl="0" algn="ctr" defTabSz="914378">
              <a:defRPr/>
            </a:pPr>
            <a:r>
              <a:rPr lang="en-US" altLang="zh-CN" sz="2400">
                <a:latin typeface="Impact" panose="020B0806030902050204" pitchFamily="34" charset="0"/>
              </a:rPr>
              <a:t>05</a:t>
            </a:r>
            <a:endParaRPr lang="en-US" altLang="zh-CN" sz="2400" dirty="0">
              <a:latin typeface="Impact" panose="020B080603090205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3FF61AB-4887-9531-6154-C011B26AE9B3}"/>
              </a:ext>
            </a:extLst>
          </p:cNvPr>
          <p:cNvSpPr txBox="1"/>
          <p:nvPr/>
        </p:nvSpPr>
        <p:spPr>
          <a:xfrm>
            <a:off x="3350675" y="720974"/>
            <a:ext cx="8377036" cy="5864811"/>
          </a:xfrm>
          <a:prstGeom prst="rect">
            <a:avLst/>
          </a:prstGeom>
          <a:noFill/>
          <a:ln>
            <a:solidFill>
              <a:srgbClr val="1A191F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GameManager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>
                <a:solidFill>
                  <a:srgbClr val="292929"/>
                </a:solidFill>
                <a:latin typeface="Consolas" panose="020B0609020204030204" pitchFamily="49" charset="0"/>
              </a:rPr>
              <a:t>    ······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switchGame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gameId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支持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、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、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三个游戏编号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 i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games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 i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games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(i).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getGameId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gameId)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currentGameIndex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i;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addNewGame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gameType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newGameId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games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gameType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equalsIgnoreCase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"peace"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games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PeaceGame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(newGameId));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gameType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equalsIgnoreCase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"reversi"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games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ReversiGame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(newGameId));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gameType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equalsIgnoreCase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"gomoku"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games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GomokuGame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(newGameId));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currentGameIndex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games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800"/>
              </a:lnSpc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3" name="图片 2" descr="图片包含 天空, 户外, 树&#10;&#10;已生成极高可信度的说明">
            <a:extLst>
              <a:ext uri="{FF2B5EF4-FFF2-40B4-BE49-F238E27FC236}">
                <a16:creationId xmlns:a16="http://schemas.microsoft.com/office/drawing/2014/main" id="{A3428D58-BB14-1A6B-7DC9-54C7F7D48B1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9924" y="1000889"/>
            <a:ext cx="1912247" cy="1772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345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24736-B965-6A95-099F-332C45083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5A905A1-B07D-0780-0AFF-811011709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646545"/>
          </a:xfrm>
        </p:spPr>
        <p:txBody>
          <a:bodyPr/>
          <a:lstStyle/>
          <a:p>
            <a:r>
              <a:rPr lang="zh-CN" altLang="en-US"/>
              <a:t>关键代码设计思路</a:t>
            </a:r>
            <a:endParaRPr lang="zh-CN" altLang="en-US" dirty="0"/>
          </a:p>
        </p:txBody>
      </p:sp>
      <p:sp>
        <p:nvSpPr>
          <p:cNvPr id="34" name="iṡ1ïḍê">
            <a:extLst>
              <a:ext uri="{FF2B5EF4-FFF2-40B4-BE49-F238E27FC236}">
                <a16:creationId xmlns:a16="http://schemas.microsoft.com/office/drawing/2014/main" id="{B7012D1E-8394-6B12-A6B0-252FBE171948}"/>
              </a:ext>
            </a:extLst>
          </p:cNvPr>
          <p:cNvSpPr/>
          <p:nvPr/>
        </p:nvSpPr>
        <p:spPr>
          <a:xfrm>
            <a:off x="669924" y="2775590"/>
            <a:ext cx="1916724" cy="30815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5" name="isḷiḓè">
            <a:extLst>
              <a:ext uri="{FF2B5EF4-FFF2-40B4-BE49-F238E27FC236}">
                <a16:creationId xmlns:a16="http://schemas.microsoft.com/office/drawing/2014/main" id="{61F83E61-AE1E-CB08-F365-740F30B78C72}"/>
              </a:ext>
            </a:extLst>
          </p:cNvPr>
          <p:cNvSpPr/>
          <p:nvPr/>
        </p:nvSpPr>
        <p:spPr>
          <a:xfrm>
            <a:off x="669928" y="4117103"/>
            <a:ext cx="1915200" cy="353906"/>
          </a:xfrm>
          <a:prstGeom prst="rect">
            <a:avLst/>
          </a:prstGeom>
        </p:spPr>
        <p:txBody>
          <a:bodyPr wrap="none" lIns="90000" tIns="46800" rIns="90000" bIns="46800">
            <a:normAutofit/>
          </a:bodyPr>
          <a:lstStyle/>
          <a:p>
            <a:pPr lvl="0" algn="ctr" defTabSz="914378">
              <a:defRPr/>
            </a:pPr>
            <a:r>
              <a:rPr lang="zh-CN" altLang="en-US" sz="1600" b="1"/>
              <a:t>终端显示与交互设计</a:t>
            </a:r>
            <a:endParaRPr lang="zh-CN" altLang="en-US" sz="1600" b="1" dirty="0"/>
          </a:p>
        </p:txBody>
      </p:sp>
      <p:sp>
        <p:nvSpPr>
          <p:cNvPr id="36" name="ïS1ïdè">
            <a:extLst>
              <a:ext uri="{FF2B5EF4-FFF2-40B4-BE49-F238E27FC236}">
                <a16:creationId xmlns:a16="http://schemas.microsoft.com/office/drawing/2014/main" id="{3F91A7C2-0B24-A502-9AD6-8D6795F22582}"/>
              </a:ext>
            </a:extLst>
          </p:cNvPr>
          <p:cNvSpPr/>
          <p:nvPr/>
        </p:nvSpPr>
        <p:spPr>
          <a:xfrm>
            <a:off x="669926" y="3161830"/>
            <a:ext cx="1915200" cy="369332"/>
          </a:xfrm>
          <a:prstGeom prst="rect">
            <a:avLst/>
          </a:prstGeom>
        </p:spPr>
        <p:txBody>
          <a:bodyPr wrap="none" lIns="90000" tIns="46800" rIns="90000" bIns="46800">
            <a:normAutofit fontScale="92500" lnSpcReduction="20000"/>
          </a:bodyPr>
          <a:lstStyle/>
          <a:p>
            <a:pPr lvl="0" algn="ctr" defTabSz="914378">
              <a:defRPr/>
            </a:pPr>
            <a:r>
              <a:rPr lang="en-US" altLang="zh-CN" sz="2400">
                <a:latin typeface="Impact" panose="020B0806030902050204" pitchFamily="34" charset="0"/>
              </a:rPr>
              <a:t>06</a:t>
            </a:r>
            <a:endParaRPr lang="en-US" altLang="zh-CN" sz="2400" dirty="0">
              <a:latin typeface="Impact" panose="020B080603090205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CDB18F0-0C2B-0469-EB1B-01E1E3DC4922}"/>
              </a:ext>
            </a:extLst>
          </p:cNvPr>
          <p:cNvSpPr txBox="1"/>
          <p:nvPr/>
        </p:nvSpPr>
        <p:spPr>
          <a:xfrm>
            <a:off x="2999801" y="776816"/>
            <a:ext cx="8972459" cy="5633978"/>
          </a:xfrm>
          <a:prstGeom prst="rect">
            <a:avLst/>
          </a:prstGeom>
          <a:noFill/>
          <a:ln>
            <a:solidFill>
              <a:srgbClr val="1A191F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ChessGame.java –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终端显示与交互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displayGame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获取当前游戏和状态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显示棋盘、游戏状态和可用命令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...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在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Reversi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模式中，显示合法落子位置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 j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 j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currentGame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getGameType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equals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"reversi"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isValidMove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(validMoves, i, j))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"+ "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(i, j).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getSymbol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在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Gomoku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模式中，显示当前轮数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(currentGame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instanceof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GomokuGame)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GomokuGame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gomokuGame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(GomokuGame) currentGame;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   </a:t>
            </a:r>
            <a:r>
              <a:rPr lang="zh-CN" altLang="en-US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当前轮数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gomokuGame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getMoveCount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显示其他游戏信息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...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2" name="图片 1" descr="图片包含 树, 户外, 建筑物, 天空&#10;&#10;已生成极高可信度的说明">
            <a:extLst>
              <a:ext uri="{FF2B5EF4-FFF2-40B4-BE49-F238E27FC236}">
                <a16:creationId xmlns:a16="http://schemas.microsoft.com/office/drawing/2014/main" id="{C0B04B45-C1C4-70EF-981E-027A2481955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9924" y="1032786"/>
            <a:ext cx="1922589" cy="177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2891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D20F1-78A9-A71B-A4B9-84F434E56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0D5B05FD-EE5C-DA62-A9AC-930746116C71}"/>
              </a:ext>
            </a:extLst>
          </p:cNvPr>
          <p:cNvGrpSpPr/>
          <p:nvPr/>
        </p:nvGrpSpPr>
        <p:grpSpPr>
          <a:xfrm>
            <a:off x="0" y="0"/>
            <a:ext cx="12192003" cy="6858000"/>
            <a:chOff x="0" y="0"/>
            <a:chExt cx="12192003" cy="6858000"/>
          </a:xfrm>
        </p:grpSpPr>
        <p:sp>
          <p:nvSpPr>
            <p:cNvPr id="260" name="iśḻîdé">
              <a:extLst>
                <a:ext uri="{FF2B5EF4-FFF2-40B4-BE49-F238E27FC236}">
                  <a16:creationId xmlns:a16="http://schemas.microsoft.com/office/drawing/2014/main" id="{A2F094B7-A43C-07F5-D6F5-05319BCB17C5}"/>
                </a:ext>
              </a:extLst>
            </p:cNvPr>
            <p:cNvSpPr/>
            <p:nvPr/>
          </p:nvSpPr>
          <p:spPr>
            <a:xfrm>
              <a:off x="9133674" y="0"/>
              <a:ext cx="3058329" cy="685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261" name="íşļíḑè">
              <a:extLst>
                <a:ext uri="{FF2B5EF4-FFF2-40B4-BE49-F238E27FC236}">
                  <a16:creationId xmlns:a16="http://schemas.microsoft.com/office/drawing/2014/main" id="{70CB5F0C-E980-AE08-A8CA-08F183422DBC}"/>
                </a:ext>
              </a:extLst>
            </p:cNvPr>
            <p:cNvSpPr/>
            <p:nvPr/>
          </p:nvSpPr>
          <p:spPr>
            <a:xfrm>
              <a:off x="6013385" y="0"/>
              <a:ext cx="3120289" cy="6858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2" name="iśḻîdé">
              <a:extLst>
                <a:ext uri="{FF2B5EF4-FFF2-40B4-BE49-F238E27FC236}">
                  <a16:creationId xmlns:a16="http://schemas.microsoft.com/office/drawing/2014/main" id="{A6DF7545-F1F2-48BD-A405-6D1BB58EA561}"/>
                </a:ext>
              </a:extLst>
            </p:cNvPr>
            <p:cNvSpPr/>
            <p:nvPr/>
          </p:nvSpPr>
          <p:spPr>
            <a:xfrm>
              <a:off x="3089309" y="0"/>
              <a:ext cx="2955056" cy="685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8" name="íşļíḑè">
              <a:extLst>
                <a:ext uri="{FF2B5EF4-FFF2-40B4-BE49-F238E27FC236}">
                  <a16:creationId xmlns:a16="http://schemas.microsoft.com/office/drawing/2014/main" id="{6AD6CC54-27A7-4EBC-7A9C-99A1BED0D714}"/>
                </a:ext>
              </a:extLst>
            </p:cNvPr>
            <p:cNvSpPr/>
            <p:nvPr/>
          </p:nvSpPr>
          <p:spPr>
            <a:xfrm>
              <a:off x="0" y="0"/>
              <a:ext cx="3089309" cy="6858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266" name="文本框 265">
            <a:extLst>
              <a:ext uri="{FF2B5EF4-FFF2-40B4-BE49-F238E27FC236}">
                <a16:creationId xmlns:a16="http://schemas.microsoft.com/office/drawing/2014/main" id="{BB8BF881-EE87-B358-C95C-C2F480778599}"/>
              </a:ext>
            </a:extLst>
          </p:cNvPr>
          <p:cNvSpPr txBox="1"/>
          <p:nvPr/>
        </p:nvSpPr>
        <p:spPr>
          <a:xfrm>
            <a:off x="3219668" y="1163360"/>
            <a:ext cx="2704657" cy="4801314"/>
          </a:xfrm>
          <a:prstGeom prst="rect">
            <a:avLst/>
          </a:prstGeom>
          <a:noFill/>
          <a:ln>
            <a:solidFill>
              <a:srgbClr val="1A191F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>
                <a:solidFill>
                  <a:srgbClr val="0F4A85"/>
                </a:solidFill>
                <a:latin typeface="Consolas" panose="020B0609020204030204" pitchFamily="49" charset="0"/>
              </a:rPr>
              <a:t>2</a:t>
            </a:r>
            <a:r>
              <a:rPr lang="en-US" altLang="zh-CN" b="1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zh-CN" altLang="en-US" b="1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策略模式（</a:t>
            </a:r>
            <a:r>
              <a:rPr lang="en-US" altLang="zh-CN" b="1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Strategy Pattern</a:t>
            </a:r>
            <a:r>
              <a:rPr lang="zh-CN" altLang="en-US" b="1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）</a:t>
            </a:r>
            <a:endParaRPr lang="en-US" altLang="zh-CN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通过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`Game`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抽象类及其实现类实现不同游戏规则的封装：</a:t>
            </a:r>
          </a:p>
          <a:p>
            <a:pPr>
              <a:buNone/>
            </a:pPr>
            <a:r>
              <a:rPr lang="en-US" altLang="zh-CN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`Game`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定义通用接口（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`placePiece()`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、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`isGameOver()`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等）</a:t>
            </a:r>
          </a:p>
          <a:p>
            <a:pPr>
              <a:buNone/>
            </a:pPr>
            <a:r>
              <a:rPr lang="en-US" altLang="zh-CN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`PeaceGame`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、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`ReversiGame`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、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`GomokuGame`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分别实现不同规则</a:t>
            </a:r>
          </a:p>
          <a:p>
            <a:pPr>
              <a:buNone/>
            </a:pPr>
            <a:r>
              <a:rPr lang="en-US" altLang="zh-CN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`GameManager`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负责游戏模式切换</a:t>
            </a:r>
          </a:p>
          <a:p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这使得添加新游戏模式变得简单，只需实现新的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`Game`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子类。</a:t>
            </a:r>
            <a:endParaRPr lang="en-US" altLang="zh-CN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67" name="文本框 266">
            <a:extLst>
              <a:ext uri="{FF2B5EF4-FFF2-40B4-BE49-F238E27FC236}">
                <a16:creationId xmlns:a16="http://schemas.microsoft.com/office/drawing/2014/main" id="{051B3775-1196-E966-DBDF-C285A60B6A65}"/>
              </a:ext>
            </a:extLst>
          </p:cNvPr>
          <p:cNvSpPr txBox="1"/>
          <p:nvPr/>
        </p:nvSpPr>
        <p:spPr>
          <a:xfrm>
            <a:off x="9305343" y="1163360"/>
            <a:ext cx="2704657" cy="3970318"/>
          </a:xfrm>
          <a:prstGeom prst="rect">
            <a:avLst/>
          </a:prstGeom>
          <a:noFill/>
          <a:ln>
            <a:solidFill>
              <a:srgbClr val="1A191F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4. </a:t>
            </a:r>
            <a:r>
              <a:rPr lang="zh-CN" altLang="en-US" b="1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单一职责原则（</a:t>
            </a:r>
            <a:r>
              <a:rPr lang="en-US" altLang="zh-CN" b="1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SRP</a:t>
            </a:r>
            <a:r>
              <a:rPr lang="zh-CN" altLang="en-US" b="1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）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每个类都有明确的职责划分：</a:t>
            </a:r>
          </a:p>
          <a:p>
            <a:pPr>
              <a:buNone/>
            </a:pPr>
            <a:r>
              <a:rPr lang="en-US" altLang="zh-CN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`Board`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：棋盘数据结构和基本操作</a:t>
            </a:r>
          </a:p>
          <a:p>
            <a:pPr>
              <a:buNone/>
            </a:pPr>
            <a:r>
              <a:rPr lang="en-US" altLang="zh-CN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`Player`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：玩家信息管理</a:t>
            </a:r>
          </a:p>
          <a:p>
            <a:pPr>
              <a:buNone/>
            </a:pPr>
            <a:r>
              <a:rPr lang="en-US" altLang="zh-CN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`Game`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：游戏规则实现</a:t>
            </a:r>
          </a:p>
          <a:p>
            <a:pPr>
              <a:buNone/>
            </a:pPr>
            <a:r>
              <a:rPr lang="en-US" altLang="zh-CN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`GameManager`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：游戏模式管理</a:t>
            </a:r>
          </a:p>
          <a:p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避免了职责混杂，提高了代码的可维护性。</a:t>
            </a:r>
            <a:endParaRPr lang="en-US" altLang="zh-CN">
              <a:solidFill>
                <a:srgbClr val="292929"/>
              </a:solidFill>
              <a:latin typeface="Consolas" panose="020B0609020204030204" pitchFamily="49" charset="0"/>
            </a:endParaRPr>
          </a:p>
          <a:p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71" name="文本框 270">
            <a:extLst>
              <a:ext uri="{FF2B5EF4-FFF2-40B4-BE49-F238E27FC236}">
                <a16:creationId xmlns:a16="http://schemas.microsoft.com/office/drawing/2014/main" id="{2E01A54B-AD74-02A8-154A-12DF796EE9F5}"/>
              </a:ext>
            </a:extLst>
          </p:cNvPr>
          <p:cNvSpPr txBox="1"/>
          <p:nvPr/>
        </p:nvSpPr>
        <p:spPr>
          <a:xfrm>
            <a:off x="130361" y="1163360"/>
            <a:ext cx="2787278" cy="3648819"/>
          </a:xfrm>
          <a:prstGeom prst="rect">
            <a:avLst/>
          </a:prstGeom>
          <a:noFill/>
          <a:ln>
            <a:solidFill>
              <a:srgbClr val="EAECEF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b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状态模式</a:t>
            </a:r>
            <a:endParaRPr lang="en-US" altLang="zh-CN" b="1">
              <a:solidFill>
                <a:srgbClr val="569CD6"/>
              </a:solidFill>
              <a:latin typeface="Consolas" panose="020B0609020204030204" pitchFamily="49" charset="0"/>
            </a:endParaRPr>
          </a:p>
          <a:p>
            <a:r>
              <a:rPr lang="zh-CN" altLang="en-US" b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（</a:t>
            </a:r>
            <a:r>
              <a:rPr lang="en-US" altLang="zh-CN" b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State Pattern</a:t>
            </a:r>
            <a:r>
              <a:rPr lang="zh-CN" altLang="en-US" b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）</a:t>
            </a:r>
            <a:endParaRPr lang="zh-CN" alt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zh-CN" alt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游戏状态管理的核心实现：</a:t>
            </a:r>
          </a:p>
          <a:p>
            <a:pPr>
              <a:buNone/>
            </a:pPr>
            <a:r>
              <a:rPr lang="en-US" altLang="zh-CN" b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维护当前玩家状态（</a:t>
            </a:r>
            <a:r>
              <a:rPr lang="en-US" altLang="zh-CN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`currentPlayer`</a:t>
            </a:r>
            <a:r>
              <a:rPr lang="zh-CN" alt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）</a:t>
            </a:r>
          </a:p>
          <a:p>
            <a:pPr>
              <a:buNone/>
            </a:pPr>
            <a:r>
              <a:rPr lang="en-US" altLang="zh-CN" b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跟踪游戏结束状态（</a:t>
            </a:r>
            <a:r>
              <a:rPr lang="en-US" altLang="zh-CN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`gameOver`</a:t>
            </a:r>
            <a:r>
              <a:rPr lang="zh-CN" alt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）</a:t>
            </a:r>
          </a:p>
          <a:p>
            <a:pPr>
              <a:buNone/>
            </a:pPr>
            <a:r>
              <a:rPr lang="en-US" altLang="zh-CN" b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管理棋盘状态（</a:t>
            </a:r>
            <a:r>
              <a:rPr lang="en-US" altLang="zh-CN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`board`</a:t>
            </a:r>
            <a:r>
              <a:rPr lang="zh-CN" alt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）</a:t>
            </a:r>
          </a:p>
          <a:p>
            <a:pPr>
              <a:buNone/>
            </a:pPr>
            <a:r>
              <a:rPr lang="zh-CN" alt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通过统一的状态转换方法（如 </a:t>
            </a:r>
            <a:r>
              <a:rPr lang="en-US" altLang="zh-CN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`switchPlayer()`</a:t>
            </a:r>
            <a:r>
              <a:rPr lang="zh-CN" alt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）确保状态一致性。</a:t>
            </a:r>
          </a:p>
          <a:p>
            <a:pPr>
              <a:lnSpc>
                <a:spcPts val="1800"/>
              </a:lnSpc>
            </a:pPr>
            <a:endParaRPr lang="zh-CN" alt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72" name="文本框 271">
            <a:extLst>
              <a:ext uri="{FF2B5EF4-FFF2-40B4-BE49-F238E27FC236}">
                <a16:creationId xmlns:a16="http://schemas.microsoft.com/office/drawing/2014/main" id="{5F58C136-16D8-A56F-516B-954BD092E5C5}"/>
              </a:ext>
            </a:extLst>
          </p:cNvPr>
          <p:cNvSpPr txBox="1"/>
          <p:nvPr/>
        </p:nvSpPr>
        <p:spPr>
          <a:xfrm>
            <a:off x="6205703" y="1163360"/>
            <a:ext cx="2787278" cy="2817823"/>
          </a:xfrm>
          <a:prstGeom prst="rect">
            <a:avLst/>
          </a:prstGeom>
          <a:noFill/>
          <a:ln>
            <a:solidFill>
              <a:srgbClr val="EAECEF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>
                <a:solidFill>
                  <a:srgbClr val="569CD6"/>
                </a:solidFill>
                <a:latin typeface="Consolas" panose="020B0609020204030204" pitchFamily="49" charset="0"/>
              </a:rPr>
              <a:t>3</a:t>
            </a:r>
            <a:r>
              <a:rPr lang="en-US" altLang="zh-CN" b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zh-CN" altLang="en-US" b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开闭原则（</a:t>
            </a:r>
            <a:r>
              <a:rPr lang="en-US" altLang="zh-CN" b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OCP</a:t>
            </a:r>
            <a:r>
              <a:rPr lang="zh-CN" altLang="en-US" b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）</a:t>
            </a:r>
            <a:endParaRPr lang="zh-CN" alt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zh-CN" alt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系统设计支持扩展而无需修改现有代码：</a:t>
            </a:r>
          </a:p>
          <a:p>
            <a:pPr>
              <a:buNone/>
            </a:pPr>
            <a:r>
              <a:rPr lang="en-US" altLang="zh-CN" b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新增游戏模式只需继承 </a:t>
            </a:r>
            <a:r>
              <a:rPr lang="en-US" altLang="zh-CN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`Game`</a:t>
            </a:r>
            <a:r>
              <a:rPr lang="zh-CN" alt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类</a:t>
            </a:r>
          </a:p>
          <a:p>
            <a:pPr>
              <a:buNone/>
            </a:pPr>
            <a:r>
              <a:rPr lang="en-US" altLang="zh-CN" b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界面和规则可以独立扩展</a:t>
            </a:r>
          </a:p>
          <a:p>
            <a:r>
              <a:rPr lang="en-US" altLang="zh-CN" b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现有功能不受新增功能影响</a:t>
            </a:r>
          </a:p>
          <a:p>
            <a:pPr>
              <a:lnSpc>
                <a:spcPts val="1800"/>
              </a:lnSpc>
            </a:pPr>
            <a:endParaRPr lang="zh-CN" alt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64" name="标题 3">
            <a:extLst>
              <a:ext uri="{FF2B5EF4-FFF2-40B4-BE49-F238E27FC236}">
                <a16:creationId xmlns:a16="http://schemas.microsoft.com/office/drawing/2014/main" id="{F5899D2B-5053-5330-E4E8-41C7205E3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621" y="0"/>
            <a:ext cx="10850563" cy="646545"/>
          </a:xfrm>
        </p:spPr>
        <p:txBody>
          <a:bodyPr/>
          <a:lstStyle/>
          <a:p>
            <a:r>
              <a:rPr lang="zh-CN" altLang="en-US">
                <a:solidFill>
                  <a:schemeClr val="bg1"/>
                </a:solidFill>
              </a:rPr>
              <a:t>面向对象设计模式与原则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006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DD50F-CCB9-36BB-26CD-285F175BA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9173B552-5484-6ED5-283F-52FCD38FF0FE}"/>
              </a:ext>
            </a:extLst>
          </p:cNvPr>
          <p:cNvGrpSpPr/>
          <p:nvPr/>
        </p:nvGrpSpPr>
        <p:grpSpPr>
          <a:xfrm flipH="1">
            <a:off x="0" y="0"/>
            <a:ext cx="12191999" cy="6858000"/>
            <a:chOff x="0" y="0"/>
            <a:chExt cx="12192003" cy="6858000"/>
          </a:xfrm>
        </p:grpSpPr>
        <p:sp>
          <p:nvSpPr>
            <p:cNvPr id="4" name="iśḻîdé">
              <a:extLst>
                <a:ext uri="{FF2B5EF4-FFF2-40B4-BE49-F238E27FC236}">
                  <a16:creationId xmlns:a16="http://schemas.microsoft.com/office/drawing/2014/main" id="{BAECD491-C2E3-7D21-5484-AB73CA52EACD}"/>
                </a:ext>
              </a:extLst>
            </p:cNvPr>
            <p:cNvSpPr/>
            <p:nvPr/>
          </p:nvSpPr>
          <p:spPr>
            <a:xfrm>
              <a:off x="9133674" y="0"/>
              <a:ext cx="3058329" cy="685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íşļíḑè">
              <a:extLst>
                <a:ext uri="{FF2B5EF4-FFF2-40B4-BE49-F238E27FC236}">
                  <a16:creationId xmlns:a16="http://schemas.microsoft.com/office/drawing/2014/main" id="{7AD2CF8D-D054-DE47-7ADF-4117CBF35CDC}"/>
                </a:ext>
              </a:extLst>
            </p:cNvPr>
            <p:cNvSpPr/>
            <p:nvPr/>
          </p:nvSpPr>
          <p:spPr>
            <a:xfrm>
              <a:off x="6013385" y="0"/>
              <a:ext cx="3120289" cy="6858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iśḻîdé">
              <a:extLst>
                <a:ext uri="{FF2B5EF4-FFF2-40B4-BE49-F238E27FC236}">
                  <a16:creationId xmlns:a16="http://schemas.microsoft.com/office/drawing/2014/main" id="{50BB178C-90DF-13C3-ADAD-1E6998BD3065}"/>
                </a:ext>
              </a:extLst>
            </p:cNvPr>
            <p:cNvSpPr/>
            <p:nvPr/>
          </p:nvSpPr>
          <p:spPr>
            <a:xfrm>
              <a:off x="3089309" y="0"/>
              <a:ext cx="2955056" cy="685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íşļíḑè">
              <a:extLst>
                <a:ext uri="{FF2B5EF4-FFF2-40B4-BE49-F238E27FC236}">
                  <a16:creationId xmlns:a16="http://schemas.microsoft.com/office/drawing/2014/main" id="{4A2456CD-DB12-3C47-800A-1937A788D274}"/>
                </a:ext>
              </a:extLst>
            </p:cNvPr>
            <p:cNvSpPr/>
            <p:nvPr/>
          </p:nvSpPr>
          <p:spPr>
            <a:xfrm>
              <a:off x="0" y="0"/>
              <a:ext cx="3089309" cy="6858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266" name="文本框 265">
            <a:extLst>
              <a:ext uri="{FF2B5EF4-FFF2-40B4-BE49-F238E27FC236}">
                <a16:creationId xmlns:a16="http://schemas.microsoft.com/office/drawing/2014/main" id="{7C6E4A01-3301-B4AA-9128-09D8D0929A71}"/>
              </a:ext>
            </a:extLst>
          </p:cNvPr>
          <p:cNvSpPr txBox="1"/>
          <p:nvPr/>
        </p:nvSpPr>
        <p:spPr>
          <a:xfrm>
            <a:off x="212980" y="1163360"/>
            <a:ext cx="2704657" cy="3416320"/>
          </a:xfrm>
          <a:prstGeom prst="rect">
            <a:avLst/>
          </a:prstGeom>
          <a:noFill/>
          <a:ln>
            <a:solidFill>
              <a:srgbClr val="1A191F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1. </a:t>
            </a:r>
            <a:r>
              <a:rPr lang="zh-CN" altLang="en-US" b="1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接口抽象优化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将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`Game`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类拆分为更细粒度的接口</a:t>
            </a:r>
          </a:p>
          <a:p>
            <a:pPr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`GameRule`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专门处理游戏规则</a:t>
            </a:r>
          </a:p>
          <a:p>
            <a:pPr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`GameState`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管理游戏状态</a:t>
            </a:r>
          </a:p>
          <a:p>
            <a:pPr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`GameOperation`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处理游戏操作</a:t>
            </a:r>
          </a:p>
          <a:p>
            <a:r>
              <a:rPr lang="en-US" altLang="zh-CN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这样可以实现更灵活的功能组合，提高代码复用性</a:t>
            </a:r>
          </a:p>
        </p:txBody>
      </p:sp>
      <p:sp>
        <p:nvSpPr>
          <p:cNvPr id="267" name="文本框 266">
            <a:extLst>
              <a:ext uri="{FF2B5EF4-FFF2-40B4-BE49-F238E27FC236}">
                <a16:creationId xmlns:a16="http://schemas.microsoft.com/office/drawing/2014/main" id="{A7E2FD0C-87D9-7CE4-2CA8-E1B0303BF5F9}"/>
              </a:ext>
            </a:extLst>
          </p:cNvPr>
          <p:cNvSpPr txBox="1"/>
          <p:nvPr/>
        </p:nvSpPr>
        <p:spPr>
          <a:xfrm>
            <a:off x="6277999" y="1163360"/>
            <a:ext cx="2704657" cy="2862322"/>
          </a:xfrm>
          <a:prstGeom prst="rect">
            <a:avLst/>
          </a:prstGeom>
          <a:noFill/>
          <a:ln>
            <a:solidFill>
              <a:srgbClr val="1A191F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3. Factory</a:t>
            </a:r>
            <a:r>
              <a:rPr lang="zh-CN" altLang="en-US" b="1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模式重构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使用工厂模式创建游戏实例</a:t>
            </a:r>
          </a:p>
          <a:p>
            <a:pPr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`GameFactory`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负责创建不同类型的游戏</a:t>
            </a:r>
          </a:p>
          <a:p>
            <a:pPr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`BoardFactory`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负责创建不同类型的棋盘</a:t>
            </a:r>
          </a:p>
          <a:p>
            <a:r>
              <a:rPr lang="en-US" altLang="zh-CN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统一对象创建逻辑，简化客户端代码</a:t>
            </a:r>
          </a:p>
          <a:p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71" name="文本框 270">
            <a:extLst>
              <a:ext uri="{FF2B5EF4-FFF2-40B4-BE49-F238E27FC236}">
                <a16:creationId xmlns:a16="http://schemas.microsoft.com/office/drawing/2014/main" id="{BD255F4B-1591-DC8F-3E1A-0EBD1E558D77}"/>
              </a:ext>
            </a:extLst>
          </p:cNvPr>
          <p:cNvSpPr txBox="1"/>
          <p:nvPr/>
        </p:nvSpPr>
        <p:spPr>
          <a:xfrm>
            <a:off x="3219667" y="1163360"/>
            <a:ext cx="2787278" cy="2540824"/>
          </a:xfrm>
          <a:prstGeom prst="rect">
            <a:avLst/>
          </a:prstGeom>
          <a:noFill/>
          <a:ln>
            <a:solidFill>
              <a:srgbClr val="EAECEF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2. </a:t>
            </a:r>
            <a:r>
              <a:rPr lang="zh-CN" altLang="en-US" b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观察者模式应用</a:t>
            </a:r>
            <a:endParaRPr lang="zh-CN" alt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b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引入观察者模式处理游戏事件</a:t>
            </a:r>
          </a:p>
          <a:p>
            <a:pPr>
              <a:buNone/>
            </a:pPr>
            <a:r>
              <a:rPr lang="zh-CN" alt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棋子落子事件</a:t>
            </a:r>
          </a:p>
          <a:p>
            <a:pPr>
              <a:buNone/>
            </a:pPr>
            <a:r>
              <a:rPr lang="zh-CN" alt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游戏状态变化</a:t>
            </a:r>
          </a:p>
          <a:p>
            <a:pPr>
              <a:buNone/>
            </a:pPr>
            <a:r>
              <a:rPr lang="zh-CN" alt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玩家切换</a:t>
            </a:r>
          </a:p>
          <a:p>
            <a:r>
              <a:rPr lang="en-US" altLang="zh-CN" b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解耦游戏逻辑和</a:t>
            </a:r>
            <a:r>
              <a:rPr lang="en-US" altLang="zh-CN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zh-CN" alt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更新，使系统更易扩展</a:t>
            </a:r>
          </a:p>
          <a:p>
            <a:pPr>
              <a:lnSpc>
                <a:spcPts val="1800"/>
              </a:lnSpc>
            </a:pPr>
            <a:endParaRPr lang="zh-CN" alt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72" name="文本框 271">
            <a:extLst>
              <a:ext uri="{FF2B5EF4-FFF2-40B4-BE49-F238E27FC236}">
                <a16:creationId xmlns:a16="http://schemas.microsoft.com/office/drawing/2014/main" id="{F0E53EBF-B6F2-AEE4-916F-9C61B7C51949}"/>
              </a:ext>
            </a:extLst>
          </p:cNvPr>
          <p:cNvSpPr txBox="1"/>
          <p:nvPr/>
        </p:nvSpPr>
        <p:spPr>
          <a:xfrm>
            <a:off x="9274361" y="1163360"/>
            <a:ext cx="2787278" cy="3648819"/>
          </a:xfrm>
          <a:prstGeom prst="rect">
            <a:avLst/>
          </a:prstGeom>
          <a:noFill/>
          <a:ln>
            <a:solidFill>
              <a:srgbClr val="EAECEF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4. </a:t>
            </a:r>
            <a:r>
              <a:rPr lang="zh-CN" altLang="en-US" b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组合模式应用</a:t>
            </a:r>
            <a:endParaRPr lang="zh-CN" alt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b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使用组合模式重构棋盘结构</a:t>
            </a:r>
          </a:p>
          <a:p>
            <a:pPr>
              <a:buNone/>
            </a:pPr>
            <a:r>
              <a:rPr lang="zh-CN" alt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`BoardComponent`</a:t>
            </a:r>
            <a:r>
              <a:rPr lang="zh-CN" alt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作为基础接口</a:t>
            </a:r>
          </a:p>
          <a:p>
            <a:pPr>
              <a:buNone/>
            </a:pPr>
            <a:r>
              <a:rPr lang="zh-CN" alt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`Cell`</a:t>
            </a:r>
            <a:r>
              <a:rPr lang="zh-CN" alt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作为叶子节点</a:t>
            </a:r>
          </a:p>
          <a:p>
            <a:pPr>
              <a:buNone/>
            </a:pPr>
            <a:r>
              <a:rPr lang="zh-CN" alt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`Board`</a:t>
            </a:r>
            <a:r>
              <a:rPr lang="zh-CN" alt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作为组合节点</a:t>
            </a:r>
          </a:p>
          <a:p>
            <a:r>
              <a:rPr lang="en-US" altLang="zh-CN" b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统一单个格子和整个棋盘的操作接口，便于扩展特殊棋盘布局</a:t>
            </a:r>
          </a:p>
          <a:p>
            <a:pPr>
              <a:lnSpc>
                <a:spcPts val="1800"/>
              </a:lnSpc>
            </a:pPr>
            <a:endParaRPr lang="zh-CN" alt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64" name="标题 3">
            <a:extLst>
              <a:ext uri="{FF2B5EF4-FFF2-40B4-BE49-F238E27FC236}">
                <a16:creationId xmlns:a16="http://schemas.microsoft.com/office/drawing/2014/main" id="{34A8D1FF-C75D-41BB-6CB2-DC203C69D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621" y="0"/>
            <a:ext cx="10850563" cy="646545"/>
          </a:xfrm>
        </p:spPr>
        <p:txBody>
          <a:bodyPr/>
          <a:lstStyle/>
          <a:p>
            <a:r>
              <a:rPr lang="zh-CN" altLang="en-US"/>
              <a:t>面向对象设改进空间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AB9151C-0859-C683-8A79-17D5ACB5AB42}"/>
              </a:ext>
            </a:extLst>
          </p:cNvPr>
          <p:cNvSpPr txBox="1"/>
          <p:nvPr/>
        </p:nvSpPr>
        <p:spPr>
          <a:xfrm>
            <a:off x="4415144" y="4542497"/>
            <a:ext cx="3308126" cy="1704954"/>
          </a:xfrm>
          <a:custGeom>
            <a:avLst/>
            <a:gdLst>
              <a:gd name="connsiteX0" fmla="*/ 0 w 3308126"/>
              <a:gd name="connsiteY0" fmla="*/ 0 h 1704954"/>
              <a:gd name="connsiteX1" fmla="*/ 694706 w 3308126"/>
              <a:gd name="connsiteY1" fmla="*/ 0 h 1704954"/>
              <a:gd name="connsiteX2" fmla="*/ 1356332 w 3308126"/>
              <a:gd name="connsiteY2" fmla="*/ 0 h 1704954"/>
              <a:gd name="connsiteX3" fmla="*/ 1951794 w 3308126"/>
              <a:gd name="connsiteY3" fmla="*/ 0 h 1704954"/>
              <a:gd name="connsiteX4" fmla="*/ 2547257 w 3308126"/>
              <a:gd name="connsiteY4" fmla="*/ 0 h 1704954"/>
              <a:gd name="connsiteX5" fmla="*/ 3308126 w 3308126"/>
              <a:gd name="connsiteY5" fmla="*/ 0 h 1704954"/>
              <a:gd name="connsiteX6" fmla="*/ 3308126 w 3308126"/>
              <a:gd name="connsiteY6" fmla="*/ 534219 h 1704954"/>
              <a:gd name="connsiteX7" fmla="*/ 3308126 w 3308126"/>
              <a:gd name="connsiteY7" fmla="*/ 1068438 h 1704954"/>
              <a:gd name="connsiteX8" fmla="*/ 3308126 w 3308126"/>
              <a:gd name="connsiteY8" fmla="*/ 1704954 h 1704954"/>
              <a:gd name="connsiteX9" fmla="*/ 2745745 w 3308126"/>
              <a:gd name="connsiteY9" fmla="*/ 1704954 h 1704954"/>
              <a:gd name="connsiteX10" fmla="*/ 2117201 w 3308126"/>
              <a:gd name="connsiteY10" fmla="*/ 1704954 h 1704954"/>
              <a:gd name="connsiteX11" fmla="*/ 1521738 w 3308126"/>
              <a:gd name="connsiteY11" fmla="*/ 1704954 h 1704954"/>
              <a:gd name="connsiteX12" fmla="*/ 959357 w 3308126"/>
              <a:gd name="connsiteY12" fmla="*/ 1704954 h 1704954"/>
              <a:gd name="connsiteX13" fmla="*/ 0 w 3308126"/>
              <a:gd name="connsiteY13" fmla="*/ 1704954 h 1704954"/>
              <a:gd name="connsiteX14" fmla="*/ 0 w 3308126"/>
              <a:gd name="connsiteY14" fmla="*/ 1136636 h 1704954"/>
              <a:gd name="connsiteX15" fmla="*/ 0 w 3308126"/>
              <a:gd name="connsiteY15" fmla="*/ 551268 h 1704954"/>
              <a:gd name="connsiteX16" fmla="*/ 0 w 3308126"/>
              <a:gd name="connsiteY16" fmla="*/ 0 h 1704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308126" h="1704954" extrusionOk="0">
                <a:moveTo>
                  <a:pt x="0" y="0"/>
                </a:moveTo>
                <a:cubicBezTo>
                  <a:pt x="293193" y="15846"/>
                  <a:pt x="366794" y="23185"/>
                  <a:pt x="694706" y="0"/>
                </a:cubicBezTo>
                <a:cubicBezTo>
                  <a:pt x="1022618" y="-23185"/>
                  <a:pt x="1044997" y="7463"/>
                  <a:pt x="1356332" y="0"/>
                </a:cubicBezTo>
                <a:cubicBezTo>
                  <a:pt x="1667667" y="-7463"/>
                  <a:pt x="1726739" y="-24486"/>
                  <a:pt x="1951794" y="0"/>
                </a:cubicBezTo>
                <a:cubicBezTo>
                  <a:pt x="2176849" y="24486"/>
                  <a:pt x="2307603" y="-20524"/>
                  <a:pt x="2547257" y="0"/>
                </a:cubicBezTo>
                <a:cubicBezTo>
                  <a:pt x="2786911" y="20524"/>
                  <a:pt x="2928138" y="-30448"/>
                  <a:pt x="3308126" y="0"/>
                </a:cubicBezTo>
                <a:cubicBezTo>
                  <a:pt x="3295604" y="123315"/>
                  <a:pt x="3309459" y="352282"/>
                  <a:pt x="3308126" y="534219"/>
                </a:cubicBezTo>
                <a:cubicBezTo>
                  <a:pt x="3306793" y="716156"/>
                  <a:pt x="3301973" y="809658"/>
                  <a:pt x="3308126" y="1068438"/>
                </a:cubicBezTo>
                <a:cubicBezTo>
                  <a:pt x="3314279" y="1327218"/>
                  <a:pt x="3312593" y="1523925"/>
                  <a:pt x="3308126" y="1704954"/>
                </a:cubicBezTo>
                <a:cubicBezTo>
                  <a:pt x="3177327" y="1691738"/>
                  <a:pt x="2882810" y="1689105"/>
                  <a:pt x="2745745" y="1704954"/>
                </a:cubicBezTo>
                <a:cubicBezTo>
                  <a:pt x="2608680" y="1720803"/>
                  <a:pt x="2391578" y="1696756"/>
                  <a:pt x="2117201" y="1704954"/>
                </a:cubicBezTo>
                <a:cubicBezTo>
                  <a:pt x="1842824" y="1713152"/>
                  <a:pt x="1715308" y="1688661"/>
                  <a:pt x="1521738" y="1704954"/>
                </a:cubicBezTo>
                <a:cubicBezTo>
                  <a:pt x="1328168" y="1721247"/>
                  <a:pt x="1212075" y="1683782"/>
                  <a:pt x="959357" y="1704954"/>
                </a:cubicBezTo>
                <a:cubicBezTo>
                  <a:pt x="706639" y="1726126"/>
                  <a:pt x="407029" y="1715801"/>
                  <a:pt x="0" y="1704954"/>
                </a:cubicBezTo>
                <a:cubicBezTo>
                  <a:pt x="17039" y="1539184"/>
                  <a:pt x="27268" y="1339631"/>
                  <a:pt x="0" y="1136636"/>
                </a:cubicBezTo>
                <a:cubicBezTo>
                  <a:pt x="-27268" y="933641"/>
                  <a:pt x="-25906" y="805905"/>
                  <a:pt x="0" y="551268"/>
                </a:cubicBezTo>
                <a:cubicBezTo>
                  <a:pt x="25906" y="296631"/>
                  <a:pt x="19253" y="167631"/>
                  <a:pt x="0" y="0"/>
                </a:cubicBezTo>
                <a:close/>
              </a:path>
            </a:pathLst>
          </a:custGeom>
          <a:noFill/>
          <a:ln w="19050">
            <a:solidFill>
              <a:srgbClr val="FFFF00"/>
            </a:solidFill>
            <a:extLst>
              <a:ext uri="{C807C97D-BFC1-408E-A445-0C87EB9F89A2}">
                <ask:lineSketchStyleProps xmlns:ask="http://schemas.microsoft.com/office/drawing/2018/sketchyshapes" sd="12632065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i="0">
                <a:solidFill>
                  <a:srgbClr val="5785F9"/>
                </a:solidFill>
                <a:effectLst/>
                <a:latin typeface="Segoe WPC"/>
              </a:rPr>
              <a:t>围绕面向对象的核心原则，通过更好的抽象和设计模式应用，可以进一步提高代码的可维护性、可扩展性和复用性。</a:t>
            </a:r>
            <a:endParaRPr lang="zh-CN" altLang="en-US" b="1">
              <a:solidFill>
                <a:srgbClr val="5785F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667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/>
              <a:t>待改进代码分析</a:t>
            </a:r>
            <a:endParaRPr lang="zh-CN" altLang="en-US" sz="3200" b="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2A414CC-49B8-4828-94F2-8D614A1FBBE6}"/>
              </a:ext>
            </a:extLst>
          </p:cNvPr>
          <p:cNvSpPr txBox="1"/>
          <p:nvPr/>
        </p:nvSpPr>
        <p:spPr>
          <a:xfrm>
            <a:off x="7695538" y="3115955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rgbClr val="999999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/02</a:t>
            </a:r>
            <a:endParaRPr lang="zh-CN" altLang="en-US" spc="100" dirty="0">
              <a:solidFill>
                <a:srgbClr val="999999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图片 5" descr="图片包含 户外, 树, 天空, 水&#10;&#10;已生成极高可信度的说明">
            <a:extLst>
              <a:ext uri="{FF2B5EF4-FFF2-40B4-BE49-F238E27FC236}">
                <a16:creationId xmlns:a16="http://schemas.microsoft.com/office/drawing/2014/main" id="{FA7ED2A0-DF6D-4EEA-9208-35293301C4D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778318"/>
            <a:ext cx="12192000" cy="105231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ACBF3C3-C369-FC7D-9B33-F57D872F0AA6}"/>
              </a:ext>
            </a:extLst>
          </p:cNvPr>
          <p:cNvSpPr txBox="1"/>
          <p:nvPr/>
        </p:nvSpPr>
        <p:spPr>
          <a:xfrm>
            <a:off x="733647" y="4263656"/>
            <a:ext cx="44709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代码简介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关键功能实现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问题分析与改进方向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60216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98FF3-A210-40EA-0A33-263DD8752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8A90D94E-53C1-3EA9-C347-326781910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2"/>
            <a:ext cx="10850563" cy="696432"/>
          </a:xfrm>
        </p:spPr>
        <p:txBody>
          <a:bodyPr/>
          <a:lstStyle/>
          <a:p>
            <a:r>
              <a:rPr lang="zh-CN" altLang="en-US"/>
              <a:t>代码简介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A94AB71-1BD1-E40C-FF0A-E5DD4CEAA861}"/>
              </a:ext>
            </a:extLst>
          </p:cNvPr>
          <p:cNvSpPr txBox="1"/>
          <p:nvPr/>
        </p:nvSpPr>
        <p:spPr>
          <a:xfrm>
            <a:off x="4863018" y="505521"/>
            <a:ext cx="5975062" cy="2759730"/>
          </a:xfrm>
          <a:prstGeom prst="rect">
            <a:avLst/>
          </a:prstGeom>
          <a:noFill/>
          <a:ln>
            <a:solidFill>
              <a:srgbClr val="1A191F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buNone/>
            </a:pPr>
            <a:r>
              <a:rPr lang="en-US" altLang="zh-CN" sz="2400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sz="24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ReversiGame</a:t>
            </a:r>
            <a:r>
              <a:rPr lang="zh-CN" altLang="en-US" sz="24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（只有主类）</a:t>
            </a:r>
          </a:p>
          <a:p>
            <a:pPr>
              <a:lnSpc>
                <a:spcPts val="2600"/>
              </a:lnSpc>
              <a:buNone/>
            </a:pPr>
            <a:r>
              <a:rPr lang="zh-CN" altLang="en-US" sz="24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├── </a:t>
            </a:r>
            <a:r>
              <a:rPr lang="en-US" altLang="zh-CN" sz="24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GameMode</a:t>
            </a:r>
            <a:r>
              <a:rPr lang="zh-CN" altLang="en-US" sz="24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（接口）</a:t>
            </a:r>
          </a:p>
          <a:p>
            <a:pPr>
              <a:lnSpc>
                <a:spcPts val="2600"/>
              </a:lnSpc>
              <a:buNone/>
            </a:pPr>
            <a:r>
              <a:rPr lang="zh-CN" altLang="en-US" sz="24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│   ├── </a:t>
            </a:r>
            <a:r>
              <a:rPr lang="en-US" altLang="zh-CN" sz="24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ReversiMode</a:t>
            </a:r>
            <a:r>
              <a:rPr lang="zh-CN" altLang="en-US" sz="24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（黑白棋模式）</a:t>
            </a:r>
          </a:p>
          <a:p>
            <a:pPr>
              <a:lnSpc>
                <a:spcPts val="2600"/>
              </a:lnSpc>
              <a:buNone/>
            </a:pPr>
            <a:r>
              <a:rPr lang="zh-CN" altLang="en-US" sz="24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│   ├── </a:t>
            </a:r>
            <a:r>
              <a:rPr lang="en-US" altLang="zh-CN" sz="24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PeaceMode</a:t>
            </a:r>
            <a:r>
              <a:rPr lang="zh-CN" altLang="en-US" sz="24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（和平模式）</a:t>
            </a:r>
          </a:p>
          <a:p>
            <a:pPr>
              <a:lnSpc>
                <a:spcPts val="2600"/>
              </a:lnSpc>
              <a:buNone/>
            </a:pPr>
            <a:r>
              <a:rPr lang="zh-CN" altLang="en-US" sz="24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│   └── </a:t>
            </a:r>
            <a:r>
              <a:rPr lang="en-US" altLang="zh-CN" sz="24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GomokuMode</a:t>
            </a:r>
            <a:r>
              <a:rPr lang="zh-CN" altLang="en-US" sz="24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（五子棋模式）</a:t>
            </a:r>
          </a:p>
          <a:p>
            <a:pPr>
              <a:lnSpc>
                <a:spcPts val="2600"/>
              </a:lnSpc>
              <a:buNone/>
            </a:pPr>
            <a:r>
              <a:rPr lang="zh-CN" altLang="en-US" sz="24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├── </a:t>
            </a:r>
            <a:r>
              <a:rPr lang="en-US" altLang="zh-CN" sz="24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BoardManager</a:t>
            </a:r>
            <a:r>
              <a:rPr lang="zh-CN" altLang="en-US" sz="24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（棋盘管理）</a:t>
            </a:r>
          </a:p>
          <a:p>
            <a:pPr>
              <a:lnSpc>
                <a:spcPts val="2600"/>
              </a:lnSpc>
            </a:pPr>
            <a:r>
              <a:rPr lang="zh-CN" altLang="en-US" sz="24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└── </a:t>
            </a:r>
            <a:r>
              <a:rPr lang="en-US" altLang="zh-CN" sz="24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Game</a:t>
            </a:r>
            <a:r>
              <a:rPr lang="zh-CN" altLang="en-US" sz="24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（游戏控制）</a:t>
            </a:r>
            <a:endParaRPr lang="en-US" altLang="zh-CN" sz="2000">
              <a:solidFill>
                <a:srgbClr val="292929"/>
              </a:solidFill>
              <a:latin typeface="Consolas" panose="020B0609020204030204" pitchFamily="49" charset="0"/>
            </a:endParaRPr>
          </a:p>
          <a:p>
            <a:pPr>
              <a:lnSpc>
                <a:spcPts val="2600"/>
              </a:lnSpc>
            </a:pPr>
            <a:endParaRPr lang="en-US" altLang="zh-CN" sz="24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BF52149-86D7-4D8D-A92F-85222ED21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1088" y="0"/>
            <a:ext cx="620912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259854C-B0FF-2E40-FE49-1AE19E852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018" y="3834323"/>
            <a:ext cx="5530912" cy="133229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3894E8A-DED5-D8EC-21F1-E6681579141B}"/>
              </a:ext>
            </a:extLst>
          </p:cNvPr>
          <p:cNvSpPr/>
          <p:nvPr/>
        </p:nvSpPr>
        <p:spPr>
          <a:xfrm>
            <a:off x="4782838" y="4972468"/>
            <a:ext cx="545523" cy="28055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连接符: 肘形 7">
            <a:extLst>
              <a:ext uri="{FF2B5EF4-FFF2-40B4-BE49-F238E27FC236}">
                <a16:creationId xmlns:a16="http://schemas.microsoft.com/office/drawing/2014/main" id="{FA23FAFE-FD2B-9C44-6F3E-82D047D134FB}"/>
              </a:ext>
            </a:extLst>
          </p:cNvPr>
          <p:cNvCxnSpPr>
            <a:cxnSpLocks/>
            <a:stCxn id="6" idx="2"/>
          </p:cNvCxnSpPr>
          <p:nvPr/>
        </p:nvCxnSpPr>
        <p:spPr>
          <a:xfrm rot="16200000" flipH="1">
            <a:off x="5290816" y="5017807"/>
            <a:ext cx="311484" cy="781916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D76FBF5B-371F-BA4D-B530-EE60E842982A}"/>
              </a:ext>
            </a:extLst>
          </p:cNvPr>
          <p:cNvSpPr txBox="1"/>
          <p:nvPr/>
        </p:nvSpPr>
        <p:spPr>
          <a:xfrm>
            <a:off x="5837515" y="5408765"/>
            <a:ext cx="5530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0">
                <a:effectLst/>
                <a:latin typeface="Consolas" panose="020B0609020204030204" pitchFamily="49" charset="0"/>
              </a:rPr>
              <a:t>只有一个文件，代码冗长，类分工不明确，可读性差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AF3D7872-2F8A-7432-C19E-E76F46353E40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497743" y="780326"/>
            <a:ext cx="3969278" cy="5809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7171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A3D42-58DE-CFF2-5E29-1D6978B36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82045B61-0361-522D-7BEA-A3371224B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646545"/>
          </a:xfrm>
        </p:spPr>
        <p:txBody>
          <a:bodyPr/>
          <a:lstStyle/>
          <a:p>
            <a:r>
              <a:rPr lang="zh-CN" altLang="en-US"/>
              <a:t>关键功能实现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44735A6-4FAD-5483-D4BF-18216B1447A2}"/>
              </a:ext>
            </a:extLst>
          </p:cNvPr>
          <p:cNvSpPr txBox="1"/>
          <p:nvPr/>
        </p:nvSpPr>
        <p:spPr>
          <a:xfrm>
            <a:off x="421831" y="735776"/>
            <a:ext cx="9402653" cy="1248162"/>
          </a:xfrm>
          <a:prstGeom prst="rect">
            <a:avLst/>
          </a:prstGeom>
          <a:noFill/>
          <a:ln>
            <a:solidFill>
              <a:srgbClr val="1A191F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GameMode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isValidMove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placePiece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hasValidMoves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6FF02C6-DAA3-AD32-25C8-4CA90881BB38}"/>
              </a:ext>
            </a:extLst>
          </p:cNvPr>
          <p:cNvSpPr txBox="1"/>
          <p:nvPr/>
        </p:nvSpPr>
        <p:spPr>
          <a:xfrm>
            <a:off x="10139584" y="506610"/>
            <a:ext cx="1678505" cy="1477328"/>
          </a:xfrm>
          <a:custGeom>
            <a:avLst/>
            <a:gdLst>
              <a:gd name="connsiteX0" fmla="*/ 0 w 1678505"/>
              <a:gd name="connsiteY0" fmla="*/ 0 h 1477328"/>
              <a:gd name="connsiteX1" fmla="*/ 576287 w 1678505"/>
              <a:gd name="connsiteY1" fmla="*/ 0 h 1477328"/>
              <a:gd name="connsiteX2" fmla="*/ 1152573 w 1678505"/>
              <a:gd name="connsiteY2" fmla="*/ 0 h 1477328"/>
              <a:gd name="connsiteX3" fmla="*/ 1678505 w 1678505"/>
              <a:gd name="connsiteY3" fmla="*/ 0 h 1477328"/>
              <a:gd name="connsiteX4" fmla="*/ 1678505 w 1678505"/>
              <a:gd name="connsiteY4" fmla="*/ 521989 h 1477328"/>
              <a:gd name="connsiteX5" fmla="*/ 1678505 w 1678505"/>
              <a:gd name="connsiteY5" fmla="*/ 1029205 h 1477328"/>
              <a:gd name="connsiteX6" fmla="*/ 1678505 w 1678505"/>
              <a:gd name="connsiteY6" fmla="*/ 1477328 h 1477328"/>
              <a:gd name="connsiteX7" fmla="*/ 1152573 w 1678505"/>
              <a:gd name="connsiteY7" fmla="*/ 1477328 h 1477328"/>
              <a:gd name="connsiteX8" fmla="*/ 626642 w 1678505"/>
              <a:gd name="connsiteY8" fmla="*/ 1477328 h 1477328"/>
              <a:gd name="connsiteX9" fmla="*/ 0 w 1678505"/>
              <a:gd name="connsiteY9" fmla="*/ 1477328 h 1477328"/>
              <a:gd name="connsiteX10" fmla="*/ 0 w 1678505"/>
              <a:gd name="connsiteY10" fmla="*/ 984885 h 1477328"/>
              <a:gd name="connsiteX11" fmla="*/ 0 w 1678505"/>
              <a:gd name="connsiteY11" fmla="*/ 521989 h 1477328"/>
              <a:gd name="connsiteX12" fmla="*/ 0 w 1678505"/>
              <a:gd name="connsiteY12" fmla="*/ 0 h 1477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05" h="1477328" extrusionOk="0">
                <a:moveTo>
                  <a:pt x="0" y="0"/>
                </a:moveTo>
                <a:cubicBezTo>
                  <a:pt x="217273" y="26147"/>
                  <a:pt x="396655" y="8342"/>
                  <a:pt x="576287" y="0"/>
                </a:cubicBezTo>
                <a:cubicBezTo>
                  <a:pt x="755919" y="-8342"/>
                  <a:pt x="934042" y="9473"/>
                  <a:pt x="1152573" y="0"/>
                </a:cubicBezTo>
                <a:cubicBezTo>
                  <a:pt x="1371104" y="-9473"/>
                  <a:pt x="1548688" y="17372"/>
                  <a:pt x="1678505" y="0"/>
                </a:cubicBezTo>
                <a:cubicBezTo>
                  <a:pt x="1660967" y="144656"/>
                  <a:pt x="1668217" y="402943"/>
                  <a:pt x="1678505" y="521989"/>
                </a:cubicBezTo>
                <a:cubicBezTo>
                  <a:pt x="1688793" y="641035"/>
                  <a:pt x="1667707" y="891097"/>
                  <a:pt x="1678505" y="1029205"/>
                </a:cubicBezTo>
                <a:cubicBezTo>
                  <a:pt x="1689303" y="1167313"/>
                  <a:pt x="1674799" y="1276673"/>
                  <a:pt x="1678505" y="1477328"/>
                </a:cubicBezTo>
                <a:cubicBezTo>
                  <a:pt x="1442365" y="1485740"/>
                  <a:pt x="1347072" y="1455141"/>
                  <a:pt x="1152573" y="1477328"/>
                </a:cubicBezTo>
                <a:cubicBezTo>
                  <a:pt x="958074" y="1499515"/>
                  <a:pt x="862301" y="1482876"/>
                  <a:pt x="626642" y="1477328"/>
                </a:cubicBezTo>
                <a:cubicBezTo>
                  <a:pt x="390983" y="1471780"/>
                  <a:pt x="302054" y="1482947"/>
                  <a:pt x="0" y="1477328"/>
                </a:cubicBezTo>
                <a:cubicBezTo>
                  <a:pt x="-3945" y="1282401"/>
                  <a:pt x="-12503" y="1227913"/>
                  <a:pt x="0" y="984885"/>
                </a:cubicBezTo>
                <a:cubicBezTo>
                  <a:pt x="12503" y="741857"/>
                  <a:pt x="-4347" y="725486"/>
                  <a:pt x="0" y="521989"/>
                </a:cubicBezTo>
                <a:cubicBezTo>
                  <a:pt x="4347" y="318492"/>
                  <a:pt x="4081" y="199675"/>
                  <a:pt x="0" y="0"/>
                </a:cubicBezTo>
                <a:close/>
              </a:path>
            </a:pathLst>
          </a:custGeom>
          <a:noFill/>
          <a:ln w="19050">
            <a:solidFill>
              <a:srgbClr val="1A191F"/>
            </a:solidFill>
            <a:extLst>
              <a:ext uri="{C807C97D-BFC1-408E-A445-0C87EB9F89A2}">
                <ask:lineSketchStyleProps xmlns:ask="http://schemas.microsoft.com/office/drawing/2018/sketchyshapes" sd="110033365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0" i="0">
                <a:solidFill>
                  <a:srgbClr val="292929"/>
                </a:solidFill>
                <a:effectLst/>
                <a:latin typeface="Segoe WPC"/>
              </a:rPr>
              <a:t>这个接口定义了所有游戏模式必须实现的核心方法，实现了策略模式。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1432F4-BDB5-0A12-E8B0-08C459072487}"/>
              </a:ext>
            </a:extLst>
          </p:cNvPr>
          <p:cNvSpPr txBox="1"/>
          <p:nvPr/>
        </p:nvSpPr>
        <p:spPr>
          <a:xfrm>
            <a:off x="421831" y="2227838"/>
            <a:ext cx="5867328" cy="2402324"/>
          </a:xfrm>
          <a:prstGeom prst="rect">
            <a:avLst/>
          </a:prstGeom>
          <a:noFill/>
          <a:ln>
            <a:solidFill>
              <a:srgbClr val="1A191F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BoardManager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         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>
                <a:solidFill>
                  <a:srgbClr val="292929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存储多个棋盘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GameMode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       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    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对应的游戏模式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currentPlayers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       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>
                <a:solidFill>
                  <a:srgbClr val="292929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每个棋盘的当前玩家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currentBoardIndex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           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    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当前活动棋盘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0885C36-A569-1C9E-168E-776F0A5BC7CF}"/>
              </a:ext>
            </a:extLst>
          </p:cNvPr>
          <p:cNvSpPr txBox="1"/>
          <p:nvPr/>
        </p:nvSpPr>
        <p:spPr>
          <a:xfrm>
            <a:off x="6516946" y="2545091"/>
            <a:ext cx="2425035" cy="1477328"/>
          </a:xfrm>
          <a:custGeom>
            <a:avLst/>
            <a:gdLst>
              <a:gd name="connsiteX0" fmla="*/ 0 w 2425035"/>
              <a:gd name="connsiteY0" fmla="*/ 0 h 1477328"/>
              <a:gd name="connsiteX1" fmla="*/ 630509 w 2425035"/>
              <a:gd name="connsiteY1" fmla="*/ 0 h 1477328"/>
              <a:gd name="connsiteX2" fmla="*/ 1261018 w 2425035"/>
              <a:gd name="connsiteY2" fmla="*/ 0 h 1477328"/>
              <a:gd name="connsiteX3" fmla="*/ 1794526 w 2425035"/>
              <a:gd name="connsiteY3" fmla="*/ 0 h 1477328"/>
              <a:gd name="connsiteX4" fmla="*/ 2425035 w 2425035"/>
              <a:gd name="connsiteY4" fmla="*/ 0 h 1477328"/>
              <a:gd name="connsiteX5" fmla="*/ 2425035 w 2425035"/>
              <a:gd name="connsiteY5" fmla="*/ 507216 h 1477328"/>
              <a:gd name="connsiteX6" fmla="*/ 2425035 w 2425035"/>
              <a:gd name="connsiteY6" fmla="*/ 984885 h 1477328"/>
              <a:gd name="connsiteX7" fmla="*/ 2425035 w 2425035"/>
              <a:gd name="connsiteY7" fmla="*/ 1477328 h 1477328"/>
              <a:gd name="connsiteX8" fmla="*/ 1867277 w 2425035"/>
              <a:gd name="connsiteY8" fmla="*/ 1477328 h 1477328"/>
              <a:gd name="connsiteX9" fmla="*/ 1285269 w 2425035"/>
              <a:gd name="connsiteY9" fmla="*/ 1477328 h 1477328"/>
              <a:gd name="connsiteX10" fmla="*/ 679010 w 2425035"/>
              <a:gd name="connsiteY10" fmla="*/ 1477328 h 1477328"/>
              <a:gd name="connsiteX11" fmla="*/ 0 w 2425035"/>
              <a:gd name="connsiteY11" fmla="*/ 1477328 h 1477328"/>
              <a:gd name="connsiteX12" fmla="*/ 0 w 2425035"/>
              <a:gd name="connsiteY12" fmla="*/ 955339 h 1477328"/>
              <a:gd name="connsiteX13" fmla="*/ 0 w 2425035"/>
              <a:gd name="connsiteY13" fmla="*/ 448123 h 1477328"/>
              <a:gd name="connsiteX14" fmla="*/ 0 w 2425035"/>
              <a:gd name="connsiteY14" fmla="*/ 0 h 1477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25035" h="1477328" extrusionOk="0">
                <a:moveTo>
                  <a:pt x="0" y="0"/>
                </a:moveTo>
                <a:cubicBezTo>
                  <a:pt x="276050" y="-8001"/>
                  <a:pt x="388982" y="20091"/>
                  <a:pt x="630509" y="0"/>
                </a:cubicBezTo>
                <a:cubicBezTo>
                  <a:pt x="872036" y="-20091"/>
                  <a:pt x="1010358" y="27389"/>
                  <a:pt x="1261018" y="0"/>
                </a:cubicBezTo>
                <a:cubicBezTo>
                  <a:pt x="1511678" y="-27389"/>
                  <a:pt x="1549261" y="21658"/>
                  <a:pt x="1794526" y="0"/>
                </a:cubicBezTo>
                <a:cubicBezTo>
                  <a:pt x="2039791" y="-21658"/>
                  <a:pt x="2265394" y="27738"/>
                  <a:pt x="2425035" y="0"/>
                </a:cubicBezTo>
                <a:cubicBezTo>
                  <a:pt x="2422549" y="228271"/>
                  <a:pt x="2414237" y="369108"/>
                  <a:pt x="2425035" y="507216"/>
                </a:cubicBezTo>
                <a:cubicBezTo>
                  <a:pt x="2435833" y="645324"/>
                  <a:pt x="2403007" y="756719"/>
                  <a:pt x="2425035" y="984885"/>
                </a:cubicBezTo>
                <a:cubicBezTo>
                  <a:pt x="2447063" y="1213051"/>
                  <a:pt x="2402889" y="1320475"/>
                  <a:pt x="2425035" y="1477328"/>
                </a:cubicBezTo>
                <a:cubicBezTo>
                  <a:pt x="2199920" y="1463886"/>
                  <a:pt x="2089539" y="1487252"/>
                  <a:pt x="1867277" y="1477328"/>
                </a:cubicBezTo>
                <a:cubicBezTo>
                  <a:pt x="1645015" y="1467404"/>
                  <a:pt x="1474780" y="1458885"/>
                  <a:pt x="1285269" y="1477328"/>
                </a:cubicBezTo>
                <a:cubicBezTo>
                  <a:pt x="1095758" y="1495771"/>
                  <a:pt x="847999" y="1504637"/>
                  <a:pt x="679010" y="1477328"/>
                </a:cubicBezTo>
                <a:cubicBezTo>
                  <a:pt x="510021" y="1450019"/>
                  <a:pt x="327474" y="1501822"/>
                  <a:pt x="0" y="1477328"/>
                </a:cubicBezTo>
                <a:cubicBezTo>
                  <a:pt x="15028" y="1243203"/>
                  <a:pt x="4081" y="1155014"/>
                  <a:pt x="0" y="955339"/>
                </a:cubicBezTo>
                <a:cubicBezTo>
                  <a:pt x="-4081" y="755664"/>
                  <a:pt x="-10760" y="577039"/>
                  <a:pt x="0" y="448123"/>
                </a:cubicBezTo>
                <a:cubicBezTo>
                  <a:pt x="10760" y="319207"/>
                  <a:pt x="7878" y="212002"/>
                  <a:pt x="0" y="0"/>
                </a:cubicBezTo>
                <a:close/>
              </a:path>
            </a:pathLst>
          </a:custGeom>
          <a:noFill/>
          <a:ln w="19050">
            <a:solidFill>
              <a:srgbClr val="1A191F"/>
            </a:solidFill>
            <a:extLst>
              <a:ext uri="{C807C97D-BFC1-408E-A445-0C87EB9F89A2}">
                <ask:lineSketchStyleProps xmlns:ask="http://schemas.microsoft.com/office/drawing/2018/sketchyshapes" sd="110033365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0" i="0">
                <a:solidFill>
                  <a:srgbClr val="292929"/>
                </a:solidFill>
                <a:effectLst/>
                <a:latin typeface="Segoe WPC"/>
              </a:rPr>
              <a:t>实现了多棋盘管理功能，允许：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>
                <a:solidFill>
                  <a:srgbClr val="292929"/>
                </a:solidFill>
                <a:effectLst/>
                <a:latin typeface="Segoe WPC"/>
              </a:rPr>
              <a:t>创建新棋盘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>
                <a:solidFill>
                  <a:srgbClr val="292929"/>
                </a:solidFill>
                <a:effectLst/>
                <a:latin typeface="Segoe WPC"/>
              </a:rPr>
              <a:t>在不同棋盘间切换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>
                <a:solidFill>
                  <a:srgbClr val="292929"/>
                </a:solidFill>
                <a:effectLst/>
                <a:latin typeface="Segoe WPC"/>
              </a:rPr>
              <a:t>跟踪每个棋盘的状态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558AEEF-9429-D90B-1586-69F30E956BA4}"/>
              </a:ext>
            </a:extLst>
          </p:cNvPr>
          <p:cNvSpPr txBox="1"/>
          <p:nvPr/>
        </p:nvSpPr>
        <p:spPr>
          <a:xfrm>
            <a:off x="421831" y="4874062"/>
            <a:ext cx="6095114" cy="1478033"/>
          </a:xfrm>
          <a:prstGeom prst="rect">
            <a:avLst/>
          </a:prstGeom>
          <a:noFill/>
          <a:ln>
            <a:solidFill>
              <a:srgbClr val="1A191F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初始化：创建三个默认棋盘（和平、黑白棋、五子棋）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主循环：</a:t>
            </a: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altLang="zh-CN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显示当前棋盘状态</a:t>
            </a: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altLang="zh-CN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处理用户输入</a:t>
            </a: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altLang="zh-CN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执行游戏逻辑</a:t>
            </a:r>
          </a:p>
          <a:p>
            <a:pPr>
              <a:lnSpc>
                <a:spcPts val="1800"/>
              </a:lnSpc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altLang="zh-CN" b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检查游戏结束条件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F69701C-184F-AC43-A7C0-BB898B7022FC}"/>
              </a:ext>
            </a:extLst>
          </p:cNvPr>
          <p:cNvSpPr txBox="1"/>
          <p:nvPr/>
        </p:nvSpPr>
        <p:spPr>
          <a:xfrm>
            <a:off x="6760775" y="4735915"/>
            <a:ext cx="2491657" cy="1754326"/>
          </a:xfrm>
          <a:custGeom>
            <a:avLst/>
            <a:gdLst>
              <a:gd name="connsiteX0" fmla="*/ 0 w 2491657"/>
              <a:gd name="connsiteY0" fmla="*/ 0 h 1754326"/>
              <a:gd name="connsiteX1" fmla="*/ 647831 w 2491657"/>
              <a:gd name="connsiteY1" fmla="*/ 0 h 1754326"/>
              <a:gd name="connsiteX2" fmla="*/ 1295662 w 2491657"/>
              <a:gd name="connsiteY2" fmla="*/ 0 h 1754326"/>
              <a:gd name="connsiteX3" fmla="*/ 1843826 w 2491657"/>
              <a:gd name="connsiteY3" fmla="*/ 0 h 1754326"/>
              <a:gd name="connsiteX4" fmla="*/ 2491657 w 2491657"/>
              <a:gd name="connsiteY4" fmla="*/ 0 h 1754326"/>
              <a:gd name="connsiteX5" fmla="*/ 2491657 w 2491657"/>
              <a:gd name="connsiteY5" fmla="*/ 602319 h 1754326"/>
              <a:gd name="connsiteX6" fmla="*/ 2491657 w 2491657"/>
              <a:gd name="connsiteY6" fmla="*/ 1169551 h 1754326"/>
              <a:gd name="connsiteX7" fmla="*/ 2491657 w 2491657"/>
              <a:gd name="connsiteY7" fmla="*/ 1754326 h 1754326"/>
              <a:gd name="connsiteX8" fmla="*/ 1918576 w 2491657"/>
              <a:gd name="connsiteY8" fmla="*/ 1754326 h 1754326"/>
              <a:gd name="connsiteX9" fmla="*/ 1320578 w 2491657"/>
              <a:gd name="connsiteY9" fmla="*/ 1754326 h 1754326"/>
              <a:gd name="connsiteX10" fmla="*/ 697664 w 2491657"/>
              <a:gd name="connsiteY10" fmla="*/ 1754326 h 1754326"/>
              <a:gd name="connsiteX11" fmla="*/ 0 w 2491657"/>
              <a:gd name="connsiteY11" fmla="*/ 1754326 h 1754326"/>
              <a:gd name="connsiteX12" fmla="*/ 0 w 2491657"/>
              <a:gd name="connsiteY12" fmla="*/ 1134464 h 1754326"/>
              <a:gd name="connsiteX13" fmla="*/ 0 w 2491657"/>
              <a:gd name="connsiteY13" fmla="*/ 532146 h 1754326"/>
              <a:gd name="connsiteX14" fmla="*/ 0 w 2491657"/>
              <a:gd name="connsiteY14" fmla="*/ 0 h 1754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91657" h="1754326" extrusionOk="0">
                <a:moveTo>
                  <a:pt x="0" y="0"/>
                </a:moveTo>
                <a:cubicBezTo>
                  <a:pt x="317538" y="27548"/>
                  <a:pt x="446413" y="5557"/>
                  <a:pt x="647831" y="0"/>
                </a:cubicBezTo>
                <a:cubicBezTo>
                  <a:pt x="849249" y="-5557"/>
                  <a:pt x="1029313" y="23255"/>
                  <a:pt x="1295662" y="0"/>
                </a:cubicBezTo>
                <a:cubicBezTo>
                  <a:pt x="1562011" y="-23255"/>
                  <a:pt x="1731259" y="1231"/>
                  <a:pt x="1843826" y="0"/>
                </a:cubicBezTo>
                <a:cubicBezTo>
                  <a:pt x="1956393" y="-1231"/>
                  <a:pt x="2244186" y="-19157"/>
                  <a:pt x="2491657" y="0"/>
                </a:cubicBezTo>
                <a:cubicBezTo>
                  <a:pt x="2474906" y="247604"/>
                  <a:pt x="2479274" y="323127"/>
                  <a:pt x="2491657" y="602319"/>
                </a:cubicBezTo>
                <a:cubicBezTo>
                  <a:pt x="2504040" y="881511"/>
                  <a:pt x="2507274" y="998111"/>
                  <a:pt x="2491657" y="1169551"/>
                </a:cubicBezTo>
                <a:cubicBezTo>
                  <a:pt x="2476040" y="1340991"/>
                  <a:pt x="2509973" y="1633173"/>
                  <a:pt x="2491657" y="1754326"/>
                </a:cubicBezTo>
                <a:cubicBezTo>
                  <a:pt x="2219968" y="1745246"/>
                  <a:pt x="2075945" y="1760267"/>
                  <a:pt x="1918576" y="1754326"/>
                </a:cubicBezTo>
                <a:cubicBezTo>
                  <a:pt x="1761207" y="1748385"/>
                  <a:pt x="1466390" y="1725005"/>
                  <a:pt x="1320578" y="1754326"/>
                </a:cubicBezTo>
                <a:cubicBezTo>
                  <a:pt x="1174766" y="1783647"/>
                  <a:pt x="956910" y="1729515"/>
                  <a:pt x="697664" y="1754326"/>
                </a:cubicBezTo>
                <a:cubicBezTo>
                  <a:pt x="438418" y="1779137"/>
                  <a:pt x="252452" y="1766023"/>
                  <a:pt x="0" y="1754326"/>
                </a:cubicBezTo>
                <a:cubicBezTo>
                  <a:pt x="-19259" y="1498116"/>
                  <a:pt x="21895" y="1283373"/>
                  <a:pt x="0" y="1134464"/>
                </a:cubicBezTo>
                <a:cubicBezTo>
                  <a:pt x="-21895" y="985555"/>
                  <a:pt x="19951" y="724978"/>
                  <a:pt x="0" y="532146"/>
                </a:cubicBezTo>
                <a:cubicBezTo>
                  <a:pt x="-19951" y="339314"/>
                  <a:pt x="20699" y="157966"/>
                  <a:pt x="0" y="0"/>
                </a:cubicBezTo>
                <a:close/>
              </a:path>
            </a:pathLst>
          </a:custGeom>
          <a:noFill/>
          <a:ln w="19050">
            <a:solidFill>
              <a:srgbClr val="1A191F"/>
            </a:solidFill>
            <a:extLst>
              <a:ext uri="{C807C97D-BFC1-408E-A445-0C87EB9F89A2}">
                <ask:lineSketchStyleProps xmlns:ask="http://schemas.microsoft.com/office/drawing/2018/sketchyshapes" sd="110033365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0" i="0">
                <a:solidFill>
                  <a:srgbClr val="292929"/>
                </a:solidFill>
                <a:effectLst/>
                <a:latin typeface="Segoe WPC"/>
              </a:rPr>
              <a:t>游戏流程控制：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>
                <a:solidFill>
                  <a:srgbClr val="292929"/>
                </a:solidFill>
                <a:effectLst/>
                <a:latin typeface="Segoe WPC"/>
              </a:rPr>
              <a:t>Peace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>
                <a:solidFill>
                  <a:srgbClr val="292929"/>
                </a:solidFill>
                <a:effectLst/>
                <a:latin typeface="Segoe WPC"/>
              </a:rPr>
              <a:t>Reversi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292929"/>
                </a:solidFill>
                <a:latin typeface="Segoe WPC"/>
              </a:rPr>
              <a:t>Gomoku</a:t>
            </a:r>
          </a:p>
          <a:p>
            <a:pPr algn="l"/>
            <a:r>
              <a:rPr lang="zh-CN" altLang="en-US" b="0" i="0">
                <a:solidFill>
                  <a:srgbClr val="292929"/>
                </a:solidFill>
                <a:effectLst/>
                <a:latin typeface="Segoe WPC"/>
              </a:rPr>
              <a:t>三个游戏模式按照统一的逻辑进行流程控制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5FC3404-E33C-7503-10A0-3F991CA6249D}"/>
              </a:ext>
            </a:extLst>
          </p:cNvPr>
          <p:cNvSpPr txBox="1"/>
          <p:nvPr/>
        </p:nvSpPr>
        <p:spPr>
          <a:xfrm>
            <a:off x="9406603" y="2421851"/>
            <a:ext cx="2555025" cy="2585323"/>
          </a:xfrm>
          <a:custGeom>
            <a:avLst/>
            <a:gdLst>
              <a:gd name="connsiteX0" fmla="*/ 0 w 2555025"/>
              <a:gd name="connsiteY0" fmla="*/ 0 h 2585323"/>
              <a:gd name="connsiteX1" fmla="*/ 485455 w 2555025"/>
              <a:gd name="connsiteY1" fmla="*/ 0 h 2585323"/>
              <a:gd name="connsiteX2" fmla="*/ 945359 w 2555025"/>
              <a:gd name="connsiteY2" fmla="*/ 0 h 2585323"/>
              <a:gd name="connsiteX3" fmla="*/ 1481915 w 2555025"/>
              <a:gd name="connsiteY3" fmla="*/ 0 h 2585323"/>
              <a:gd name="connsiteX4" fmla="*/ 1941819 w 2555025"/>
              <a:gd name="connsiteY4" fmla="*/ 0 h 2585323"/>
              <a:gd name="connsiteX5" fmla="*/ 2555025 w 2555025"/>
              <a:gd name="connsiteY5" fmla="*/ 0 h 2585323"/>
              <a:gd name="connsiteX6" fmla="*/ 2555025 w 2555025"/>
              <a:gd name="connsiteY6" fmla="*/ 439505 h 2585323"/>
              <a:gd name="connsiteX7" fmla="*/ 2555025 w 2555025"/>
              <a:gd name="connsiteY7" fmla="*/ 904863 h 2585323"/>
              <a:gd name="connsiteX8" fmla="*/ 2555025 w 2555025"/>
              <a:gd name="connsiteY8" fmla="*/ 1396074 h 2585323"/>
              <a:gd name="connsiteX9" fmla="*/ 2555025 w 2555025"/>
              <a:gd name="connsiteY9" fmla="*/ 1835579 h 2585323"/>
              <a:gd name="connsiteX10" fmla="*/ 2555025 w 2555025"/>
              <a:gd name="connsiteY10" fmla="*/ 2585323 h 2585323"/>
              <a:gd name="connsiteX11" fmla="*/ 1992920 w 2555025"/>
              <a:gd name="connsiteY11" fmla="*/ 2585323 h 2585323"/>
              <a:gd name="connsiteX12" fmla="*/ 1456364 w 2555025"/>
              <a:gd name="connsiteY12" fmla="*/ 2585323 h 2585323"/>
              <a:gd name="connsiteX13" fmla="*/ 996460 w 2555025"/>
              <a:gd name="connsiteY13" fmla="*/ 2585323 h 2585323"/>
              <a:gd name="connsiteX14" fmla="*/ 485455 w 2555025"/>
              <a:gd name="connsiteY14" fmla="*/ 2585323 h 2585323"/>
              <a:gd name="connsiteX15" fmla="*/ 0 w 2555025"/>
              <a:gd name="connsiteY15" fmla="*/ 2585323 h 2585323"/>
              <a:gd name="connsiteX16" fmla="*/ 0 w 2555025"/>
              <a:gd name="connsiteY16" fmla="*/ 2094112 h 2585323"/>
              <a:gd name="connsiteX17" fmla="*/ 0 w 2555025"/>
              <a:gd name="connsiteY17" fmla="*/ 1654607 h 2585323"/>
              <a:gd name="connsiteX18" fmla="*/ 0 w 2555025"/>
              <a:gd name="connsiteY18" fmla="*/ 1137542 h 2585323"/>
              <a:gd name="connsiteX19" fmla="*/ 0 w 2555025"/>
              <a:gd name="connsiteY19" fmla="*/ 620478 h 2585323"/>
              <a:gd name="connsiteX20" fmla="*/ 0 w 2555025"/>
              <a:gd name="connsiteY20" fmla="*/ 0 h 2585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555025" h="2585323" extrusionOk="0">
                <a:moveTo>
                  <a:pt x="0" y="0"/>
                </a:moveTo>
                <a:cubicBezTo>
                  <a:pt x="226882" y="-35337"/>
                  <a:pt x="325503" y="15746"/>
                  <a:pt x="485455" y="0"/>
                </a:cubicBezTo>
                <a:cubicBezTo>
                  <a:pt x="645408" y="-15746"/>
                  <a:pt x="804967" y="39701"/>
                  <a:pt x="945359" y="0"/>
                </a:cubicBezTo>
                <a:cubicBezTo>
                  <a:pt x="1085751" y="-39701"/>
                  <a:pt x="1296375" y="4755"/>
                  <a:pt x="1481915" y="0"/>
                </a:cubicBezTo>
                <a:cubicBezTo>
                  <a:pt x="1667455" y="-4755"/>
                  <a:pt x="1836379" y="44867"/>
                  <a:pt x="1941819" y="0"/>
                </a:cubicBezTo>
                <a:cubicBezTo>
                  <a:pt x="2047259" y="-44867"/>
                  <a:pt x="2253971" y="21147"/>
                  <a:pt x="2555025" y="0"/>
                </a:cubicBezTo>
                <a:cubicBezTo>
                  <a:pt x="2604687" y="102861"/>
                  <a:pt x="2519072" y="232871"/>
                  <a:pt x="2555025" y="439505"/>
                </a:cubicBezTo>
                <a:cubicBezTo>
                  <a:pt x="2590978" y="646140"/>
                  <a:pt x="2532967" y="772521"/>
                  <a:pt x="2555025" y="904863"/>
                </a:cubicBezTo>
                <a:cubicBezTo>
                  <a:pt x="2577083" y="1037205"/>
                  <a:pt x="2531899" y="1235834"/>
                  <a:pt x="2555025" y="1396074"/>
                </a:cubicBezTo>
                <a:cubicBezTo>
                  <a:pt x="2578151" y="1556314"/>
                  <a:pt x="2553327" y="1737815"/>
                  <a:pt x="2555025" y="1835579"/>
                </a:cubicBezTo>
                <a:cubicBezTo>
                  <a:pt x="2556723" y="1933343"/>
                  <a:pt x="2482176" y="2247036"/>
                  <a:pt x="2555025" y="2585323"/>
                </a:cubicBezTo>
                <a:cubicBezTo>
                  <a:pt x="2423290" y="2652500"/>
                  <a:pt x="2153364" y="2531522"/>
                  <a:pt x="1992920" y="2585323"/>
                </a:cubicBezTo>
                <a:cubicBezTo>
                  <a:pt x="1832477" y="2639124"/>
                  <a:pt x="1622202" y="2583476"/>
                  <a:pt x="1456364" y="2585323"/>
                </a:cubicBezTo>
                <a:cubicBezTo>
                  <a:pt x="1290526" y="2587170"/>
                  <a:pt x="1133638" y="2575169"/>
                  <a:pt x="996460" y="2585323"/>
                </a:cubicBezTo>
                <a:cubicBezTo>
                  <a:pt x="859282" y="2595477"/>
                  <a:pt x="723337" y="2536131"/>
                  <a:pt x="485455" y="2585323"/>
                </a:cubicBezTo>
                <a:cubicBezTo>
                  <a:pt x="247573" y="2634515"/>
                  <a:pt x="169516" y="2573648"/>
                  <a:pt x="0" y="2585323"/>
                </a:cubicBezTo>
                <a:cubicBezTo>
                  <a:pt x="-21737" y="2364793"/>
                  <a:pt x="40889" y="2307550"/>
                  <a:pt x="0" y="2094112"/>
                </a:cubicBezTo>
                <a:cubicBezTo>
                  <a:pt x="-40889" y="1880674"/>
                  <a:pt x="39984" y="1832004"/>
                  <a:pt x="0" y="1654607"/>
                </a:cubicBezTo>
                <a:cubicBezTo>
                  <a:pt x="-39984" y="1477210"/>
                  <a:pt x="8114" y="1340319"/>
                  <a:pt x="0" y="1137542"/>
                </a:cubicBezTo>
                <a:cubicBezTo>
                  <a:pt x="-8114" y="934766"/>
                  <a:pt x="16905" y="847665"/>
                  <a:pt x="0" y="620478"/>
                </a:cubicBezTo>
                <a:cubicBezTo>
                  <a:pt x="-16905" y="393291"/>
                  <a:pt x="68804" y="130494"/>
                  <a:pt x="0" y="0"/>
                </a:cubicBezTo>
                <a:close/>
              </a:path>
            </a:pathLst>
          </a:custGeom>
          <a:noFill/>
          <a:ln w="38100">
            <a:solidFill>
              <a:srgbClr val="FFFF00"/>
            </a:solidFill>
            <a:extLst>
              <a:ext uri="{C807C97D-BFC1-408E-A445-0C87EB9F89A2}">
                <ask:lineSketchStyleProps xmlns:ask="http://schemas.microsoft.com/office/drawing/2018/sketchyshapes" sd="244943116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algn="l"/>
            <a:r>
              <a:rPr lang="zh-CN" altLang="en-US" b="0" i="0">
                <a:solidFill>
                  <a:srgbClr val="292929"/>
                </a:solidFill>
                <a:effectLst/>
                <a:latin typeface="Segoe WPC"/>
              </a:rPr>
              <a:t>存在问题：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>
                <a:solidFill>
                  <a:srgbClr val="0F4A85"/>
                </a:solidFill>
                <a:effectLst/>
                <a:latin typeface="Segoe WPC"/>
              </a:rPr>
              <a:t>代码耦合度高</a:t>
            </a:r>
            <a:r>
              <a:rPr lang="zh-CN" altLang="en-US" b="0" i="0">
                <a:solidFill>
                  <a:srgbClr val="292929"/>
                </a:solidFill>
                <a:effectLst/>
                <a:latin typeface="Segoe WPC"/>
              </a:rPr>
              <a:t>：</a:t>
            </a:r>
            <a:r>
              <a:rPr lang="en-US" altLang="zh-CN" b="0" i="0">
                <a:solidFill>
                  <a:srgbClr val="292929"/>
                </a:solidFill>
                <a:effectLst/>
                <a:latin typeface="Segoe WPC"/>
              </a:rPr>
              <a:t>UI</a:t>
            </a:r>
            <a:r>
              <a:rPr lang="zh-CN" altLang="en-US" b="0" i="0">
                <a:solidFill>
                  <a:srgbClr val="292929"/>
                </a:solidFill>
                <a:effectLst/>
                <a:latin typeface="Segoe WPC"/>
              </a:rPr>
              <a:t>、逻辑、状态管理混在一起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>
                <a:solidFill>
                  <a:srgbClr val="0F4A85"/>
                </a:solidFill>
                <a:effectLst/>
                <a:latin typeface="Segoe WPC"/>
              </a:rPr>
              <a:t>错误处理不完善</a:t>
            </a:r>
            <a:r>
              <a:rPr lang="zh-CN" altLang="en-US" b="0" i="0">
                <a:solidFill>
                  <a:srgbClr val="292929"/>
                </a:solidFill>
                <a:effectLst/>
                <a:latin typeface="Segoe WPC"/>
              </a:rPr>
              <a:t>：缺少异常处理机制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>
                <a:solidFill>
                  <a:srgbClr val="0F4A85"/>
                </a:solidFill>
                <a:effectLst/>
                <a:latin typeface="Segoe WPC"/>
              </a:rPr>
              <a:t>扩展性限制</a:t>
            </a:r>
            <a:r>
              <a:rPr lang="zh-CN" altLang="en-US" b="0" i="0">
                <a:solidFill>
                  <a:srgbClr val="292929"/>
                </a:solidFill>
                <a:effectLst/>
                <a:latin typeface="Segoe WPC"/>
              </a:rPr>
              <a:t>：添加新功能需要修改多处代码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>
                <a:solidFill>
                  <a:srgbClr val="0F4A85"/>
                </a:solidFill>
                <a:effectLst/>
                <a:latin typeface="Segoe WPC"/>
              </a:rPr>
              <a:t>状态管理分散</a:t>
            </a:r>
            <a:r>
              <a:rPr lang="zh-CN" altLang="en-US" b="0" i="0">
                <a:solidFill>
                  <a:srgbClr val="292929"/>
                </a:solidFill>
                <a:effectLst/>
                <a:latin typeface="Segoe WPC"/>
              </a:rPr>
              <a:t>：游戏状态分布在多个类中</a:t>
            </a:r>
            <a:endParaRPr lang="en-US" altLang="zh-CN" b="0" i="0">
              <a:solidFill>
                <a:srgbClr val="292929"/>
              </a:solidFill>
              <a:effectLst/>
              <a:latin typeface="Segoe WPC"/>
            </a:endParaRPr>
          </a:p>
        </p:txBody>
      </p:sp>
    </p:spTree>
    <p:extLst>
      <p:ext uri="{BB962C8B-B14F-4D97-AF65-F5344CB8AC3E}">
        <p14:creationId xmlns:p14="http://schemas.microsoft.com/office/powerpoint/2010/main" val="1311853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C5BBA-128F-79D2-404E-3DF084739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58547FA-1BD4-0408-E46E-E99B97CE4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11" y="358487"/>
            <a:ext cx="693160" cy="4842163"/>
          </a:xfrm>
        </p:spPr>
        <p:txBody>
          <a:bodyPr>
            <a:normAutofit/>
          </a:bodyPr>
          <a:lstStyle/>
          <a:p>
            <a:r>
              <a:rPr lang="zh-CN" altLang="en-US"/>
              <a:t>问</a:t>
            </a:r>
            <a:br>
              <a:rPr lang="en-US" altLang="zh-CN"/>
            </a:br>
            <a:r>
              <a:rPr lang="zh-CN" altLang="en-US"/>
              <a:t>题</a:t>
            </a:r>
            <a:br>
              <a:rPr lang="en-US" altLang="zh-CN"/>
            </a:br>
            <a:r>
              <a:rPr lang="zh-CN" altLang="en-US"/>
              <a:t>分</a:t>
            </a:r>
            <a:br>
              <a:rPr lang="en-US" altLang="zh-CN"/>
            </a:br>
            <a:r>
              <a:rPr lang="zh-CN" altLang="en-US"/>
              <a:t>析</a:t>
            </a:r>
            <a:br>
              <a:rPr lang="en-US" altLang="zh-CN"/>
            </a:br>
            <a:r>
              <a:rPr lang="zh-CN" altLang="en-US"/>
              <a:t>与</a:t>
            </a:r>
            <a:br>
              <a:rPr lang="en-US" altLang="zh-CN"/>
            </a:br>
            <a:r>
              <a:rPr lang="zh-CN" altLang="en-US"/>
              <a:t>改</a:t>
            </a:r>
            <a:br>
              <a:rPr lang="en-US" altLang="zh-CN"/>
            </a:br>
            <a:r>
              <a:rPr lang="zh-CN" altLang="en-US"/>
              <a:t>进</a:t>
            </a:r>
            <a:br>
              <a:rPr lang="en-US" altLang="zh-CN"/>
            </a:br>
            <a:r>
              <a:rPr lang="zh-CN" altLang="en-US"/>
              <a:t>方</a:t>
            </a:r>
            <a:br>
              <a:rPr lang="en-US" altLang="zh-CN"/>
            </a:br>
            <a:r>
              <a:rPr lang="zh-CN" altLang="en-US"/>
              <a:t>向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B1ED3E5-51D0-E49C-3680-84E46C551AEF}"/>
              </a:ext>
            </a:extLst>
          </p:cNvPr>
          <p:cNvSpPr txBox="1"/>
          <p:nvPr/>
        </p:nvSpPr>
        <p:spPr>
          <a:xfrm>
            <a:off x="7366805" y="517059"/>
            <a:ext cx="4618427" cy="5633978"/>
          </a:xfrm>
          <a:prstGeom prst="rect">
            <a:avLst/>
          </a:prstGeom>
          <a:noFill/>
          <a:ln>
            <a:solidFill>
              <a:srgbClr val="1A191F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游戏逻辑控制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GameController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BoardManager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boardManager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GameState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gameState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处理游戏核心逻辑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b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用户界面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GameUI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InputHandler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inputHandler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BoardRenderer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boardRenderer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处理输入输出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b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游戏状态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GameState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currentPlayer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boardFinished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管理游戏状态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EBF010D-DA40-EB32-7DA8-4FCBA0CC5D82}"/>
              </a:ext>
            </a:extLst>
          </p:cNvPr>
          <p:cNvSpPr txBox="1"/>
          <p:nvPr/>
        </p:nvSpPr>
        <p:spPr>
          <a:xfrm>
            <a:off x="4290706" y="2574567"/>
            <a:ext cx="2597726" cy="1708866"/>
          </a:xfrm>
          <a:custGeom>
            <a:avLst/>
            <a:gdLst>
              <a:gd name="connsiteX0" fmla="*/ 0 w 2597726"/>
              <a:gd name="connsiteY0" fmla="*/ 0 h 1708866"/>
              <a:gd name="connsiteX1" fmla="*/ 649432 w 2597726"/>
              <a:gd name="connsiteY1" fmla="*/ 0 h 1708866"/>
              <a:gd name="connsiteX2" fmla="*/ 1324840 w 2597726"/>
              <a:gd name="connsiteY2" fmla="*/ 0 h 1708866"/>
              <a:gd name="connsiteX3" fmla="*/ 1922317 w 2597726"/>
              <a:gd name="connsiteY3" fmla="*/ 0 h 1708866"/>
              <a:gd name="connsiteX4" fmla="*/ 2597726 w 2597726"/>
              <a:gd name="connsiteY4" fmla="*/ 0 h 1708866"/>
              <a:gd name="connsiteX5" fmla="*/ 2597726 w 2597726"/>
              <a:gd name="connsiteY5" fmla="*/ 586711 h 1708866"/>
              <a:gd name="connsiteX6" fmla="*/ 2597726 w 2597726"/>
              <a:gd name="connsiteY6" fmla="*/ 1190510 h 1708866"/>
              <a:gd name="connsiteX7" fmla="*/ 2597726 w 2597726"/>
              <a:gd name="connsiteY7" fmla="*/ 1708866 h 1708866"/>
              <a:gd name="connsiteX8" fmla="*/ 1948295 w 2597726"/>
              <a:gd name="connsiteY8" fmla="*/ 1708866 h 1708866"/>
              <a:gd name="connsiteX9" fmla="*/ 1350818 w 2597726"/>
              <a:gd name="connsiteY9" fmla="*/ 1708866 h 1708866"/>
              <a:gd name="connsiteX10" fmla="*/ 675409 w 2597726"/>
              <a:gd name="connsiteY10" fmla="*/ 1708866 h 1708866"/>
              <a:gd name="connsiteX11" fmla="*/ 0 w 2597726"/>
              <a:gd name="connsiteY11" fmla="*/ 1708866 h 1708866"/>
              <a:gd name="connsiteX12" fmla="*/ 0 w 2597726"/>
              <a:gd name="connsiteY12" fmla="*/ 1139244 h 1708866"/>
              <a:gd name="connsiteX13" fmla="*/ 0 w 2597726"/>
              <a:gd name="connsiteY13" fmla="*/ 586711 h 1708866"/>
              <a:gd name="connsiteX14" fmla="*/ 0 w 2597726"/>
              <a:gd name="connsiteY14" fmla="*/ 0 h 1708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97726" h="1708866" extrusionOk="0">
                <a:moveTo>
                  <a:pt x="0" y="0"/>
                </a:moveTo>
                <a:cubicBezTo>
                  <a:pt x="217882" y="122"/>
                  <a:pt x="421510" y="16572"/>
                  <a:pt x="649432" y="0"/>
                </a:cubicBezTo>
                <a:cubicBezTo>
                  <a:pt x="877354" y="-16572"/>
                  <a:pt x="1031036" y="20667"/>
                  <a:pt x="1324840" y="0"/>
                </a:cubicBezTo>
                <a:cubicBezTo>
                  <a:pt x="1618644" y="-20667"/>
                  <a:pt x="1638528" y="18894"/>
                  <a:pt x="1922317" y="0"/>
                </a:cubicBezTo>
                <a:cubicBezTo>
                  <a:pt x="2206106" y="-18894"/>
                  <a:pt x="2455610" y="-24455"/>
                  <a:pt x="2597726" y="0"/>
                </a:cubicBezTo>
                <a:cubicBezTo>
                  <a:pt x="2606709" y="280382"/>
                  <a:pt x="2604826" y="410952"/>
                  <a:pt x="2597726" y="586711"/>
                </a:cubicBezTo>
                <a:cubicBezTo>
                  <a:pt x="2590626" y="762470"/>
                  <a:pt x="2597275" y="920785"/>
                  <a:pt x="2597726" y="1190510"/>
                </a:cubicBezTo>
                <a:cubicBezTo>
                  <a:pt x="2598177" y="1460235"/>
                  <a:pt x="2589013" y="1588988"/>
                  <a:pt x="2597726" y="1708866"/>
                </a:cubicBezTo>
                <a:cubicBezTo>
                  <a:pt x="2371928" y="1720418"/>
                  <a:pt x="2108218" y="1697073"/>
                  <a:pt x="1948295" y="1708866"/>
                </a:cubicBezTo>
                <a:cubicBezTo>
                  <a:pt x="1788372" y="1720659"/>
                  <a:pt x="1502640" y="1698506"/>
                  <a:pt x="1350818" y="1708866"/>
                </a:cubicBezTo>
                <a:cubicBezTo>
                  <a:pt x="1198996" y="1719226"/>
                  <a:pt x="981780" y="1688228"/>
                  <a:pt x="675409" y="1708866"/>
                </a:cubicBezTo>
                <a:cubicBezTo>
                  <a:pt x="369038" y="1729504"/>
                  <a:pt x="230976" y="1696986"/>
                  <a:pt x="0" y="1708866"/>
                </a:cubicBezTo>
                <a:cubicBezTo>
                  <a:pt x="9165" y="1587730"/>
                  <a:pt x="-9015" y="1317343"/>
                  <a:pt x="0" y="1139244"/>
                </a:cubicBezTo>
                <a:cubicBezTo>
                  <a:pt x="9015" y="961145"/>
                  <a:pt x="-25114" y="714465"/>
                  <a:pt x="0" y="586711"/>
                </a:cubicBezTo>
                <a:cubicBezTo>
                  <a:pt x="25114" y="458957"/>
                  <a:pt x="12027" y="196310"/>
                  <a:pt x="0" y="0"/>
                </a:cubicBezTo>
                <a:close/>
              </a:path>
            </a:pathLst>
          </a:custGeom>
          <a:noFill/>
          <a:ln w="19050">
            <a:solidFill>
              <a:srgbClr val="5266FE"/>
            </a:solidFill>
            <a:extLst>
              <a:ext uri="{C807C97D-BFC1-408E-A445-0C87EB9F89A2}">
                <ask:lineSketchStyleProps xmlns:ask="http://schemas.microsoft.com/office/drawing/2018/sketchyshapes" sd="114130664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b="0">
                <a:effectLst/>
                <a:latin typeface="Consolas" panose="020B0609020204030204" pitchFamily="49" charset="0"/>
              </a:rPr>
              <a:t>Game </a:t>
            </a:r>
            <a:r>
              <a:rPr lang="zh-CN" altLang="en-US" b="0" i="0">
                <a:effectLst/>
                <a:latin typeface="Segoe WPC"/>
              </a:rPr>
              <a:t>类承担过多责任，包括游戏逻辑、用户输入处理、显示输出等。应当拆分成多个类</a:t>
            </a:r>
            <a:r>
              <a:rPr lang="zh-CN" altLang="en-US">
                <a:latin typeface="Segoe WPC"/>
              </a:rPr>
              <a:t>。</a:t>
            </a:r>
            <a:endParaRPr lang="zh-CN" altLang="en-US" b="0">
              <a:effectLst/>
              <a:latin typeface="Consolas" panose="020B0609020204030204" pitchFamily="49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9A74CB7-A4FA-DFB6-0715-E34C4F7B5965}"/>
              </a:ext>
            </a:extLst>
          </p:cNvPr>
          <p:cNvSpPr txBox="1"/>
          <p:nvPr/>
        </p:nvSpPr>
        <p:spPr>
          <a:xfrm>
            <a:off x="475825" y="0"/>
            <a:ext cx="4386696" cy="7139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0F4A8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zh-CN" sz="500" b="0">
                <a:solidFill>
                  <a:srgbClr val="29292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F4A8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en-US" altLang="zh-CN" sz="500" b="0">
                <a:solidFill>
                  <a:srgbClr val="29292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F4A8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en-US" altLang="zh-CN" sz="500" b="0">
                <a:solidFill>
                  <a:srgbClr val="29292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185E73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Game</a:t>
            </a:r>
            <a:r>
              <a:rPr lang="en-US" altLang="zh-CN" sz="500" b="0">
                <a:solidFill>
                  <a:srgbClr val="29292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BoardManager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boardManager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BoardManager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player1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player2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Scanner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scanner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Scanner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5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boardFinished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pPr>
              <a:lnSpc>
                <a:spcPts val="250"/>
              </a:lnSpc>
              <a:buNone/>
            </a:pPr>
            <a:b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500" b="0">
                <a:solidFill>
                  <a:srgbClr val="0F4A8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zh-CN" sz="500" b="0">
                <a:solidFill>
                  <a:srgbClr val="29292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5E2CBC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Game</a:t>
            </a:r>
            <a:r>
              <a:rPr lang="en-US" altLang="zh-CN" sz="500" b="0">
                <a:solidFill>
                  <a:srgbClr val="29292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185E73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zh-CN" sz="500" b="0">
                <a:solidFill>
                  <a:srgbClr val="29292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p1</a:t>
            </a:r>
            <a:r>
              <a:rPr lang="en-US" altLang="zh-CN" sz="500" b="0">
                <a:solidFill>
                  <a:srgbClr val="29292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zh-CN" sz="500" b="0">
                <a:solidFill>
                  <a:srgbClr val="185E73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altLang="zh-CN" sz="500" b="0">
                <a:solidFill>
                  <a:srgbClr val="29292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p2</a:t>
            </a:r>
            <a:r>
              <a:rPr lang="en-US" altLang="zh-CN" sz="500" b="0">
                <a:solidFill>
                  <a:srgbClr val="29292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player1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(p1,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Piece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BLACK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player2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(p2,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Piece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WHITE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50"/>
              </a:lnSpc>
              <a:buNone/>
            </a:pPr>
            <a:b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5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5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初始化时创建三个不同模式的棋盘</a:t>
            </a:r>
            <a:endParaRPr lang="zh-CN" altLang="en-US" sz="5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0"/>
              </a:lnSpc>
              <a:buNone/>
            </a:pPr>
            <a:r>
              <a:rPr lang="zh-CN" altLang="en-US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boardManager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addBoard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PeaceMode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());    </a:t>
            </a:r>
            <a:r>
              <a:rPr lang="en-US" altLang="zh-CN" sz="5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1</a:t>
            </a:r>
            <a:r>
              <a:rPr lang="zh-CN" altLang="en-US" sz="5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号和平模式</a:t>
            </a:r>
            <a:endParaRPr lang="zh-CN" altLang="en-US" sz="5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0"/>
              </a:lnSpc>
              <a:buNone/>
            </a:pPr>
            <a:r>
              <a:rPr lang="zh-CN" altLang="en-US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boardManager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addBoard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ReversiMode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());  </a:t>
            </a:r>
            <a:r>
              <a:rPr lang="en-US" altLang="zh-CN" sz="5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2</a:t>
            </a:r>
            <a:r>
              <a:rPr lang="zh-CN" altLang="en-US" sz="5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号黑白棋模式</a:t>
            </a:r>
            <a:endParaRPr lang="zh-CN" altLang="en-US" sz="5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0"/>
              </a:lnSpc>
              <a:buNone/>
            </a:pPr>
            <a:r>
              <a:rPr lang="zh-CN" altLang="en-US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boardManager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addBoard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GomokuMode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());   </a:t>
            </a:r>
            <a:r>
              <a:rPr lang="en-US" altLang="zh-CN" sz="5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3</a:t>
            </a:r>
            <a:r>
              <a:rPr lang="zh-CN" altLang="en-US" sz="5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号五子棋模式</a:t>
            </a:r>
            <a:br>
              <a:rPr lang="zh-CN" altLang="en-US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zh-CN" altLang="en-US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5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5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为每个棋盘设置初始玩家</a:t>
            </a:r>
            <a:endParaRPr lang="zh-CN" altLang="en-US" sz="5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0"/>
              </a:lnSpc>
              <a:buNone/>
            </a:pPr>
            <a:r>
              <a:rPr lang="zh-CN" altLang="en-US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boardManager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setPlayerAtIndex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player1);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boardManager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setPlayerAtIndex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player1);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boardManager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setPlayerAtIndex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player1);</a:t>
            </a:r>
            <a:b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5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5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初始化每个棋盘的状态为未结束</a:t>
            </a:r>
            <a:endParaRPr lang="zh-CN" altLang="en-US" sz="5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0"/>
              </a:lnSpc>
              <a:buNone/>
            </a:pPr>
            <a:r>
              <a:rPr lang="zh-CN" altLang="en-US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boardFinished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boardFinished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boardFinished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}</a:t>
            </a:r>
            <a:b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500" b="0">
                <a:solidFill>
                  <a:srgbClr val="0F4A8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zh-CN" sz="500" b="0">
                <a:solidFill>
                  <a:srgbClr val="29292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185E73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zh-CN" sz="500" b="0">
                <a:solidFill>
                  <a:srgbClr val="29292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5E2CBC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start</a:t>
            </a:r>
            <a:r>
              <a:rPr lang="en-US" altLang="zh-CN" sz="500" b="0">
                <a:solidFill>
                  <a:srgbClr val="29292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clearScreen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sz="5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currentBoardIndex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boardManager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getCurrentBoardIndex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  </a:t>
            </a:r>
            <a:r>
              <a:rPr lang="en-US" altLang="zh-CN" sz="5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5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转换为</a:t>
            </a:r>
            <a:r>
              <a:rPr lang="en-US" altLang="zh-CN" sz="5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0-based</a:t>
            </a:r>
            <a:r>
              <a:rPr lang="zh-CN" altLang="en-US" sz="5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索引</a:t>
            </a:r>
            <a:endParaRPr lang="zh-CN" altLang="en-US" sz="5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0"/>
              </a:lnSpc>
              <a:buNone/>
            </a:pPr>
            <a:r>
              <a:rPr lang="zh-CN" altLang="en-US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sz="5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currentBoard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boardManager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getCurrentBoard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sz="5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GameMode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currentMode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boardManager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getCurrentMode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sz="5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currentPlayer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boardManager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getCurrentPlayer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250"/>
              </a:lnSpc>
              <a:buNone/>
            </a:pPr>
            <a:b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currentBoard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printBoard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(currentPlayer, player1, player2,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currentMode,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boardManager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getCurrentBoardIndex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(), boardManager);</a:t>
            </a:r>
          </a:p>
          <a:p>
            <a:pPr>
              <a:lnSpc>
                <a:spcPts val="250"/>
              </a:lnSpc>
              <a:buNone/>
            </a:pPr>
            <a:b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250"/>
              </a:lnSpc>
              <a:buNone/>
            </a:pPr>
            <a:b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sz="5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5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检查五子棋胜利条件</a:t>
            </a:r>
            <a:endParaRPr lang="zh-CN" altLang="en-US" sz="5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0"/>
              </a:lnSpc>
              <a:buNone/>
            </a:pPr>
            <a:r>
              <a:rPr lang="zh-CN" altLang="en-US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(currentMode 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instanceof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GomokuMode) {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5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 i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 i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5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 j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 j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US" altLang="zh-CN" sz="5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Piece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piece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currentBoard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getPiece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(i, j);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(piece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Piece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</a:t>
            </a:r>
            <a:endParaRPr lang="en-US" altLang="zh-CN" sz="5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        ((GomokuMode)currentMode).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checkWin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(currentBoard, i, j, piece)) {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boardFinished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(currentBoardIndex, 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五子连珠！游戏结束！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玩家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[%s]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胜利！</a:t>
            </a:r>
            <a:r>
              <a:rPr lang="en-US" altLang="zh-CN" sz="5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            (piece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Piece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BLACK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player1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player2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       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    }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}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boardFinished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(currentBoardIndex))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}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}</a:t>
            </a:r>
            <a:b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sz="5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currentBoard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getScore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250"/>
              </a:lnSpc>
              <a:buNone/>
            </a:pPr>
            <a:b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sz="5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5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检查当前棋盘是否结束</a:t>
            </a:r>
            <a:endParaRPr lang="zh-CN" altLang="en-US" sz="5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0"/>
              </a:lnSpc>
              <a:buNone/>
            </a:pPr>
            <a:r>
              <a:rPr lang="zh-CN" altLang="en-US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boardFinished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(currentBoardIndex)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</a:t>
            </a:r>
            <a:endParaRPr lang="en-US" altLang="zh-CN" sz="5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(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currentBoard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isFull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currentMode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hasValidMoves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(currentBoard,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Piece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BLACK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</a:t>
            </a:r>
            <a:endParaRPr lang="en-US" altLang="zh-CN" sz="5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currentMode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hasValidMoves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(currentBoard,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Piece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WHITE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)))) {</a:t>
            </a:r>
          </a:p>
          <a:p>
            <a:pPr>
              <a:lnSpc>
                <a:spcPts val="250"/>
              </a:lnSpc>
              <a:buNone/>
            </a:pPr>
            <a:b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boardFinished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(currentBoardIndex, 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  </a:t>
            </a:r>
            <a:r>
              <a:rPr lang="en-US" altLang="zh-CN" sz="5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5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标记当前棋盘已结束</a:t>
            </a:r>
            <a:endParaRPr lang="zh-CN" altLang="en-US" sz="5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0"/>
              </a:lnSpc>
              <a:buNone/>
            </a:pPr>
            <a:r>
              <a:rPr lang="zh-CN" altLang="en-US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当前棋盘游戏结束！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最终比分 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- %s: %d  %s: %d</a:t>
            </a:r>
            <a:r>
              <a:rPr lang="en-US" altLang="zh-CN" sz="5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player1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(), score[</a:t>
            </a:r>
            <a:r>
              <a:rPr lang="en-US" altLang="zh-CN" sz="5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player2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(), score[</a:t>
            </a:r>
            <a:r>
              <a:rPr lang="en-US" altLang="zh-CN" sz="5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(score[</a:t>
            </a:r>
            <a:r>
              <a:rPr lang="en-US" altLang="zh-CN" sz="5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score[</a:t>
            </a:r>
            <a:r>
              <a:rPr lang="en-US" altLang="zh-CN" sz="5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]) {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玩家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[%s]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胜利！</a:t>
            </a:r>
            <a:r>
              <a:rPr lang="en-US" altLang="zh-CN" sz="5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player1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}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(score[</a:t>
            </a:r>
            <a:r>
              <a:rPr lang="en-US" altLang="zh-CN" sz="5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score[</a:t>
            </a:r>
            <a:r>
              <a:rPr lang="en-US" altLang="zh-CN" sz="5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]) {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玩家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[%s]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胜利！</a:t>
            </a:r>
            <a:r>
              <a:rPr lang="en-US" altLang="zh-CN" sz="5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player2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}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平局！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}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5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您可以：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"1. 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输入棋盘编号切换到其他棋盘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"2. 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输入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peace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创建新的和平模式棋盘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"3. 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输入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reversi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创建新的黑白棋模式棋盘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"4. 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输入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exit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退出游戏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5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请输入命令：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}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boardFinished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(currentBoardIndex)) {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5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如果当前棋盘已经结束，显示结束状态</a:t>
            </a:r>
            <a:endParaRPr lang="zh-CN" altLang="en-US" sz="5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0"/>
              </a:lnSpc>
              <a:buNone/>
            </a:pPr>
            <a:r>
              <a:rPr lang="zh-CN" altLang="en-US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当前棋盘已结束！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最终比分 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- %s: %d  %s: %d</a:t>
            </a:r>
            <a:r>
              <a:rPr lang="en-US" altLang="zh-CN" sz="5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player1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(), score[</a:t>
            </a:r>
            <a:r>
              <a:rPr lang="en-US" altLang="zh-CN" sz="5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player2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(), score[</a:t>
            </a:r>
            <a:r>
              <a:rPr lang="en-US" altLang="zh-CN" sz="5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(score[</a:t>
            </a:r>
            <a:r>
              <a:rPr lang="en-US" altLang="zh-CN" sz="5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score[</a:t>
            </a:r>
            <a:r>
              <a:rPr lang="en-US" altLang="zh-CN" sz="5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]) {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玩家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[%s]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胜利！</a:t>
            </a:r>
            <a:r>
              <a:rPr lang="en-US" altLang="zh-CN" sz="5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player1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}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(score[</a:t>
            </a:r>
            <a:r>
              <a:rPr lang="en-US" altLang="zh-CN" sz="5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score[</a:t>
            </a:r>
            <a:r>
              <a:rPr lang="en-US" altLang="zh-CN" sz="5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]) {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玩家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[%s]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胜利！</a:t>
            </a:r>
            <a:r>
              <a:rPr lang="en-US" altLang="zh-CN" sz="5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player2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}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平局！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}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5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您可以：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"1. 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输入棋盘编号切换到其他棋盘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"2. 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输入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peace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创建新的和平模式棋盘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"3. 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输入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reversi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创建新的黑白棋模式棋盘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"4. 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输入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exit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退出游戏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5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请输入命令：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}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currentMode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hasValidMoves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(currentBoard,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currentPlayer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getPiece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())) {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玩家 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zh-CN" altLang="en-US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currentPlayer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没有合法移动，跳过回合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currentPlayer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(currentPlayer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player1)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player2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player1;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Thread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sleep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2000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 }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5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InterruptedException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}</a:t>
            </a:r>
          </a:p>
          <a:p>
            <a:pPr>
              <a:lnSpc>
                <a:spcPts val="250"/>
              </a:lnSpc>
              <a:buNone/>
            </a:pPr>
            <a:b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请玩家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["</a:t>
            </a:r>
            <a:r>
              <a:rPr lang="zh-CN" altLang="en-US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zh-CN" altLang="en-US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currentPlayer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"]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输入命令：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}</a:t>
            </a:r>
          </a:p>
          <a:p>
            <a:pPr>
              <a:lnSpc>
                <a:spcPts val="250"/>
              </a:lnSpc>
              <a:buNone/>
            </a:pPr>
            <a:b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sz="5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scanner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nextLine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trim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toLowerCase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250"/>
              </a:lnSpc>
              <a:buNone/>
            </a:pPr>
            <a:b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sz="5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5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处理命令输入</a:t>
            </a:r>
            <a:endParaRPr lang="zh-CN" altLang="en-US" sz="5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0"/>
              </a:lnSpc>
              <a:buNone/>
            </a:pPr>
            <a:r>
              <a:rPr lang="zh-CN" altLang="en-US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equals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"exit"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}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equals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"peace"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newIndex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boardManager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addBoard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PeaceMode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boardFinished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  </a:t>
            </a:r>
            <a:r>
              <a:rPr lang="en-US" altLang="zh-CN" sz="5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5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添加新棋盘状态</a:t>
            </a:r>
            <a:endParaRPr lang="zh-CN" altLang="en-US" sz="5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0"/>
              </a:lnSpc>
              <a:buNone/>
            </a:pPr>
            <a:r>
              <a:rPr lang="zh-CN" altLang="en-US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已创建新的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peace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棋盘，编号：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zh-CN" altLang="en-US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newIndex);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按任意键继续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..."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scanner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nextLine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}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equals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"reversi"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newIndex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boardManager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addBoard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ReversiMode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boardFinished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  </a:t>
            </a:r>
            <a:r>
              <a:rPr lang="en-US" altLang="zh-CN" sz="5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5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添加新棋盘状态</a:t>
            </a:r>
            <a:endParaRPr lang="zh-CN" altLang="en-US" sz="5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0"/>
              </a:lnSpc>
              <a:buNone/>
            </a:pPr>
            <a:r>
              <a:rPr lang="zh-CN" altLang="en-US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已创建新的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reversi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棋盘，编号：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zh-CN" altLang="en-US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newIndex);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按任意键继续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..."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scanner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nextLine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}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equals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"gomoku"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)) {  </a:t>
            </a:r>
            <a:r>
              <a:rPr lang="en-US" altLang="zh-CN" sz="5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5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添加五子棋模式选项</a:t>
            </a:r>
            <a:endParaRPr lang="zh-CN" altLang="en-US" sz="5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0"/>
              </a:lnSpc>
              <a:buNone/>
            </a:pPr>
            <a:r>
              <a:rPr lang="zh-CN" altLang="en-US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newIndex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boardManager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addBoard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GomokuMode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boardFinished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  </a:t>
            </a:r>
            <a:r>
              <a:rPr lang="en-US" altLang="zh-CN" sz="5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5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添加新棋盘状态</a:t>
            </a:r>
            <a:endParaRPr lang="zh-CN" altLang="en-US" sz="5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0"/>
              </a:lnSpc>
              <a:buNone/>
            </a:pPr>
            <a:r>
              <a:rPr lang="zh-CN" altLang="en-US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已创建新的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gomoku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棋盘，编号：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zh-CN" altLang="en-US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newIndex);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按任意键继续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..."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scanner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nextLine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}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matches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5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\\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d+"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boardIndex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parseInt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(input);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boardManager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switchBoard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(boardIndex)) {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已切换到棋盘 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zh-CN" altLang="en-US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boardIndex);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按任意键继续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..."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scanner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nextLine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}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无效的棋盘编号！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按任意键继续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..."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scanner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nextLine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}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}</a:t>
            </a:r>
          </a:p>
          <a:p>
            <a:pPr>
              <a:lnSpc>
                <a:spcPts val="250"/>
              </a:lnSpc>
              <a:buNone/>
            </a:pPr>
            <a:b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sz="5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5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如果当前棋盘已结束，跳过移动逻辑</a:t>
            </a:r>
            <a:endParaRPr lang="zh-CN" altLang="en-US" sz="5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0"/>
              </a:lnSpc>
              <a:buNone/>
            </a:pPr>
            <a:r>
              <a:rPr lang="zh-CN" altLang="en-US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boardFinished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(currentBoardIndex)) {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}</a:t>
            </a:r>
          </a:p>
          <a:p>
            <a:pPr>
              <a:lnSpc>
                <a:spcPts val="250"/>
              </a:lnSpc>
              <a:buNone/>
            </a:pPr>
            <a:b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matches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"[1-8][a-h]"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输入格式错误，请输入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1a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到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8h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之间的坐标！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Thread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sleep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1500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 }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5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InterruptedException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}</a:t>
            </a:r>
          </a:p>
          <a:p>
            <a:pPr>
              <a:lnSpc>
                <a:spcPts val="250"/>
              </a:lnSpc>
              <a:buNone/>
            </a:pPr>
            <a:b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sz="5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parseInt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substring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5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))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sz="5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charAt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0"/>
              </a:lnSpc>
              <a:buNone/>
            </a:pPr>
            <a:b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currentMode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placePiece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(currentBoard, row, col,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currentPlayer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getPiece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())) {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无效的移动！</a:t>
            </a:r>
            <a:r>
              <a:rPr lang="en-US" altLang="zh-CN" sz="5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Thread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sleep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5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1500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 }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5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InterruptedException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}</a:t>
            </a:r>
          </a:p>
          <a:p>
            <a:pPr>
              <a:lnSpc>
                <a:spcPts val="250"/>
              </a:lnSpc>
              <a:buNone/>
            </a:pPr>
            <a:b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sz="5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5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更新当前棋盘的当前玩家</a:t>
            </a:r>
            <a:endParaRPr lang="zh-CN" altLang="en-US" sz="5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0"/>
              </a:lnSpc>
              <a:buNone/>
            </a:pPr>
            <a:r>
              <a:rPr lang="zh-CN" altLang="en-US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sz="5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nextPlayer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(currentPlayer </a:t>
            </a:r>
            <a:r>
              <a:rPr lang="en-US" altLang="zh-CN" sz="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player1)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player2 </a:t>
            </a:r>
            <a:r>
              <a:rPr lang="en-US" altLang="zh-CN" sz="5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player1;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sz="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boardManager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5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setCurrentPlayer</a:t>
            </a: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(nextPlayer);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pPr>
              <a:lnSpc>
                <a:spcPts val="250"/>
              </a:lnSpc>
              <a:buNone/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250"/>
              </a:lnSpc>
            </a:pPr>
            <a:r>
              <a:rPr lang="en-US" altLang="zh-CN" sz="5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altLang="zh-CN" sz="7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526ABE24-E705-ADE1-D191-05651FC8C1F8}"/>
              </a:ext>
            </a:extLst>
          </p:cNvPr>
          <p:cNvCxnSpPr>
            <a:cxnSpLocks/>
          </p:cNvCxnSpPr>
          <p:nvPr/>
        </p:nvCxnSpPr>
        <p:spPr>
          <a:xfrm>
            <a:off x="1503119" y="52702"/>
            <a:ext cx="1998921" cy="343462"/>
          </a:xfrm>
          <a:prstGeom prst="bentConnector3">
            <a:avLst>
              <a:gd name="adj1" fmla="val 78989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518D0E4D-F7FD-DE6B-EDCB-00E044F729D6}"/>
              </a:ext>
            </a:extLst>
          </p:cNvPr>
          <p:cNvSpPr txBox="1"/>
          <p:nvPr/>
        </p:nvSpPr>
        <p:spPr>
          <a:xfrm>
            <a:off x="3468122" y="233747"/>
            <a:ext cx="4242894" cy="32483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Game</a:t>
            </a:r>
            <a:endParaRPr lang="en-US" altLang="zh-CN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思想气泡: 云 27">
            <a:extLst>
              <a:ext uri="{FF2B5EF4-FFF2-40B4-BE49-F238E27FC236}">
                <a16:creationId xmlns:a16="http://schemas.microsoft.com/office/drawing/2014/main" id="{E4BE1D1D-3581-DF4B-299C-FB96E311CF3D}"/>
              </a:ext>
            </a:extLst>
          </p:cNvPr>
          <p:cNvSpPr/>
          <p:nvPr/>
        </p:nvSpPr>
        <p:spPr>
          <a:xfrm rot="427075">
            <a:off x="3485117" y="4957801"/>
            <a:ext cx="3711554" cy="1299317"/>
          </a:xfrm>
          <a:prstGeom prst="cloudCallout">
            <a:avLst>
              <a:gd name="adj1" fmla="val 47597"/>
              <a:gd name="adj2" fmla="val 5276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违反单一职责原则！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D3367AF-958F-1DA4-C141-C1AB36336BAF}"/>
              </a:ext>
            </a:extLst>
          </p:cNvPr>
          <p:cNvSpPr txBox="1"/>
          <p:nvPr/>
        </p:nvSpPr>
        <p:spPr>
          <a:xfrm>
            <a:off x="2567973" y="683169"/>
            <a:ext cx="1961497" cy="32483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Game,start </a:t>
            </a:r>
            <a:endParaRPr lang="en-US" altLang="zh-CN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7268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68266-D27F-E70E-ACAB-412497038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16A4B288-0418-845C-4399-1C8B11E05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11" y="358487"/>
            <a:ext cx="693160" cy="4842163"/>
          </a:xfrm>
        </p:spPr>
        <p:txBody>
          <a:bodyPr>
            <a:normAutofit/>
          </a:bodyPr>
          <a:lstStyle/>
          <a:p>
            <a:r>
              <a:rPr lang="zh-CN" altLang="en-US"/>
              <a:t>问</a:t>
            </a:r>
            <a:br>
              <a:rPr lang="en-US" altLang="zh-CN"/>
            </a:br>
            <a:r>
              <a:rPr lang="zh-CN" altLang="en-US"/>
              <a:t>题</a:t>
            </a:r>
            <a:br>
              <a:rPr lang="en-US" altLang="zh-CN"/>
            </a:br>
            <a:r>
              <a:rPr lang="zh-CN" altLang="en-US"/>
              <a:t>分</a:t>
            </a:r>
            <a:br>
              <a:rPr lang="en-US" altLang="zh-CN"/>
            </a:br>
            <a:r>
              <a:rPr lang="zh-CN" altLang="en-US"/>
              <a:t>析</a:t>
            </a:r>
            <a:br>
              <a:rPr lang="en-US" altLang="zh-CN"/>
            </a:br>
            <a:r>
              <a:rPr lang="zh-CN" altLang="en-US"/>
              <a:t>与</a:t>
            </a:r>
            <a:br>
              <a:rPr lang="en-US" altLang="zh-CN"/>
            </a:br>
            <a:r>
              <a:rPr lang="zh-CN" altLang="en-US"/>
              <a:t>改</a:t>
            </a:r>
            <a:br>
              <a:rPr lang="en-US" altLang="zh-CN"/>
            </a:br>
            <a:r>
              <a:rPr lang="zh-CN" altLang="en-US"/>
              <a:t>进</a:t>
            </a:r>
            <a:br>
              <a:rPr lang="en-US" altLang="zh-CN"/>
            </a:br>
            <a:r>
              <a:rPr lang="zh-CN" altLang="en-US"/>
              <a:t>方</a:t>
            </a:r>
            <a:br>
              <a:rPr lang="en-US" altLang="zh-CN"/>
            </a:br>
            <a:r>
              <a:rPr lang="zh-CN" altLang="en-US"/>
              <a:t>向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DAE0DB2-F9D6-C800-2577-F43625A5D74E}"/>
              </a:ext>
            </a:extLst>
          </p:cNvPr>
          <p:cNvSpPr txBox="1"/>
          <p:nvPr/>
        </p:nvSpPr>
        <p:spPr>
          <a:xfrm>
            <a:off x="7366805" y="517059"/>
            <a:ext cx="4618427" cy="3094822"/>
          </a:xfrm>
          <a:prstGeom prst="rect">
            <a:avLst/>
          </a:prstGeom>
          <a:noFill/>
          <a:ln>
            <a:solidFill>
              <a:srgbClr val="1A191F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GameMode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getModeName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  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新增方法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...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其他现有方法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b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ReversiMode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implements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GameMode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altLang="zh-CN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getModeName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"reversi"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800"/>
              </a:lnSpc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4D5FEED-762C-7D5E-4763-02C5A7D9FA64}"/>
              </a:ext>
            </a:extLst>
          </p:cNvPr>
          <p:cNvSpPr txBox="1"/>
          <p:nvPr/>
        </p:nvSpPr>
        <p:spPr>
          <a:xfrm>
            <a:off x="9148456" y="3977339"/>
            <a:ext cx="2597726" cy="2539862"/>
          </a:xfrm>
          <a:custGeom>
            <a:avLst/>
            <a:gdLst>
              <a:gd name="connsiteX0" fmla="*/ 0 w 2597726"/>
              <a:gd name="connsiteY0" fmla="*/ 0 h 2539862"/>
              <a:gd name="connsiteX1" fmla="*/ 649432 w 2597726"/>
              <a:gd name="connsiteY1" fmla="*/ 0 h 2539862"/>
              <a:gd name="connsiteX2" fmla="*/ 1324840 w 2597726"/>
              <a:gd name="connsiteY2" fmla="*/ 0 h 2539862"/>
              <a:gd name="connsiteX3" fmla="*/ 1922317 w 2597726"/>
              <a:gd name="connsiteY3" fmla="*/ 0 h 2539862"/>
              <a:gd name="connsiteX4" fmla="*/ 2597726 w 2597726"/>
              <a:gd name="connsiteY4" fmla="*/ 0 h 2539862"/>
              <a:gd name="connsiteX5" fmla="*/ 2597726 w 2597726"/>
              <a:gd name="connsiteY5" fmla="*/ 660364 h 2539862"/>
              <a:gd name="connsiteX6" fmla="*/ 2597726 w 2597726"/>
              <a:gd name="connsiteY6" fmla="*/ 1346127 h 2539862"/>
              <a:gd name="connsiteX7" fmla="*/ 2597726 w 2597726"/>
              <a:gd name="connsiteY7" fmla="*/ 1981092 h 2539862"/>
              <a:gd name="connsiteX8" fmla="*/ 2597726 w 2597726"/>
              <a:gd name="connsiteY8" fmla="*/ 2539862 h 2539862"/>
              <a:gd name="connsiteX9" fmla="*/ 2026226 w 2597726"/>
              <a:gd name="connsiteY9" fmla="*/ 2539862 h 2539862"/>
              <a:gd name="connsiteX10" fmla="*/ 1350818 w 2597726"/>
              <a:gd name="connsiteY10" fmla="*/ 2539862 h 2539862"/>
              <a:gd name="connsiteX11" fmla="*/ 701386 w 2597726"/>
              <a:gd name="connsiteY11" fmla="*/ 2539862 h 2539862"/>
              <a:gd name="connsiteX12" fmla="*/ 0 w 2597726"/>
              <a:gd name="connsiteY12" fmla="*/ 2539862 h 2539862"/>
              <a:gd name="connsiteX13" fmla="*/ 0 w 2597726"/>
              <a:gd name="connsiteY13" fmla="*/ 1981092 h 2539862"/>
              <a:gd name="connsiteX14" fmla="*/ 0 w 2597726"/>
              <a:gd name="connsiteY14" fmla="*/ 1396924 h 2539862"/>
              <a:gd name="connsiteX15" fmla="*/ 0 w 2597726"/>
              <a:gd name="connsiteY15" fmla="*/ 761959 h 2539862"/>
              <a:gd name="connsiteX16" fmla="*/ 0 w 2597726"/>
              <a:gd name="connsiteY16" fmla="*/ 0 h 2539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97726" h="2539862" extrusionOk="0">
                <a:moveTo>
                  <a:pt x="0" y="0"/>
                </a:moveTo>
                <a:cubicBezTo>
                  <a:pt x="217882" y="122"/>
                  <a:pt x="421510" y="16572"/>
                  <a:pt x="649432" y="0"/>
                </a:cubicBezTo>
                <a:cubicBezTo>
                  <a:pt x="877354" y="-16572"/>
                  <a:pt x="1031036" y="20667"/>
                  <a:pt x="1324840" y="0"/>
                </a:cubicBezTo>
                <a:cubicBezTo>
                  <a:pt x="1618644" y="-20667"/>
                  <a:pt x="1638528" y="18894"/>
                  <a:pt x="1922317" y="0"/>
                </a:cubicBezTo>
                <a:cubicBezTo>
                  <a:pt x="2206106" y="-18894"/>
                  <a:pt x="2455610" y="-24455"/>
                  <a:pt x="2597726" y="0"/>
                </a:cubicBezTo>
                <a:cubicBezTo>
                  <a:pt x="2607137" y="295668"/>
                  <a:pt x="2623480" y="379259"/>
                  <a:pt x="2597726" y="660364"/>
                </a:cubicBezTo>
                <a:cubicBezTo>
                  <a:pt x="2571972" y="941469"/>
                  <a:pt x="2577360" y="1072172"/>
                  <a:pt x="2597726" y="1346127"/>
                </a:cubicBezTo>
                <a:cubicBezTo>
                  <a:pt x="2618092" y="1620082"/>
                  <a:pt x="2582018" y="1789478"/>
                  <a:pt x="2597726" y="1981092"/>
                </a:cubicBezTo>
                <a:cubicBezTo>
                  <a:pt x="2613434" y="2172707"/>
                  <a:pt x="2603015" y="2275361"/>
                  <a:pt x="2597726" y="2539862"/>
                </a:cubicBezTo>
                <a:cubicBezTo>
                  <a:pt x="2422174" y="2530522"/>
                  <a:pt x="2227808" y="2542997"/>
                  <a:pt x="2026226" y="2539862"/>
                </a:cubicBezTo>
                <a:cubicBezTo>
                  <a:pt x="1824644" y="2536727"/>
                  <a:pt x="1651261" y="2515309"/>
                  <a:pt x="1350818" y="2539862"/>
                </a:cubicBezTo>
                <a:cubicBezTo>
                  <a:pt x="1050375" y="2564415"/>
                  <a:pt x="1022253" y="2545433"/>
                  <a:pt x="701386" y="2539862"/>
                </a:cubicBezTo>
                <a:cubicBezTo>
                  <a:pt x="380519" y="2534291"/>
                  <a:pt x="226915" y="2511833"/>
                  <a:pt x="0" y="2539862"/>
                </a:cubicBezTo>
                <a:cubicBezTo>
                  <a:pt x="3831" y="2382797"/>
                  <a:pt x="-16169" y="2257401"/>
                  <a:pt x="0" y="1981092"/>
                </a:cubicBezTo>
                <a:cubicBezTo>
                  <a:pt x="16169" y="1704783"/>
                  <a:pt x="2301" y="1633541"/>
                  <a:pt x="0" y="1396924"/>
                </a:cubicBezTo>
                <a:cubicBezTo>
                  <a:pt x="-2301" y="1160307"/>
                  <a:pt x="28006" y="1040280"/>
                  <a:pt x="0" y="761959"/>
                </a:cubicBezTo>
                <a:cubicBezTo>
                  <a:pt x="-28006" y="483639"/>
                  <a:pt x="2917" y="227250"/>
                  <a:pt x="0" y="0"/>
                </a:cubicBezTo>
                <a:close/>
              </a:path>
            </a:pathLst>
          </a:custGeom>
          <a:noFill/>
          <a:ln w="19050">
            <a:solidFill>
              <a:srgbClr val="5266FE"/>
            </a:solidFill>
            <a:extLst>
              <a:ext uri="{C807C97D-BFC1-408E-A445-0C87EB9F89A2}">
                <ask:lineSketchStyleProps xmlns:ask="http://schemas.microsoft.com/office/drawing/2018/sketchyshapes" sd="114130664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printBoard</a:t>
            </a:r>
            <a:r>
              <a:rPr lang="zh-CN" altLang="en-US" b="0" i="0">
                <a:solidFill>
                  <a:srgbClr val="292929"/>
                </a:solidFill>
                <a:effectLst/>
                <a:latin typeface="Segoe WPC"/>
              </a:rPr>
              <a:t>方法中使用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instanceof</a:t>
            </a:r>
            <a:r>
              <a:rPr lang="zh-CN" altLang="en-US" b="0">
                <a:effectLst/>
                <a:latin typeface="Consolas" panose="020B0609020204030204" pitchFamily="49" charset="0"/>
              </a:rPr>
              <a:t>判</a:t>
            </a:r>
            <a:r>
              <a:rPr lang="zh-CN" altLang="en-US" b="0" i="0">
                <a:solidFill>
                  <a:srgbClr val="292929"/>
                </a:solidFill>
                <a:effectLst/>
                <a:latin typeface="Segoe WPC"/>
              </a:rPr>
              <a:t>断游戏模式，每添加新模式都需要修改代码。</a:t>
            </a:r>
            <a:endParaRPr lang="en-US" altLang="zh-CN" b="0" i="0">
              <a:solidFill>
                <a:srgbClr val="292929"/>
              </a:solidFill>
              <a:effectLst/>
              <a:latin typeface="Segoe WPC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>
                <a:solidFill>
                  <a:srgbClr val="292929"/>
                </a:solidFill>
                <a:latin typeface="Segoe WPC"/>
              </a:rPr>
              <a:t>可以使用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getModeName</a:t>
            </a:r>
            <a:r>
              <a:rPr lang="zh-CN" altLang="en-US" b="0">
                <a:effectLst/>
                <a:latin typeface="Consolas" panose="020B0609020204030204" pitchFamily="49" charset="0"/>
              </a:rPr>
              <a:t>函数统一管理游戏模式。</a:t>
            </a:r>
            <a:endParaRPr lang="zh-CN" altLang="en-US" b="1">
              <a:effectLst/>
              <a:latin typeface="Consolas" panose="020B0609020204030204" pitchFamily="49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39E0FB5-C79D-2459-7CBC-3E8FC4F4D05A}"/>
              </a:ext>
            </a:extLst>
          </p:cNvPr>
          <p:cNvSpPr txBox="1"/>
          <p:nvPr/>
        </p:nvSpPr>
        <p:spPr>
          <a:xfrm>
            <a:off x="610542" y="78922"/>
            <a:ext cx="7473223" cy="6383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0F4A8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zh-CN" sz="900" b="0">
                <a:solidFill>
                  <a:srgbClr val="29292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185E73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zh-CN" sz="900" b="0">
                <a:solidFill>
                  <a:srgbClr val="29292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5E2CBC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printBoard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currentPlayer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player1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player2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     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GameMode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boardIndex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BoardManager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boardManager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显示当前模式和棋盘编号</a:t>
            </a:r>
            <a:endParaRPr lang="zh-CN" altLang="en-US" sz="9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700"/>
              </a:lnSpc>
              <a:buNone/>
            </a:pPr>
            <a:r>
              <a:rPr lang="zh-CN" altLang="en-US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modeName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mode 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instanceof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PeaceMode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"peace"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zh-CN" sz="9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   mode 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instanceof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ReversiMode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"reversi"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"gomoku"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当前模式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: %s (</a:t>
            </a:r>
            <a:r>
              <a:rPr lang="zh-CN" altLang="en-US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棋盘编号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: %d)</a:t>
            </a:r>
            <a:r>
              <a:rPr lang="en-US" altLang="zh-CN" sz="9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\n\n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modeName, boardIndex);</a:t>
            </a:r>
          </a:p>
          <a:p>
            <a:pPr>
              <a:lnSpc>
                <a:spcPts val="700"/>
              </a:lnSpc>
              <a:buNone/>
            </a:pPr>
            <a:b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  a b c d e f g h"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 i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 i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((i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 j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 j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(board[i][j]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Piece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BLACK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"● "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}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(board[i][j]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Piece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WHITE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"○ "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}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(mode </a:t>
            </a:r>
            <a:r>
              <a:rPr lang="en-US" altLang="zh-CN" sz="900" b="0">
                <a:solidFill>
                  <a:srgbClr val="0F4A8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instanceof</a:t>
            </a:r>
            <a:r>
              <a:rPr lang="en-US" altLang="zh-CN" sz="900" b="0">
                <a:solidFill>
                  <a:srgbClr val="29292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ReversiMode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</a:t>
            </a:r>
            <a:endParaRPr lang="en-US" altLang="zh-CN" sz="9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    ((ReversiMode)mode).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isValidMove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i, j,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currentPlayer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getPiece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())) {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"+ "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}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"· "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}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}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}</a:t>
            </a:r>
          </a:p>
          <a:p>
            <a:pPr>
              <a:lnSpc>
                <a:spcPts val="700"/>
              </a:lnSpc>
              <a:buNone/>
            </a:pPr>
            <a:b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   "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  </a:t>
            </a:r>
            <a:r>
              <a:rPr lang="en-US" altLang="zh-CN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3</a:t>
            </a:r>
            <a:r>
              <a:rPr lang="zh-CN" altLang="en-US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个空格作为基本间距</a:t>
            </a:r>
            <a:endParaRPr lang="zh-CN" altLang="en-US" sz="9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700"/>
              </a:lnSpc>
              <a:buNone/>
            </a:pPr>
            <a:br>
              <a:rPr lang="zh-CN" altLang="en-US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zh-CN" altLang="en-US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右侧信息显示</a:t>
            </a:r>
            <a:endParaRPr lang="zh-CN" altLang="en-US" sz="9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700"/>
              </a:lnSpc>
              <a:buNone/>
            </a:pPr>
            <a:r>
              <a:rPr lang="zh-CN" altLang="en-US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(i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mark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(currentPlayer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player1)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"●"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getScore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玩家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[%s] %s  </a:t>
            </a:r>
            <a:r>
              <a:rPr lang="zh-CN" altLang="en-US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得分：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%-4d        1</a:t>
            </a:r>
            <a:r>
              <a:rPr lang="zh-CN" altLang="en-US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号棋盘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: peace"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player1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(), mark, score[</a:t>
            </a:r>
            <a:r>
              <a:rPr lang="en-US" altLang="zh-CN" sz="9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}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(i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mark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(currentPlayer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player2)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"○"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getScore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玩家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[%s] %s  </a:t>
            </a:r>
            <a:r>
              <a:rPr lang="zh-CN" altLang="en-US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得分：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%-4d        2</a:t>
            </a:r>
            <a:r>
              <a:rPr lang="zh-CN" altLang="en-US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号棋盘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: reversi"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player2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(), mark, score[</a:t>
            </a:r>
            <a:r>
              <a:rPr lang="en-US" altLang="zh-CN" sz="9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}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(i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分别处理</a:t>
            </a:r>
            <a:r>
              <a:rPr lang="en-US" altLang="zh-CN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zh-CN" altLang="en-US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号棋盘的显示</a:t>
            </a:r>
            <a:endParaRPr lang="zh-CN" altLang="en-US" sz="9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700"/>
              </a:lnSpc>
              <a:buNone/>
            </a:pPr>
            <a:r>
              <a:rPr lang="zh-CN" altLang="en-US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GameMode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thirdBoardMode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boardManager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getModeAtIndex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9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thirdBoardType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thirdBoardMode </a:t>
            </a:r>
            <a:r>
              <a:rPr lang="en-US" altLang="zh-CN" sz="900" b="0">
                <a:solidFill>
                  <a:srgbClr val="0F4A8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instanceof</a:t>
            </a:r>
            <a:r>
              <a:rPr lang="en-US" altLang="zh-CN" sz="900" b="0">
                <a:solidFill>
                  <a:srgbClr val="29292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PeaceMode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"peace"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zh-CN" sz="9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                  thirdBoardMode </a:t>
            </a:r>
            <a:r>
              <a:rPr lang="en-US" altLang="zh-CN" sz="900" b="0">
                <a:solidFill>
                  <a:srgbClr val="0F4A8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instanceof</a:t>
            </a:r>
            <a:r>
              <a:rPr lang="en-US" altLang="zh-CN" sz="900" b="0">
                <a:solidFill>
                  <a:srgbClr val="29292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ReversiMode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"reversi"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"gomoku"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(mode 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instanceof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GomokuMode) {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Gomoku</a:t>
            </a:r>
            <a:r>
              <a:rPr lang="zh-CN" altLang="en-US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模式显示轮数</a:t>
            </a:r>
            <a:endParaRPr lang="zh-CN" altLang="en-US" sz="9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700"/>
              </a:lnSpc>
              <a:buNone/>
            </a:pPr>
            <a:r>
              <a:rPr lang="zh-CN" altLang="en-US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当前轮数：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%-4d                  3</a:t>
            </a:r>
            <a:r>
              <a:rPr lang="zh-CN" altLang="en-US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号棋盘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: %s"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    ((GomokuMode)mode).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getRoundCount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    thirdBoardType);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}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非</a:t>
            </a:r>
            <a:r>
              <a:rPr lang="en-US" altLang="zh-CN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Gomoku</a:t>
            </a:r>
            <a:r>
              <a:rPr lang="zh-CN" altLang="en-US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模式显示</a:t>
            </a:r>
            <a:endParaRPr lang="zh-CN" altLang="en-US" sz="9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700"/>
              </a:lnSpc>
              <a:buNone/>
            </a:pPr>
            <a:r>
              <a:rPr lang="zh-CN" altLang="en-US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                                3</a:t>
            </a:r>
            <a:r>
              <a:rPr lang="zh-CN" altLang="en-US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号棋盘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: %s"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    thirdBoardType);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}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}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(i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i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boardManager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getBoardCount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displayBoardNum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i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  </a:t>
            </a:r>
            <a:r>
              <a:rPr lang="en-US" altLang="zh-CN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从</a:t>
            </a:r>
            <a:r>
              <a:rPr lang="en-US" altLang="zh-CN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zh-CN" altLang="en-US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号棋盘开始</a:t>
            </a:r>
            <a:endParaRPr lang="zh-CN" altLang="en-US" sz="9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700"/>
              </a:lnSpc>
              <a:buNone/>
            </a:pPr>
            <a:r>
              <a:rPr lang="zh-CN" altLang="en-US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(displayBoardNum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boardManager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getBoardCount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GameMode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boardMode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boardManager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getModeAtIndex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(displayBoardNum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(boardMode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                                %d</a:t>
            </a:r>
            <a:r>
              <a:rPr lang="zh-CN" altLang="en-US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号棋盘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: %s"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        displayBoardNum,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        boardMode 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instanceof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PeaceMode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"peace"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zh-CN" sz="9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        boardMode 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instanceof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ReversiMode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"reversi"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"gomoku"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    }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    }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}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pPr>
              <a:lnSpc>
                <a:spcPts val="7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900" b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700"/>
              </a:lnSpc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}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4940471-67A0-4E99-91A4-D7E60026367E}"/>
              </a:ext>
            </a:extLst>
          </p:cNvPr>
          <p:cNvSpPr txBox="1"/>
          <p:nvPr/>
        </p:nvSpPr>
        <p:spPr>
          <a:xfrm>
            <a:off x="3996032" y="1739637"/>
            <a:ext cx="3921517" cy="32483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>
                <a:solidFill>
                  <a:srgbClr val="0F4A85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nstanceof ReversiMode</a:t>
            </a:r>
          </a:p>
        </p:txBody>
      </p:sp>
      <p:sp>
        <p:nvSpPr>
          <p:cNvPr id="28" name="思想气泡: 云 27">
            <a:extLst>
              <a:ext uri="{FF2B5EF4-FFF2-40B4-BE49-F238E27FC236}">
                <a16:creationId xmlns:a16="http://schemas.microsoft.com/office/drawing/2014/main" id="{1E6C2EB7-90A3-2FFB-FDF7-6A3ED875FCE5}"/>
              </a:ext>
            </a:extLst>
          </p:cNvPr>
          <p:cNvSpPr/>
          <p:nvPr/>
        </p:nvSpPr>
        <p:spPr>
          <a:xfrm rot="427075">
            <a:off x="6954496" y="5362553"/>
            <a:ext cx="1926106" cy="1051211"/>
          </a:xfrm>
          <a:prstGeom prst="cloudCallout">
            <a:avLst>
              <a:gd name="adj1" fmla="val 47597"/>
              <a:gd name="adj2" fmla="val 5276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违反</a:t>
            </a:r>
            <a:endParaRPr lang="en-US" altLang="zh-CN" sz="2000" b="1">
              <a:solidFill>
                <a:srgbClr val="FFFF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2000" b="1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开闭原则！</a:t>
            </a:r>
          </a:p>
        </p:txBody>
      </p:sp>
    </p:spTree>
    <p:extLst>
      <p:ext uri="{BB962C8B-B14F-4D97-AF65-F5344CB8AC3E}">
        <p14:creationId xmlns:p14="http://schemas.microsoft.com/office/powerpoint/2010/main" val="25484462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08CC5-243A-C606-DAF3-77EFBE64B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8CC76DE-FBC4-871D-02F8-5B084832D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11" y="358487"/>
            <a:ext cx="693160" cy="4842163"/>
          </a:xfrm>
        </p:spPr>
        <p:txBody>
          <a:bodyPr>
            <a:normAutofit/>
          </a:bodyPr>
          <a:lstStyle/>
          <a:p>
            <a:r>
              <a:rPr lang="zh-CN" altLang="en-US"/>
              <a:t>问</a:t>
            </a:r>
            <a:br>
              <a:rPr lang="en-US" altLang="zh-CN"/>
            </a:br>
            <a:r>
              <a:rPr lang="zh-CN" altLang="en-US"/>
              <a:t>题</a:t>
            </a:r>
            <a:br>
              <a:rPr lang="en-US" altLang="zh-CN"/>
            </a:br>
            <a:r>
              <a:rPr lang="zh-CN" altLang="en-US"/>
              <a:t>分</a:t>
            </a:r>
            <a:br>
              <a:rPr lang="en-US" altLang="zh-CN"/>
            </a:br>
            <a:r>
              <a:rPr lang="zh-CN" altLang="en-US"/>
              <a:t>析</a:t>
            </a:r>
            <a:br>
              <a:rPr lang="en-US" altLang="zh-CN"/>
            </a:br>
            <a:r>
              <a:rPr lang="zh-CN" altLang="en-US"/>
              <a:t>与</a:t>
            </a:r>
            <a:br>
              <a:rPr lang="en-US" altLang="zh-CN"/>
            </a:br>
            <a:r>
              <a:rPr lang="zh-CN" altLang="en-US"/>
              <a:t>改</a:t>
            </a:r>
            <a:br>
              <a:rPr lang="en-US" altLang="zh-CN"/>
            </a:br>
            <a:r>
              <a:rPr lang="zh-CN" altLang="en-US"/>
              <a:t>进</a:t>
            </a:r>
            <a:br>
              <a:rPr lang="en-US" altLang="zh-CN"/>
            </a:br>
            <a:r>
              <a:rPr lang="zh-CN" altLang="en-US"/>
              <a:t>方</a:t>
            </a:r>
            <a:br>
              <a:rPr lang="en-US" altLang="zh-CN"/>
            </a:br>
            <a:r>
              <a:rPr lang="zh-CN" altLang="en-US"/>
              <a:t>向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0401CC7-95F8-AD7B-31C3-6C54BCAFF3BB}"/>
              </a:ext>
            </a:extLst>
          </p:cNvPr>
          <p:cNvSpPr txBox="1"/>
          <p:nvPr/>
        </p:nvSpPr>
        <p:spPr>
          <a:xfrm>
            <a:off x="5277201" y="418345"/>
            <a:ext cx="6667149" cy="4248984"/>
          </a:xfrm>
          <a:prstGeom prst="rect">
            <a:avLst/>
          </a:prstGeom>
          <a:noFill/>
          <a:ln>
            <a:solidFill>
              <a:srgbClr val="1A191F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BoardManager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GameMode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  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>
                <a:solidFill>
                  <a:srgbClr val="292929"/>
                </a:solidFill>
                <a:latin typeface="Consolas" panose="020B0609020204030204" pitchFamily="49" charset="0"/>
              </a:rPr>
              <a:t>  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已经很好地使用了接口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但创建具体模式的职责应该转移到工厂类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GameModeFactory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GameMode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createMode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(type)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"peace"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PeaceMode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"reversi"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ReversiMode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"gomoku"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GomokuMode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IllegalArgumentException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"Unknown mode type"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};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800"/>
              </a:lnSpc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732CA3A-31E0-2832-5D4A-15268C7E751E}"/>
              </a:ext>
            </a:extLst>
          </p:cNvPr>
          <p:cNvSpPr txBox="1"/>
          <p:nvPr/>
        </p:nvSpPr>
        <p:spPr>
          <a:xfrm>
            <a:off x="5277201" y="4919080"/>
            <a:ext cx="2597726" cy="1293367"/>
          </a:xfrm>
          <a:custGeom>
            <a:avLst/>
            <a:gdLst>
              <a:gd name="connsiteX0" fmla="*/ 0 w 2597726"/>
              <a:gd name="connsiteY0" fmla="*/ 0 h 1293367"/>
              <a:gd name="connsiteX1" fmla="*/ 649432 w 2597726"/>
              <a:gd name="connsiteY1" fmla="*/ 0 h 1293367"/>
              <a:gd name="connsiteX2" fmla="*/ 1324840 w 2597726"/>
              <a:gd name="connsiteY2" fmla="*/ 0 h 1293367"/>
              <a:gd name="connsiteX3" fmla="*/ 1922317 w 2597726"/>
              <a:gd name="connsiteY3" fmla="*/ 0 h 1293367"/>
              <a:gd name="connsiteX4" fmla="*/ 2597726 w 2597726"/>
              <a:gd name="connsiteY4" fmla="*/ 0 h 1293367"/>
              <a:gd name="connsiteX5" fmla="*/ 2597726 w 2597726"/>
              <a:gd name="connsiteY5" fmla="*/ 659617 h 1293367"/>
              <a:gd name="connsiteX6" fmla="*/ 2597726 w 2597726"/>
              <a:gd name="connsiteY6" fmla="*/ 1293367 h 1293367"/>
              <a:gd name="connsiteX7" fmla="*/ 1948295 w 2597726"/>
              <a:gd name="connsiteY7" fmla="*/ 1293367 h 1293367"/>
              <a:gd name="connsiteX8" fmla="*/ 1272886 w 2597726"/>
              <a:gd name="connsiteY8" fmla="*/ 1293367 h 1293367"/>
              <a:gd name="connsiteX9" fmla="*/ 675409 w 2597726"/>
              <a:gd name="connsiteY9" fmla="*/ 1293367 h 1293367"/>
              <a:gd name="connsiteX10" fmla="*/ 0 w 2597726"/>
              <a:gd name="connsiteY10" fmla="*/ 1293367 h 1293367"/>
              <a:gd name="connsiteX11" fmla="*/ 0 w 2597726"/>
              <a:gd name="connsiteY11" fmla="*/ 646684 h 1293367"/>
              <a:gd name="connsiteX12" fmla="*/ 0 w 2597726"/>
              <a:gd name="connsiteY12" fmla="*/ 0 h 1293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97726" h="1293367" extrusionOk="0">
                <a:moveTo>
                  <a:pt x="0" y="0"/>
                </a:moveTo>
                <a:cubicBezTo>
                  <a:pt x="217882" y="122"/>
                  <a:pt x="421510" y="16572"/>
                  <a:pt x="649432" y="0"/>
                </a:cubicBezTo>
                <a:cubicBezTo>
                  <a:pt x="877354" y="-16572"/>
                  <a:pt x="1031036" y="20667"/>
                  <a:pt x="1324840" y="0"/>
                </a:cubicBezTo>
                <a:cubicBezTo>
                  <a:pt x="1618644" y="-20667"/>
                  <a:pt x="1638528" y="18894"/>
                  <a:pt x="1922317" y="0"/>
                </a:cubicBezTo>
                <a:cubicBezTo>
                  <a:pt x="2206106" y="-18894"/>
                  <a:pt x="2455610" y="-24455"/>
                  <a:pt x="2597726" y="0"/>
                </a:cubicBezTo>
                <a:cubicBezTo>
                  <a:pt x="2574927" y="160375"/>
                  <a:pt x="2602169" y="397152"/>
                  <a:pt x="2597726" y="659617"/>
                </a:cubicBezTo>
                <a:cubicBezTo>
                  <a:pt x="2593283" y="922082"/>
                  <a:pt x="2623737" y="1125627"/>
                  <a:pt x="2597726" y="1293367"/>
                </a:cubicBezTo>
                <a:cubicBezTo>
                  <a:pt x="2320254" y="1274293"/>
                  <a:pt x="2121717" y="1276383"/>
                  <a:pt x="1948295" y="1293367"/>
                </a:cubicBezTo>
                <a:cubicBezTo>
                  <a:pt x="1774873" y="1310351"/>
                  <a:pt x="1533542" y="1323677"/>
                  <a:pt x="1272886" y="1293367"/>
                </a:cubicBezTo>
                <a:cubicBezTo>
                  <a:pt x="1012230" y="1263057"/>
                  <a:pt x="827231" y="1283007"/>
                  <a:pt x="675409" y="1293367"/>
                </a:cubicBezTo>
                <a:cubicBezTo>
                  <a:pt x="523587" y="1303727"/>
                  <a:pt x="306371" y="1272729"/>
                  <a:pt x="0" y="1293367"/>
                </a:cubicBezTo>
                <a:cubicBezTo>
                  <a:pt x="12263" y="991474"/>
                  <a:pt x="-26290" y="969539"/>
                  <a:pt x="0" y="646684"/>
                </a:cubicBezTo>
                <a:cubicBezTo>
                  <a:pt x="26290" y="323829"/>
                  <a:pt x="-14925" y="244352"/>
                  <a:pt x="0" y="0"/>
                </a:cubicBezTo>
                <a:close/>
              </a:path>
            </a:pathLst>
          </a:custGeom>
          <a:noFill/>
          <a:ln w="19050">
            <a:solidFill>
              <a:srgbClr val="5266FE"/>
            </a:solidFill>
            <a:extLst>
              <a:ext uri="{C807C97D-BFC1-408E-A445-0C87EB9F89A2}">
                <ask:lineSketchStyleProps xmlns:ask="http://schemas.microsoft.com/office/drawing/2018/sketchyshapes" sd="114130664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BoardManager</a:t>
            </a:r>
            <a:r>
              <a:rPr lang="zh-CN" altLang="en-US" b="0">
                <a:effectLst/>
                <a:latin typeface="Consolas" panose="020B0609020204030204" pitchFamily="49" charset="0"/>
              </a:rPr>
              <a:t>直接依赖具体的游戏模式类。</a:t>
            </a:r>
            <a:endParaRPr lang="en-US" altLang="zh-CN" b="0"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Consolas" panose="020B0609020204030204" pitchFamily="49" charset="0"/>
              </a:rPr>
              <a:t>应依赖抽象。</a:t>
            </a:r>
            <a:endParaRPr lang="zh-CN" altLang="en-US" b="1">
              <a:effectLst/>
              <a:latin typeface="Consolas" panose="020B0609020204030204" pitchFamily="49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0F78189-DCD9-A619-E075-7183B9AFB642}"/>
              </a:ext>
            </a:extLst>
          </p:cNvPr>
          <p:cNvSpPr txBox="1"/>
          <p:nvPr/>
        </p:nvSpPr>
        <p:spPr>
          <a:xfrm>
            <a:off x="296170" y="0"/>
            <a:ext cx="4962595" cy="6873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sz="900" b="0">
                <a:solidFill>
                  <a:srgbClr val="0F4A8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altLang="zh-CN" sz="900" b="0">
                <a:solidFill>
                  <a:srgbClr val="29292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F4A8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en-US" altLang="zh-CN" sz="900" b="0">
                <a:solidFill>
                  <a:srgbClr val="29292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F4A8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en-US" altLang="zh-CN" sz="900" b="0">
                <a:solidFill>
                  <a:srgbClr val="29292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185E73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BoardManager</a:t>
            </a:r>
            <a:r>
              <a:rPr lang="en-US" altLang="zh-CN" sz="900" b="0">
                <a:solidFill>
                  <a:srgbClr val="29292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boards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GameMode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modes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新增：存储每个棋盘的当前玩家</a:t>
            </a:r>
            <a:endParaRPr lang="zh-CN" altLang="en-US" sz="9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600"/>
              </a:lnSpc>
              <a:buNone/>
            </a:pPr>
            <a:r>
              <a:rPr lang="zh-CN" altLang="en-US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currentPlayers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currentBoardIndex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sz="9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600"/>
              </a:lnSpc>
              <a:buNone/>
            </a:pPr>
            <a:b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addBoard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GameMode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newBoard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(mode 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instanceof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PeaceMode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mode 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instanceof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GomokuMode) {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newBoard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initializeEmptyBoard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}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(mode 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instanceof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ReversiMode) {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newBoard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initializeReversiBoard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boards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(newBoard);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modes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(mode);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新增：为新棋盘设置初始玩家（黑棋先行）</a:t>
            </a:r>
            <a:endParaRPr lang="zh-CN" altLang="en-US" sz="9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600"/>
              </a:lnSpc>
              <a:buNone/>
            </a:pPr>
            <a:r>
              <a:rPr lang="zh-CN" altLang="en-US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currentPlayers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  </a:t>
            </a:r>
            <a:r>
              <a:rPr lang="en-US" altLang="zh-CN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将在</a:t>
            </a:r>
            <a:r>
              <a:rPr lang="en-US" altLang="zh-CN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Game</a:t>
            </a:r>
            <a:r>
              <a:rPr lang="zh-CN" altLang="en-US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类中设置初始玩家</a:t>
            </a:r>
            <a:endParaRPr lang="zh-CN" altLang="en-US" sz="9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600"/>
              </a:lnSpc>
              <a:buNone/>
            </a:pPr>
            <a:r>
              <a:rPr lang="zh-CN" altLang="en-US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(currentBoardIndex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sz="9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currentBoardIndex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boards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  </a:t>
            </a:r>
            <a:r>
              <a:rPr lang="en-US" altLang="zh-CN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返回从</a:t>
            </a:r>
            <a:r>
              <a:rPr lang="en-US" altLang="zh-CN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zh-CN" altLang="en-US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开始的棋盘编号</a:t>
            </a:r>
            <a:endParaRPr lang="zh-CN" altLang="en-US" sz="9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600"/>
              </a:lnSpc>
              <a:buNone/>
            </a:pPr>
            <a:r>
              <a:rPr lang="zh-CN" altLang="en-US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600"/>
              </a:lnSpc>
              <a:buNone/>
            </a:pPr>
            <a:b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switchBoard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将用户输入的</a:t>
            </a:r>
            <a:r>
              <a:rPr lang="en-US" altLang="zh-CN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1-based</a:t>
            </a:r>
            <a:r>
              <a:rPr lang="zh-CN" altLang="en-US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索引转换为</a:t>
            </a:r>
            <a:r>
              <a:rPr lang="en-US" altLang="zh-CN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0-based</a:t>
            </a:r>
            <a:endParaRPr lang="en-US" altLang="zh-CN" sz="9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actualIndex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index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(actualIndex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actualIndex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boards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currentBoardIndex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actualIndex;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}</a:t>
            </a:r>
            <a:b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getCurrentBoard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boards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(currentBoardIndex);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}</a:t>
            </a:r>
            <a:b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GameMode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getCurrentMode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modes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(currentBoardIndex);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}</a:t>
            </a:r>
            <a:b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getCurrentBoardIndex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currentBoardIndex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  </a:t>
            </a:r>
            <a:r>
              <a:rPr lang="en-US" altLang="zh-CN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返回从</a:t>
            </a:r>
            <a:r>
              <a:rPr lang="en-US" altLang="zh-CN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zh-CN" altLang="en-US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开始的棋盘编号</a:t>
            </a:r>
            <a:endParaRPr lang="zh-CN" altLang="en-US" sz="9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600"/>
              </a:lnSpc>
              <a:buNone/>
            </a:pPr>
            <a:r>
              <a:rPr lang="zh-CN" altLang="en-US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getBoardCount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boards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}</a:t>
            </a:r>
            <a:b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GameMode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getModeAtIndex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(index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index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modes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modes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(index);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}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600"/>
              </a:lnSpc>
              <a:buNone/>
            </a:pPr>
            <a:b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新增：获取当前棋盘的当前玩家</a:t>
            </a:r>
            <a:endParaRPr lang="zh-CN" altLang="en-US" sz="9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600"/>
              </a:lnSpc>
              <a:buNone/>
            </a:pPr>
            <a:r>
              <a:rPr lang="zh-CN" altLang="en-US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getCurrentPlayer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currentPlayers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(currentBoardIndex);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600"/>
              </a:lnSpc>
              <a:buNone/>
            </a:pPr>
            <a:b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新增：设置当前棋盘的当前玩家</a:t>
            </a:r>
            <a:endParaRPr lang="zh-CN" altLang="en-US" sz="9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600"/>
              </a:lnSpc>
              <a:buNone/>
            </a:pPr>
            <a:r>
              <a:rPr lang="zh-CN" altLang="en-US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setCurrentPlayer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currentPlayers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(currentBoardIndex, player);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600"/>
              </a:lnSpc>
              <a:buNone/>
            </a:pPr>
            <a:b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新增：设置指定棋盘的当前玩家</a:t>
            </a:r>
            <a:endParaRPr lang="zh-CN" altLang="en-US" sz="9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600"/>
              </a:lnSpc>
              <a:buNone/>
            </a:pPr>
            <a:r>
              <a:rPr lang="zh-CN" altLang="en-US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setPlayerAtIndex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(index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index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currentPlayers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currentPlayers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(index, player);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600"/>
              </a:lnSpc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   }</a:t>
            </a:r>
          </a:p>
          <a:p>
            <a:pPr>
              <a:lnSpc>
                <a:spcPts val="600"/>
              </a:lnSpc>
            </a:pPr>
            <a:endParaRPr lang="en-US" altLang="zh-CN" sz="9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Game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p1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900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p2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player1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(p1,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Piece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BLACK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player2 </a:t>
            </a:r>
            <a:r>
              <a:rPr lang="en-US" altLang="zh-CN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(p2,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Piece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WHITE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600"/>
              </a:lnSpc>
              <a:buNone/>
            </a:pPr>
            <a:b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初始化时创建三个不同模式的棋盘</a:t>
            </a:r>
            <a:endParaRPr lang="zh-CN" altLang="en-US" sz="9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600"/>
              </a:lnSpc>
              <a:buNone/>
            </a:pPr>
            <a:r>
              <a:rPr lang="zh-CN" altLang="en-US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9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boardManager</a:t>
            </a:r>
            <a:r>
              <a:rPr lang="en-US" altLang="zh-CN" sz="900" b="0">
                <a:solidFill>
                  <a:srgbClr val="29292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addBoard</a:t>
            </a:r>
            <a:r>
              <a:rPr lang="en-US" altLang="zh-CN" sz="900" b="0">
                <a:solidFill>
                  <a:srgbClr val="29292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900" b="0">
                <a:solidFill>
                  <a:srgbClr val="B5200D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en-US" altLang="zh-CN" sz="900" b="0">
                <a:solidFill>
                  <a:srgbClr val="29292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5E2CBC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PeaceMode</a:t>
            </a:r>
            <a:r>
              <a:rPr lang="en-US" altLang="zh-CN" sz="900" b="0">
                <a:solidFill>
                  <a:srgbClr val="29292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());    </a:t>
            </a:r>
            <a:r>
              <a:rPr lang="en-US" altLang="zh-CN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1</a:t>
            </a:r>
            <a:r>
              <a:rPr lang="zh-CN" altLang="en-US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号和平模式</a:t>
            </a:r>
            <a:endParaRPr lang="zh-CN" altLang="en-US" sz="9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600"/>
              </a:lnSpc>
              <a:buNone/>
            </a:pPr>
            <a:r>
              <a:rPr lang="zh-CN" altLang="en-US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9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boardManager</a:t>
            </a:r>
            <a:r>
              <a:rPr lang="en-US" altLang="zh-CN" sz="900" b="0">
                <a:solidFill>
                  <a:srgbClr val="29292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addBoard</a:t>
            </a:r>
            <a:r>
              <a:rPr lang="en-US" altLang="zh-CN" sz="900" b="0">
                <a:solidFill>
                  <a:srgbClr val="29292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900" b="0">
                <a:solidFill>
                  <a:srgbClr val="B5200D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en-US" altLang="zh-CN" sz="900" b="0">
                <a:solidFill>
                  <a:srgbClr val="29292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5E2CBC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ReversiMode</a:t>
            </a:r>
            <a:r>
              <a:rPr lang="en-US" altLang="zh-CN" sz="900" b="0">
                <a:solidFill>
                  <a:srgbClr val="29292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());  </a:t>
            </a:r>
            <a:r>
              <a:rPr lang="en-US" altLang="zh-CN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2</a:t>
            </a:r>
            <a:r>
              <a:rPr lang="zh-CN" altLang="en-US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号黑白棋模式</a:t>
            </a:r>
            <a:endParaRPr lang="zh-CN" altLang="en-US" sz="9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600"/>
              </a:lnSpc>
              <a:buNone/>
            </a:pPr>
            <a:r>
              <a:rPr lang="zh-CN" altLang="en-US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9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boardManager</a:t>
            </a:r>
            <a:r>
              <a:rPr lang="en-US" altLang="zh-CN" sz="900" b="0">
                <a:solidFill>
                  <a:srgbClr val="29292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addBoard</a:t>
            </a:r>
            <a:r>
              <a:rPr lang="en-US" altLang="zh-CN" sz="900" b="0">
                <a:solidFill>
                  <a:srgbClr val="29292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900" b="0">
                <a:solidFill>
                  <a:srgbClr val="B5200D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en-US" altLang="zh-CN" sz="900" b="0">
                <a:solidFill>
                  <a:srgbClr val="29292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900" b="0">
                <a:solidFill>
                  <a:srgbClr val="5E2CBC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GomokuMode</a:t>
            </a:r>
            <a:r>
              <a:rPr lang="en-US" altLang="zh-CN" sz="900" b="0">
                <a:solidFill>
                  <a:srgbClr val="29292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());   </a:t>
            </a:r>
            <a:r>
              <a:rPr lang="en-US" altLang="zh-CN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3</a:t>
            </a:r>
            <a:r>
              <a:rPr lang="zh-CN" altLang="en-US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号五子棋模式</a:t>
            </a:r>
            <a:endParaRPr lang="zh-CN" altLang="en-US" sz="9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600"/>
              </a:lnSpc>
              <a:buNone/>
            </a:pPr>
            <a:br>
              <a:rPr lang="zh-CN" altLang="en-US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zh-CN" altLang="en-US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为每个棋盘设置初始玩家</a:t>
            </a:r>
            <a:endParaRPr lang="zh-CN" altLang="en-US" sz="9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600"/>
              </a:lnSpc>
              <a:buNone/>
            </a:pPr>
            <a:r>
              <a:rPr lang="zh-CN" altLang="en-US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boardManager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setPlayerAtIndex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9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player1);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boardManager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setPlayerAtIndex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9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player1);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boardManager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setPlayerAtIndex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900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player1);</a:t>
            </a:r>
          </a:p>
          <a:p>
            <a:pPr>
              <a:lnSpc>
                <a:spcPts val="600"/>
              </a:lnSpc>
              <a:buNone/>
            </a:pPr>
            <a:b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900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初始化每个棋盘的状态为未结束</a:t>
            </a:r>
            <a:endParaRPr lang="zh-CN" altLang="en-US" sz="900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600"/>
              </a:lnSpc>
              <a:buNone/>
            </a:pPr>
            <a:r>
              <a:rPr lang="zh-CN" altLang="en-US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boardFinished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boardFinished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600"/>
              </a:lnSpc>
              <a:buNone/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boardFinished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9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900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600"/>
              </a:lnSpc>
            </a:pPr>
            <a:r>
              <a:rPr lang="en-US" altLang="zh-CN" sz="9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}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BB36216-906A-97EA-652D-3CD188455801}"/>
              </a:ext>
            </a:extLst>
          </p:cNvPr>
          <p:cNvSpPr txBox="1"/>
          <p:nvPr/>
        </p:nvSpPr>
        <p:spPr>
          <a:xfrm>
            <a:off x="4545422" y="6519559"/>
            <a:ext cx="6232581" cy="32483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sz="18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boardManager</a:t>
            </a:r>
            <a:r>
              <a:rPr lang="en-US" altLang="zh-CN" sz="18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8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addBoard</a:t>
            </a:r>
            <a:r>
              <a:rPr lang="en-US" altLang="zh-CN" sz="18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800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18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800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PeaceMode</a:t>
            </a:r>
            <a:r>
              <a:rPr lang="en-US" altLang="zh-CN" sz="1800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());    </a:t>
            </a:r>
            <a:endParaRPr lang="en-US" altLang="zh-CN" b="0">
              <a:solidFill>
                <a:srgbClr val="0F4A85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思想气泡: 云 27">
            <a:extLst>
              <a:ext uri="{FF2B5EF4-FFF2-40B4-BE49-F238E27FC236}">
                <a16:creationId xmlns:a16="http://schemas.microsoft.com/office/drawing/2014/main" id="{9B3B5B02-3667-16F7-744C-636D5A00EB80}"/>
              </a:ext>
            </a:extLst>
          </p:cNvPr>
          <p:cNvSpPr/>
          <p:nvPr/>
        </p:nvSpPr>
        <p:spPr>
          <a:xfrm rot="427075">
            <a:off x="8336519" y="4997261"/>
            <a:ext cx="3496547" cy="1230504"/>
          </a:xfrm>
          <a:prstGeom prst="cloudCallout">
            <a:avLst>
              <a:gd name="adj1" fmla="val 47597"/>
              <a:gd name="adj2" fmla="val 5276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违反依赖倒置原则！</a:t>
            </a:r>
          </a:p>
        </p:txBody>
      </p:sp>
      <p:cxnSp>
        <p:nvCxnSpPr>
          <p:cNvPr id="5" name="连接符: 肘形 4">
            <a:extLst>
              <a:ext uri="{FF2B5EF4-FFF2-40B4-BE49-F238E27FC236}">
                <a16:creationId xmlns:a16="http://schemas.microsoft.com/office/drawing/2014/main" id="{64E15A5F-AF28-E5DD-102B-2C1A1078E9BE}"/>
              </a:ext>
            </a:extLst>
          </p:cNvPr>
          <p:cNvCxnSpPr>
            <a:cxnSpLocks/>
          </p:cNvCxnSpPr>
          <p:nvPr/>
        </p:nvCxnSpPr>
        <p:spPr>
          <a:xfrm rot="16200000" flipH="1">
            <a:off x="3797309" y="5971667"/>
            <a:ext cx="721376" cy="636626"/>
          </a:xfrm>
          <a:prstGeom prst="bentConnector3">
            <a:avLst>
              <a:gd name="adj1" fmla="val 23469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62523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F6E49-D340-6FC9-0235-03DC52408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9409437A-67C6-34AE-5315-AFB3D00B0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11" y="358487"/>
            <a:ext cx="693160" cy="4842163"/>
          </a:xfrm>
        </p:spPr>
        <p:txBody>
          <a:bodyPr>
            <a:normAutofit/>
          </a:bodyPr>
          <a:lstStyle/>
          <a:p>
            <a:r>
              <a:rPr lang="zh-CN" altLang="en-US"/>
              <a:t>问</a:t>
            </a:r>
            <a:br>
              <a:rPr lang="en-US" altLang="zh-CN"/>
            </a:br>
            <a:r>
              <a:rPr lang="zh-CN" altLang="en-US"/>
              <a:t>题</a:t>
            </a:r>
            <a:br>
              <a:rPr lang="en-US" altLang="zh-CN"/>
            </a:br>
            <a:r>
              <a:rPr lang="zh-CN" altLang="en-US"/>
              <a:t>分</a:t>
            </a:r>
            <a:br>
              <a:rPr lang="en-US" altLang="zh-CN"/>
            </a:br>
            <a:r>
              <a:rPr lang="zh-CN" altLang="en-US"/>
              <a:t>析</a:t>
            </a:r>
            <a:br>
              <a:rPr lang="en-US" altLang="zh-CN"/>
            </a:br>
            <a:r>
              <a:rPr lang="zh-CN" altLang="en-US"/>
              <a:t>与</a:t>
            </a:r>
            <a:br>
              <a:rPr lang="en-US" altLang="zh-CN"/>
            </a:br>
            <a:r>
              <a:rPr lang="zh-CN" altLang="en-US"/>
              <a:t>改</a:t>
            </a:r>
            <a:br>
              <a:rPr lang="en-US" altLang="zh-CN"/>
            </a:br>
            <a:r>
              <a:rPr lang="zh-CN" altLang="en-US"/>
              <a:t>进</a:t>
            </a:r>
            <a:br>
              <a:rPr lang="en-US" altLang="zh-CN"/>
            </a:br>
            <a:r>
              <a:rPr lang="zh-CN" altLang="en-US"/>
              <a:t>方</a:t>
            </a:r>
            <a:br>
              <a:rPr lang="en-US" altLang="zh-CN"/>
            </a:br>
            <a:r>
              <a:rPr lang="zh-CN" altLang="en-US"/>
              <a:t>向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91BA67B-0EE6-C6A3-B211-2DB2EDAF535E}"/>
              </a:ext>
            </a:extLst>
          </p:cNvPr>
          <p:cNvSpPr txBox="1"/>
          <p:nvPr/>
        </p:nvSpPr>
        <p:spPr>
          <a:xfrm>
            <a:off x="776071" y="1331170"/>
            <a:ext cx="4618427" cy="5172313"/>
          </a:xfrm>
          <a:prstGeom prst="rect">
            <a:avLst/>
          </a:prstGeom>
          <a:noFill/>
          <a:ln>
            <a:solidFill>
              <a:srgbClr val="1A191F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GameState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BoardState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boardStates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HashMap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BoardState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isFinished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currentPlayer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GameMode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updateBoardState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boardIndex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Consumer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BoardState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updater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BoardState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boardStates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(boardIndex);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updater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accept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(state);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800"/>
              </a:lnSpc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E3E31A1-BB42-55D4-C032-37B33F17A400}"/>
              </a:ext>
            </a:extLst>
          </p:cNvPr>
          <p:cNvSpPr txBox="1"/>
          <p:nvPr/>
        </p:nvSpPr>
        <p:spPr>
          <a:xfrm>
            <a:off x="776071" y="206514"/>
            <a:ext cx="3771563" cy="877869"/>
          </a:xfrm>
          <a:custGeom>
            <a:avLst/>
            <a:gdLst>
              <a:gd name="connsiteX0" fmla="*/ 0 w 3771563"/>
              <a:gd name="connsiteY0" fmla="*/ 0 h 877869"/>
              <a:gd name="connsiteX1" fmla="*/ 628594 w 3771563"/>
              <a:gd name="connsiteY1" fmla="*/ 0 h 877869"/>
              <a:gd name="connsiteX2" fmla="*/ 1294903 w 3771563"/>
              <a:gd name="connsiteY2" fmla="*/ 0 h 877869"/>
              <a:gd name="connsiteX3" fmla="*/ 1848066 w 3771563"/>
              <a:gd name="connsiteY3" fmla="*/ 0 h 877869"/>
              <a:gd name="connsiteX4" fmla="*/ 2438944 w 3771563"/>
              <a:gd name="connsiteY4" fmla="*/ 0 h 877869"/>
              <a:gd name="connsiteX5" fmla="*/ 3105254 w 3771563"/>
              <a:gd name="connsiteY5" fmla="*/ 0 h 877869"/>
              <a:gd name="connsiteX6" fmla="*/ 3771563 w 3771563"/>
              <a:gd name="connsiteY6" fmla="*/ 0 h 877869"/>
              <a:gd name="connsiteX7" fmla="*/ 3771563 w 3771563"/>
              <a:gd name="connsiteY7" fmla="*/ 421377 h 877869"/>
              <a:gd name="connsiteX8" fmla="*/ 3771563 w 3771563"/>
              <a:gd name="connsiteY8" fmla="*/ 877869 h 877869"/>
              <a:gd name="connsiteX9" fmla="*/ 3256116 w 3771563"/>
              <a:gd name="connsiteY9" fmla="*/ 877869 h 877869"/>
              <a:gd name="connsiteX10" fmla="*/ 2589807 w 3771563"/>
              <a:gd name="connsiteY10" fmla="*/ 877869 h 877869"/>
              <a:gd name="connsiteX11" fmla="*/ 1961213 w 3771563"/>
              <a:gd name="connsiteY11" fmla="*/ 877869 h 877869"/>
              <a:gd name="connsiteX12" fmla="*/ 1332619 w 3771563"/>
              <a:gd name="connsiteY12" fmla="*/ 877869 h 877869"/>
              <a:gd name="connsiteX13" fmla="*/ 817172 w 3771563"/>
              <a:gd name="connsiteY13" fmla="*/ 877869 h 877869"/>
              <a:gd name="connsiteX14" fmla="*/ 0 w 3771563"/>
              <a:gd name="connsiteY14" fmla="*/ 877869 h 877869"/>
              <a:gd name="connsiteX15" fmla="*/ 0 w 3771563"/>
              <a:gd name="connsiteY15" fmla="*/ 430156 h 877869"/>
              <a:gd name="connsiteX16" fmla="*/ 0 w 3771563"/>
              <a:gd name="connsiteY16" fmla="*/ 0 h 87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771563" h="877869" extrusionOk="0">
                <a:moveTo>
                  <a:pt x="0" y="0"/>
                </a:moveTo>
                <a:cubicBezTo>
                  <a:pt x="153096" y="-24931"/>
                  <a:pt x="357332" y="28899"/>
                  <a:pt x="628594" y="0"/>
                </a:cubicBezTo>
                <a:cubicBezTo>
                  <a:pt x="899856" y="-28899"/>
                  <a:pt x="1033626" y="2275"/>
                  <a:pt x="1294903" y="0"/>
                </a:cubicBezTo>
                <a:cubicBezTo>
                  <a:pt x="1556180" y="-2275"/>
                  <a:pt x="1571750" y="18646"/>
                  <a:pt x="1848066" y="0"/>
                </a:cubicBezTo>
                <a:cubicBezTo>
                  <a:pt x="2124382" y="-18646"/>
                  <a:pt x="2245755" y="-19109"/>
                  <a:pt x="2438944" y="0"/>
                </a:cubicBezTo>
                <a:cubicBezTo>
                  <a:pt x="2632133" y="19109"/>
                  <a:pt x="2860075" y="22520"/>
                  <a:pt x="3105254" y="0"/>
                </a:cubicBezTo>
                <a:cubicBezTo>
                  <a:pt x="3350433" y="-22520"/>
                  <a:pt x="3487528" y="17775"/>
                  <a:pt x="3771563" y="0"/>
                </a:cubicBezTo>
                <a:cubicBezTo>
                  <a:pt x="3757358" y="106369"/>
                  <a:pt x="3781260" y="317929"/>
                  <a:pt x="3771563" y="421377"/>
                </a:cubicBezTo>
                <a:cubicBezTo>
                  <a:pt x="3761866" y="524825"/>
                  <a:pt x="3758147" y="688162"/>
                  <a:pt x="3771563" y="877869"/>
                </a:cubicBezTo>
                <a:cubicBezTo>
                  <a:pt x="3570474" y="897789"/>
                  <a:pt x="3383939" y="854098"/>
                  <a:pt x="3256116" y="877869"/>
                </a:cubicBezTo>
                <a:cubicBezTo>
                  <a:pt x="3128293" y="901640"/>
                  <a:pt x="2918127" y="875078"/>
                  <a:pt x="2589807" y="877869"/>
                </a:cubicBezTo>
                <a:cubicBezTo>
                  <a:pt x="2261487" y="880660"/>
                  <a:pt x="2141463" y="870657"/>
                  <a:pt x="1961213" y="877869"/>
                </a:cubicBezTo>
                <a:cubicBezTo>
                  <a:pt x="1780963" y="885081"/>
                  <a:pt x="1643722" y="870683"/>
                  <a:pt x="1332619" y="877869"/>
                </a:cubicBezTo>
                <a:cubicBezTo>
                  <a:pt x="1021516" y="885055"/>
                  <a:pt x="1005648" y="902709"/>
                  <a:pt x="817172" y="877869"/>
                </a:cubicBezTo>
                <a:cubicBezTo>
                  <a:pt x="628696" y="853029"/>
                  <a:pt x="275065" y="912096"/>
                  <a:pt x="0" y="877869"/>
                </a:cubicBezTo>
                <a:cubicBezTo>
                  <a:pt x="10273" y="751796"/>
                  <a:pt x="2763" y="622939"/>
                  <a:pt x="0" y="430156"/>
                </a:cubicBezTo>
                <a:cubicBezTo>
                  <a:pt x="-2763" y="237373"/>
                  <a:pt x="20606" y="140752"/>
                  <a:pt x="0" y="0"/>
                </a:cubicBezTo>
                <a:close/>
              </a:path>
            </a:pathLst>
          </a:custGeom>
          <a:noFill/>
          <a:ln w="19050">
            <a:solidFill>
              <a:srgbClr val="5266FE"/>
            </a:solidFill>
            <a:extLst>
              <a:ext uri="{C807C97D-BFC1-408E-A445-0C87EB9F89A2}">
                <ask:lineSketchStyleProps xmlns:ask="http://schemas.microsoft.com/office/drawing/2018/sketchyshapes" sd="114130664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b="0">
                <a:effectLst/>
                <a:latin typeface="Consolas" panose="020B0609020204030204" pitchFamily="49" charset="0"/>
              </a:rPr>
              <a:t>游戏状态管理与命令处理功能分散。</a:t>
            </a:r>
            <a:endParaRPr lang="en-US" altLang="zh-CN" b="0"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>
                <a:latin typeface="Consolas" panose="020B0609020204030204" pitchFamily="49" charset="0"/>
              </a:rPr>
              <a:t>可以创建专门的类以实现这些功能。</a:t>
            </a:r>
            <a:endParaRPr lang="zh-CN" altLang="en-US" b="0">
              <a:effectLst/>
              <a:latin typeface="Consolas" panose="020B0609020204030204" pitchFamily="49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4891A30E-1EC4-EAEF-5516-1EE918A29E75}"/>
              </a:ext>
            </a:extLst>
          </p:cNvPr>
          <p:cNvCxnSpPr>
            <a:cxnSpLocks/>
          </p:cNvCxnSpPr>
          <p:nvPr/>
        </p:nvCxnSpPr>
        <p:spPr>
          <a:xfrm flipH="1">
            <a:off x="5726216" y="1376916"/>
            <a:ext cx="47263" cy="5062608"/>
          </a:xfrm>
          <a:prstGeom prst="line">
            <a:avLst/>
          </a:prstGeom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26F8D9F0-86DA-0415-04C8-D503EDE2FBF6}"/>
              </a:ext>
            </a:extLst>
          </p:cNvPr>
          <p:cNvSpPr txBox="1"/>
          <p:nvPr/>
        </p:nvSpPr>
        <p:spPr>
          <a:xfrm>
            <a:off x="6096000" y="1562001"/>
            <a:ext cx="5929781" cy="4710649"/>
          </a:xfrm>
          <a:prstGeom prst="rect">
            <a:avLst/>
          </a:prstGeom>
          <a:noFill/>
          <a:ln>
            <a:solidFill>
              <a:srgbClr val="1A191F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GameCommand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GameState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b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CreateBoardCommand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implements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GameCommand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modeType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CreateBoardCommand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modeType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modeType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modeType;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altLang="zh-CN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GameState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GameMode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GameModeFactory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createMode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(modeType);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创建新棋盘的逻辑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1ED6E9C-24FD-CD8A-6726-574C1C13E2A6}"/>
              </a:ext>
            </a:extLst>
          </p:cNvPr>
          <p:cNvSpPr txBox="1"/>
          <p:nvPr/>
        </p:nvSpPr>
        <p:spPr>
          <a:xfrm>
            <a:off x="6368902" y="505046"/>
            <a:ext cx="5087679" cy="646331"/>
          </a:xfrm>
          <a:custGeom>
            <a:avLst/>
            <a:gdLst>
              <a:gd name="connsiteX0" fmla="*/ 0 w 5087679"/>
              <a:gd name="connsiteY0" fmla="*/ 0 h 646331"/>
              <a:gd name="connsiteX1" fmla="*/ 514421 w 5087679"/>
              <a:gd name="connsiteY1" fmla="*/ 0 h 646331"/>
              <a:gd name="connsiteX2" fmla="*/ 977965 w 5087679"/>
              <a:gd name="connsiteY2" fmla="*/ 0 h 646331"/>
              <a:gd name="connsiteX3" fmla="*/ 1594139 w 5087679"/>
              <a:gd name="connsiteY3" fmla="*/ 0 h 646331"/>
              <a:gd name="connsiteX4" fmla="*/ 2057684 w 5087679"/>
              <a:gd name="connsiteY4" fmla="*/ 0 h 646331"/>
              <a:gd name="connsiteX5" fmla="*/ 2470351 w 5087679"/>
              <a:gd name="connsiteY5" fmla="*/ 0 h 646331"/>
              <a:gd name="connsiteX6" fmla="*/ 2883018 w 5087679"/>
              <a:gd name="connsiteY6" fmla="*/ 0 h 646331"/>
              <a:gd name="connsiteX7" fmla="*/ 3550069 w 5087679"/>
              <a:gd name="connsiteY7" fmla="*/ 0 h 646331"/>
              <a:gd name="connsiteX8" fmla="*/ 4115367 w 5087679"/>
              <a:gd name="connsiteY8" fmla="*/ 0 h 646331"/>
              <a:gd name="connsiteX9" fmla="*/ 5087679 w 5087679"/>
              <a:gd name="connsiteY9" fmla="*/ 0 h 646331"/>
              <a:gd name="connsiteX10" fmla="*/ 5087679 w 5087679"/>
              <a:gd name="connsiteY10" fmla="*/ 303776 h 646331"/>
              <a:gd name="connsiteX11" fmla="*/ 5087679 w 5087679"/>
              <a:gd name="connsiteY11" fmla="*/ 646331 h 646331"/>
              <a:gd name="connsiteX12" fmla="*/ 4522381 w 5087679"/>
              <a:gd name="connsiteY12" fmla="*/ 646331 h 646331"/>
              <a:gd name="connsiteX13" fmla="*/ 4058837 w 5087679"/>
              <a:gd name="connsiteY13" fmla="*/ 646331 h 646331"/>
              <a:gd name="connsiteX14" fmla="*/ 3493540 w 5087679"/>
              <a:gd name="connsiteY14" fmla="*/ 646331 h 646331"/>
              <a:gd name="connsiteX15" fmla="*/ 2826488 w 5087679"/>
              <a:gd name="connsiteY15" fmla="*/ 646331 h 646331"/>
              <a:gd name="connsiteX16" fmla="*/ 2312067 w 5087679"/>
              <a:gd name="connsiteY16" fmla="*/ 646331 h 646331"/>
              <a:gd name="connsiteX17" fmla="*/ 1695893 w 5087679"/>
              <a:gd name="connsiteY17" fmla="*/ 646331 h 646331"/>
              <a:gd name="connsiteX18" fmla="*/ 1283226 w 5087679"/>
              <a:gd name="connsiteY18" fmla="*/ 646331 h 646331"/>
              <a:gd name="connsiteX19" fmla="*/ 870558 w 5087679"/>
              <a:gd name="connsiteY19" fmla="*/ 646331 h 646331"/>
              <a:gd name="connsiteX20" fmla="*/ 0 w 5087679"/>
              <a:gd name="connsiteY20" fmla="*/ 646331 h 646331"/>
              <a:gd name="connsiteX21" fmla="*/ 0 w 5087679"/>
              <a:gd name="connsiteY21" fmla="*/ 310239 h 646331"/>
              <a:gd name="connsiteX22" fmla="*/ 0 w 5087679"/>
              <a:gd name="connsiteY22" fmla="*/ 0 h 64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5087679" h="646331" extrusionOk="0">
                <a:moveTo>
                  <a:pt x="0" y="0"/>
                </a:moveTo>
                <a:cubicBezTo>
                  <a:pt x="174857" y="-26077"/>
                  <a:pt x="351150" y="50988"/>
                  <a:pt x="514421" y="0"/>
                </a:cubicBezTo>
                <a:cubicBezTo>
                  <a:pt x="677692" y="-50988"/>
                  <a:pt x="830304" y="44840"/>
                  <a:pt x="977965" y="0"/>
                </a:cubicBezTo>
                <a:cubicBezTo>
                  <a:pt x="1125626" y="-44840"/>
                  <a:pt x="1372893" y="31720"/>
                  <a:pt x="1594139" y="0"/>
                </a:cubicBezTo>
                <a:cubicBezTo>
                  <a:pt x="1815385" y="-31720"/>
                  <a:pt x="1840186" y="32861"/>
                  <a:pt x="2057684" y="0"/>
                </a:cubicBezTo>
                <a:cubicBezTo>
                  <a:pt x="2275183" y="-32861"/>
                  <a:pt x="2273257" y="22770"/>
                  <a:pt x="2470351" y="0"/>
                </a:cubicBezTo>
                <a:cubicBezTo>
                  <a:pt x="2667445" y="-22770"/>
                  <a:pt x="2793625" y="17212"/>
                  <a:pt x="2883018" y="0"/>
                </a:cubicBezTo>
                <a:cubicBezTo>
                  <a:pt x="2972411" y="-17212"/>
                  <a:pt x="3256099" y="11015"/>
                  <a:pt x="3550069" y="0"/>
                </a:cubicBezTo>
                <a:cubicBezTo>
                  <a:pt x="3844039" y="-11015"/>
                  <a:pt x="3872422" y="20945"/>
                  <a:pt x="4115367" y="0"/>
                </a:cubicBezTo>
                <a:cubicBezTo>
                  <a:pt x="4358312" y="-20945"/>
                  <a:pt x="4848362" y="97622"/>
                  <a:pt x="5087679" y="0"/>
                </a:cubicBezTo>
                <a:cubicBezTo>
                  <a:pt x="5101692" y="80202"/>
                  <a:pt x="5053127" y="222111"/>
                  <a:pt x="5087679" y="303776"/>
                </a:cubicBezTo>
                <a:cubicBezTo>
                  <a:pt x="5122231" y="385441"/>
                  <a:pt x="5062320" y="482030"/>
                  <a:pt x="5087679" y="646331"/>
                </a:cubicBezTo>
                <a:cubicBezTo>
                  <a:pt x="4821399" y="712708"/>
                  <a:pt x="4749158" y="632297"/>
                  <a:pt x="4522381" y="646331"/>
                </a:cubicBezTo>
                <a:cubicBezTo>
                  <a:pt x="4295604" y="660365"/>
                  <a:pt x="4285686" y="639925"/>
                  <a:pt x="4058837" y="646331"/>
                </a:cubicBezTo>
                <a:cubicBezTo>
                  <a:pt x="3831988" y="652737"/>
                  <a:pt x="3751510" y="646256"/>
                  <a:pt x="3493540" y="646331"/>
                </a:cubicBezTo>
                <a:cubicBezTo>
                  <a:pt x="3235570" y="646406"/>
                  <a:pt x="3041064" y="624932"/>
                  <a:pt x="2826488" y="646331"/>
                </a:cubicBezTo>
                <a:cubicBezTo>
                  <a:pt x="2611912" y="667730"/>
                  <a:pt x="2434837" y="639939"/>
                  <a:pt x="2312067" y="646331"/>
                </a:cubicBezTo>
                <a:cubicBezTo>
                  <a:pt x="2189297" y="652723"/>
                  <a:pt x="1897937" y="587359"/>
                  <a:pt x="1695893" y="646331"/>
                </a:cubicBezTo>
                <a:cubicBezTo>
                  <a:pt x="1493849" y="705303"/>
                  <a:pt x="1436018" y="639917"/>
                  <a:pt x="1283226" y="646331"/>
                </a:cubicBezTo>
                <a:cubicBezTo>
                  <a:pt x="1130434" y="652745"/>
                  <a:pt x="1008784" y="599810"/>
                  <a:pt x="870558" y="646331"/>
                </a:cubicBezTo>
                <a:cubicBezTo>
                  <a:pt x="732332" y="692852"/>
                  <a:pt x="209621" y="593681"/>
                  <a:pt x="0" y="646331"/>
                </a:cubicBezTo>
                <a:cubicBezTo>
                  <a:pt x="-2970" y="490907"/>
                  <a:pt x="16276" y="432069"/>
                  <a:pt x="0" y="310239"/>
                </a:cubicBezTo>
                <a:cubicBezTo>
                  <a:pt x="-16276" y="188409"/>
                  <a:pt x="12226" y="130190"/>
                  <a:pt x="0" y="0"/>
                </a:cubicBezTo>
                <a:close/>
              </a:path>
            </a:pathLst>
          </a:custGeom>
          <a:noFill/>
          <a:ln w="38100">
            <a:solidFill>
              <a:srgbClr val="FFFF00"/>
            </a:solidFill>
            <a:extLst>
              <a:ext uri="{C807C97D-BFC1-408E-A445-0C87EB9F89A2}">
                <ask:lineSketchStyleProps xmlns:ask="http://schemas.microsoft.com/office/drawing/2018/sketchyshapes" sd="244943116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zh-CN" altLang="en-US"/>
              <a:t>以上改进将提升代码的模块化程度与可扩展性。每个类的职责更加明确，依赖关系更加合理。</a:t>
            </a:r>
            <a:endParaRPr lang="zh-CN" altLang="en-US" b="0" i="0">
              <a:solidFill>
                <a:srgbClr val="292929"/>
              </a:solidFill>
              <a:effectLst/>
              <a:latin typeface="Segoe WPC"/>
            </a:endParaRPr>
          </a:p>
        </p:txBody>
      </p:sp>
    </p:spTree>
    <p:extLst>
      <p:ext uri="{BB962C8B-B14F-4D97-AF65-F5344CB8AC3E}">
        <p14:creationId xmlns:p14="http://schemas.microsoft.com/office/powerpoint/2010/main" val="1546111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b="0"/>
              <a:t>代码演进与面向对象方法分析</a:t>
            </a:r>
            <a:endParaRPr lang="zh-CN" altLang="en-US" sz="3200" b="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2A414CC-49B8-4828-94F2-8D614A1FBBE6}"/>
              </a:ext>
            </a:extLst>
          </p:cNvPr>
          <p:cNvSpPr txBox="1"/>
          <p:nvPr/>
        </p:nvSpPr>
        <p:spPr>
          <a:xfrm>
            <a:off x="7695538" y="3115955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/03</a:t>
            </a:r>
            <a:endParaRPr lang="zh-CN" altLang="en-US" spc="100" dirty="0">
              <a:solidFill>
                <a:schemeClr val="accent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图片 7" descr="图片包含 户外, 树, 天空, 水&#10;&#10;已生成极高可信度的说明">
            <a:extLst>
              <a:ext uri="{FF2B5EF4-FFF2-40B4-BE49-F238E27FC236}">
                <a16:creationId xmlns:a16="http://schemas.microsoft.com/office/drawing/2014/main" id="{4D41058C-0193-47A1-9B8A-101085CD9D9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778318"/>
            <a:ext cx="12192000" cy="105231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EC2DB70-C060-F289-D9D9-7496E95CE017}"/>
              </a:ext>
            </a:extLst>
          </p:cNvPr>
          <p:cNvSpPr txBox="1"/>
          <p:nvPr/>
        </p:nvSpPr>
        <p:spPr>
          <a:xfrm>
            <a:off x="733647" y="4263656"/>
            <a:ext cx="4470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Lab4</a:t>
            </a:r>
            <a:r>
              <a:rPr lang="zh-CN" altLang="en-US"/>
              <a:t>缺陷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Lab5</a:t>
            </a:r>
            <a:r>
              <a:rPr lang="zh-CN" altLang="en-US"/>
              <a:t>相应改进</a:t>
            </a:r>
          </a:p>
        </p:txBody>
      </p:sp>
    </p:spTree>
    <p:extLst>
      <p:ext uri="{BB962C8B-B14F-4D97-AF65-F5344CB8AC3E}">
        <p14:creationId xmlns:p14="http://schemas.microsoft.com/office/powerpoint/2010/main" val="26069734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12AAC-CD27-94CC-CCD4-4B6618CB2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B363B83-0EB3-66C6-C7CE-BDC3E327C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646545"/>
          </a:xfrm>
        </p:spPr>
        <p:txBody>
          <a:bodyPr/>
          <a:lstStyle/>
          <a:p>
            <a:r>
              <a:rPr lang="en-US" altLang="zh-CN"/>
              <a:t>Lab4</a:t>
            </a:r>
            <a:r>
              <a:rPr lang="zh-CN" altLang="en-US"/>
              <a:t>缺陷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6E9A977-926E-2051-4BB9-95A095557CA5}"/>
              </a:ext>
            </a:extLst>
          </p:cNvPr>
          <p:cNvSpPr txBox="1"/>
          <p:nvPr/>
        </p:nvSpPr>
        <p:spPr>
          <a:xfrm>
            <a:off x="421831" y="735776"/>
            <a:ext cx="11412206" cy="5172313"/>
          </a:xfrm>
          <a:prstGeom prst="rect">
            <a:avLst/>
          </a:prstGeom>
          <a:noFill/>
          <a:ln>
            <a:solidFill>
              <a:srgbClr val="1A191F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检查当前棋盘是否为反转棋游戏结束状态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(currentBoard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instanceof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ReverseBoard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((ReverseBoard) currentBoard).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isGameOver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//System.out.println("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反转棋游戏已结束！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" + ((ReverseBoard) currentBoard).getGameResult());</a:t>
            </a:r>
            <a:endParaRPr lang="en-US" altLang="zh-CN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等待用户确认后继续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按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Enter</a:t>
            </a:r>
            <a:r>
              <a:rPr lang="zh-CN" altLang="en-US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键继续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..."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scanner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nextLine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如果还有其他未结束的游戏，切换到下一个可用棋盘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foundValidBoard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 i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 i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nextBoardIndex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(currentBoardIndex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i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nextBoard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(nextBoardIndex);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(nextBoard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instanceof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ReverseBoard)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((ReverseBoard) nextBoard).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isGameOver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currentBoardIndex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nextBoardIndex;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foundValidBoard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800"/>
              </a:lnSpc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336C0A6-CCD2-860A-7E63-551E6F7AB635}"/>
              </a:ext>
            </a:extLst>
          </p:cNvPr>
          <p:cNvSpPr txBox="1"/>
          <p:nvPr/>
        </p:nvSpPr>
        <p:spPr>
          <a:xfrm>
            <a:off x="8514464" y="1565961"/>
            <a:ext cx="2933257" cy="1708866"/>
          </a:xfrm>
          <a:custGeom>
            <a:avLst/>
            <a:gdLst>
              <a:gd name="connsiteX0" fmla="*/ 0 w 2933257"/>
              <a:gd name="connsiteY0" fmla="*/ 0 h 1708866"/>
              <a:gd name="connsiteX1" fmla="*/ 615984 w 2933257"/>
              <a:gd name="connsiteY1" fmla="*/ 0 h 1708866"/>
              <a:gd name="connsiteX2" fmla="*/ 1231968 w 2933257"/>
              <a:gd name="connsiteY2" fmla="*/ 0 h 1708866"/>
              <a:gd name="connsiteX3" fmla="*/ 1730622 w 2933257"/>
              <a:gd name="connsiteY3" fmla="*/ 0 h 1708866"/>
              <a:gd name="connsiteX4" fmla="*/ 2375938 w 2933257"/>
              <a:gd name="connsiteY4" fmla="*/ 0 h 1708866"/>
              <a:gd name="connsiteX5" fmla="*/ 2933257 w 2933257"/>
              <a:gd name="connsiteY5" fmla="*/ 0 h 1708866"/>
              <a:gd name="connsiteX6" fmla="*/ 2933257 w 2933257"/>
              <a:gd name="connsiteY6" fmla="*/ 535445 h 1708866"/>
              <a:gd name="connsiteX7" fmla="*/ 2933257 w 2933257"/>
              <a:gd name="connsiteY7" fmla="*/ 1070889 h 1708866"/>
              <a:gd name="connsiteX8" fmla="*/ 2933257 w 2933257"/>
              <a:gd name="connsiteY8" fmla="*/ 1708866 h 1708866"/>
              <a:gd name="connsiteX9" fmla="*/ 2405271 w 2933257"/>
              <a:gd name="connsiteY9" fmla="*/ 1708866 h 1708866"/>
              <a:gd name="connsiteX10" fmla="*/ 1818619 w 2933257"/>
              <a:gd name="connsiteY10" fmla="*/ 1708866 h 1708866"/>
              <a:gd name="connsiteX11" fmla="*/ 1319966 w 2933257"/>
              <a:gd name="connsiteY11" fmla="*/ 1708866 h 1708866"/>
              <a:gd name="connsiteX12" fmla="*/ 674649 w 2933257"/>
              <a:gd name="connsiteY12" fmla="*/ 1708866 h 1708866"/>
              <a:gd name="connsiteX13" fmla="*/ 0 w 2933257"/>
              <a:gd name="connsiteY13" fmla="*/ 1708866 h 1708866"/>
              <a:gd name="connsiteX14" fmla="*/ 0 w 2933257"/>
              <a:gd name="connsiteY14" fmla="*/ 1139244 h 1708866"/>
              <a:gd name="connsiteX15" fmla="*/ 0 w 2933257"/>
              <a:gd name="connsiteY15" fmla="*/ 586711 h 1708866"/>
              <a:gd name="connsiteX16" fmla="*/ 0 w 2933257"/>
              <a:gd name="connsiteY16" fmla="*/ 0 h 1708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933257" h="1708866" extrusionOk="0">
                <a:moveTo>
                  <a:pt x="0" y="0"/>
                </a:moveTo>
                <a:cubicBezTo>
                  <a:pt x="169089" y="30508"/>
                  <a:pt x="403348" y="-11439"/>
                  <a:pt x="615984" y="0"/>
                </a:cubicBezTo>
                <a:cubicBezTo>
                  <a:pt x="828620" y="11439"/>
                  <a:pt x="1021641" y="-13972"/>
                  <a:pt x="1231968" y="0"/>
                </a:cubicBezTo>
                <a:cubicBezTo>
                  <a:pt x="1442295" y="13972"/>
                  <a:pt x="1604472" y="16746"/>
                  <a:pt x="1730622" y="0"/>
                </a:cubicBezTo>
                <a:cubicBezTo>
                  <a:pt x="1856772" y="-16746"/>
                  <a:pt x="2159152" y="-1888"/>
                  <a:pt x="2375938" y="0"/>
                </a:cubicBezTo>
                <a:cubicBezTo>
                  <a:pt x="2592724" y="1888"/>
                  <a:pt x="2674183" y="-11449"/>
                  <a:pt x="2933257" y="0"/>
                </a:cubicBezTo>
                <a:cubicBezTo>
                  <a:pt x="2912795" y="115239"/>
                  <a:pt x="2912939" y="370618"/>
                  <a:pt x="2933257" y="535445"/>
                </a:cubicBezTo>
                <a:cubicBezTo>
                  <a:pt x="2953575" y="700273"/>
                  <a:pt x="2906799" y="919946"/>
                  <a:pt x="2933257" y="1070889"/>
                </a:cubicBezTo>
                <a:cubicBezTo>
                  <a:pt x="2959715" y="1221832"/>
                  <a:pt x="2911174" y="1473999"/>
                  <a:pt x="2933257" y="1708866"/>
                </a:cubicBezTo>
                <a:cubicBezTo>
                  <a:pt x="2795008" y="1720473"/>
                  <a:pt x="2609479" y="1723032"/>
                  <a:pt x="2405271" y="1708866"/>
                </a:cubicBezTo>
                <a:cubicBezTo>
                  <a:pt x="2201063" y="1694700"/>
                  <a:pt x="1969025" y="1709273"/>
                  <a:pt x="1818619" y="1708866"/>
                </a:cubicBezTo>
                <a:cubicBezTo>
                  <a:pt x="1668213" y="1708459"/>
                  <a:pt x="1436179" y="1684417"/>
                  <a:pt x="1319966" y="1708866"/>
                </a:cubicBezTo>
                <a:cubicBezTo>
                  <a:pt x="1203753" y="1733315"/>
                  <a:pt x="855279" y="1717667"/>
                  <a:pt x="674649" y="1708866"/>
                </a:cubicBezTo>
                <a:cubicBezTo>
                  <a:pt x="494019" y="1700065"/>
                  <a:pt x="228725" y="1721250"/>
                  <a:pt x="0" y="1708866"/>
                </a:cubicBezTo>
                <a:cubicBezTo>
                  <a:pt x="-1812" y="1496057"/>
                  <a:pt x="5314" y="1353095"/>
                  <a:pt x="0" y="1139244"/>
                </a:cubicBezTo>
                <a:cubicBezTo>
                  <a:pt x="-5314" y="925393"/>
                  <a:pt x="-6327" y="858687"/>
                  <a:pt x="0" y="586711"/>
                </a:cubicBezTo>
                <a:cubicBezTo>
                  <a:pt x="6327" y="314735"/>
                  <a:pt x="-7628" y="269119"/>
                  <a:pt x="0" y="0"/>
                </a:cubicBezTo>
                <a:close/>
              </a:path>
            </a:pathLst>
          </a:custGeom>
          <a:noFill/>
          <a:ln w="19050">
            <a:solidFill>
              <a:srgbClr val="5266FE"/>
            </a:solidFill>
            <a:extLst>
              <a:ext uri="{C807C97D-BFC1-408E-A445-0C87EB9F89A2}">
                <ask:lineSketchStyleProps xmlns:ask="http://schemas.microsoft.com/office/drawing/2018/sketchyshapes" sd="110033365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b="1" i="0">
                <a:solidFill>
                  <a:srgbClr val="0F4A85"/>
                </a:solidFill>
                <a:effectLst/>
                <a:latin typeface="Segoe WPC"/>
              </a:rPr>
              <a:t>游戏逻辑高度耦合</a:t>
            </a:r>
            <a:r>
              <a:rPr lang="zh-CN" altLang="en-US" b="0" i="0">
                <a:solidFill>
                  <a:srgbClr val="292929"/>
                </a:solidFill>
                <a:effectLst/>
                <a:latin typeface="Segoe WPC"/>
              </a:rPr>
              <a:t>：</a:t>
            </a:r>
            <a:endParaRPr lang="en-US" altLang="zh-CN" b="0" i="0">
              <a:solidFill>
                <a:srgbClr val="292929"/>
              </a:solidFill>
              <a:effectLst/>
              <a:latin typeface="Segoe WPC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>
                <a:solidFill>
                  <a:srgbClr val="292929"/>
                </a:solidFill>
                <a:latin typeface="Consolas" panose="020B0609020204030204" pitchFamily="49" charset="0"/>
              </a:rPr>
              <a:t>在</a:t>
            </a:r>
            <a:r>
              <a:rPr lang="en-US" altLang="zh-CN">
                <a:solidFill>
                  <a:srgbClr val="292929"/>
                </a:solidFill>
                <a:latin typeface="Consolas" panose="020B0609020204030204" pitchFamily="49" charset="0"/>
              </a:rPr>
              <a:t>Game.java</a:t>
            </a:r>
            <a:r>
              <a:rPr lang="zh-CN" altLang="en-US">
                <a:solidFill>
                  <a:srgbClr val="292929"/>
                </a:solidFill>
                <a:latin typeface="Consolas" panose="020B0609020204030204" pitchFamily="49" charset="0"/>
              </a:rPr>
              <a:t>中</a:t>
            </a:r>
            <a:r>
              <a:rPr lang="zh-CN" altLang="en-US" b="0" i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通过大量的</a:t>
            </a:r>
            <a:r>
              <a:rPr lang="en-US" altLang="zh-CN" b="0" i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instanceof</a:t>
            </a:r>
            <a:r>
              <a:rPr lang="zh-CN" altLang="en-US" b="0" i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判断来处理不同游戏类型。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4398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9DEA0-32DF-4CF4-863E-FDBDE7198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927CD0DF-F797-317F-F4F6-DDBAEE2EB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646545"/>
          </a:xfrm>
        </p:spPr>
        <p:txBody>
          <a:bodyPr/>
          <a:lstStyle/>
          <a:p>
            <a:r>
              <a:rPr lang="en-US" altLang="zh-CN"/>
              <a:t>Lab4</a:t>
            </a:r>
            <a:r>
              <a:rPr lang="zh-CN" altLang="en-US"/>
              <a:t>缺陷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C3ACE2D-EB3A-EA84-CE6D-DB90FDA37E8F}"/>
              </a:ext>
            </a:extLst>
          </p:cNvPr>
          <p:cNvSpPr txBox="1"/>
          <p:nvPr/>
        </p:nvSpPr>
        <p:spPr>
          <a:xfrm>
            <a:off x="421831" y="735776"/>
            <a:ext cx="11412206" cy="5172313"/>
          </a:xfrm>
          <a:prstGeom prst="rect">
            <a:avLst/>
          </a:prstGeom>
          <a:noFill/>
          <a:ln>
            <a:solidFill>
              <a:srgbClr val="1A191F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新增：判断是否添加新游戏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equalsIgnoreCase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"peace"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添加和平游戏：普通棋盘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boardTurns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gameTypes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"peace"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成功添加新游戏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peace</a:t>
            </a:r>
            <a:r>
              <a:rPr lang="zh-CN" altLang="en-US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，游戏编号为：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updateBoardsGameList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allGameEndedNotified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scanner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nextLine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equalsIgnoreCase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"reversi"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添加反转棋盘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ReverseBoard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boardTurns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gameTypes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"reversi"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成功添加新游戏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reversi</a:t>
            </a:r>
            <a:r>
              <a:rPr lang="zh-CN" altLang="en-US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，游戏编号为：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updateBoardsGameList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allGameEndedNotified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scanner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nextLine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1CC1AFC-9F00-6E56-934C-0DC4A9F07EAD}"/>
              </a:ext>
            </a:extLst>
          </p:cNvPr>
          <p:cNvSpPr txBox="1"/>
          <p:nvPr/>
        </p:nvSpPr>
        <p:spPr>
          <a:xfrm>
            <a:off x="8587230" y="2675248"/>
            <a:ext cx="2933257" cy="1293367"/>
          </a:xfrm>
          <a:custGeom>
            <a:avLst/>
            <a:gdLst>
              <a:gd name="connsiteX0" fmla="*/ 0 w 2933257"/>
              <a:gd name="connsiteY0" fmla="*/ 0 h 1293367"/>
              <a:gd name="connsiteX1" fmla="*/ 615984 w 2933257"/>
              <a:gd name="connsiteY1" fmla="*/ 0 h 1293367"/>
              <a:gd name="connsiteX2" fmla="*/ 1231968 w 2933257"/>
              <a:gd name="connsiteY2" fmla="*/ 0 h 1293367"/>
              <a:gd name="connsiteX3" fmla="*/ 1730622 w 2933257"/>
              <a:gd name="connsiteY3" fmla="*/ 0 h 1293367"/>
              <a:gd name="connsiteX4" fmla="*/ 2375938 w 2933257"/>
              <a:gd name="connsiteY4" fmla="*/ 0 h 1293367"/>
              <a:gd name="connsiteX5" fmla="*/ 2933257 w 2933257"/>
              <a:gd name="connsiteY5" fmla="*/ 0 h 1293367"/>
              <a:gd name="connsiteX6" fmla="*/ 2933257 w 2933257"/>
              <a:gd name="connsiteY6" fmla="*/ 620816 h 1293367"/>
              <a:gd name="connsiteX7" fmla="*/ 2933257 w 2933257"/>
              <a:gd name="connsiteY7" fmla="*/ 1293367 h 1293367"/>
              <a:gd name="connsiteX8" fmla="*/ 2405271 w 2933257"/>
              <a:gd name="connsiteY8" fmla="*/ 1293367 h 1293367"/>
              <a:gd name="connsiteX9" fmla="*/ 1847952 w 2933257"/>
              <a:gd name="connsiteY9" fmla="*/ 1293367 h 1293367"/>
              <a:gd name="connsiteX10" fmla="*/ 1261301 w 2933257"/>
              <a:gd name="connsiteY10" fmla="*/ 1293367 h 1293367"/>
              <a:gd name="connsiteX11" fmla="*/ 762647 w 2933257"/>
              <a:gd name="connsiteY11" fmla="*/ 1293367 h 1293367"/>
              <a:gd name="connsiteX12" fmla="*/ 0 w 2933257"/>
              <a:gd name="connsiteY12" fmla="*/ 1293367 h 1293367"/>
              <a:gd name="connsiteX13" fmla="*/ 0 w 2933257"/>
              <a:gd name="connsiteY13" fmla="*/ 685485 h 1293367"/>
              <a:gd name="connsiteX14" fmla="*/ 0 w 2933257"/>
              <a:gd name="connsiteY14" fmla="*/ 0 h 1293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933257" h="1293367" extrusionOk="0">
                <a:moveTo>
                  <a:pt x="0" y="0"/>
                </a:moveTo>
                <a:cubicBezTo>
                  <a:pt x="169089" y="30508"/>
                  <a:pt x="403348" y="-11439"/>
                  <a:pt x="615984" y="0"/>
                </a:cubicBezTo>
                <a:cubicBezTo>
                  <a:pt x="828620" y="11439"/>
                  <a:pt x="1021641" y="-13972"/>
                  <a:pt x="1231968" y="0"/>
                </a:cubicBezTo>
                <a:cubicBezTo>
                  <a:pt x="1442295" y="13972"/>
                  <a:pt x="1604472" y="16746"/>
                  <a:pt x="1730622" y="0"/>
                </a:cubicBezTo>
                <a:cubicBezTo>
                  <a:pt x="1856772" y="-16746"/>
                  <a:pt x="2159152" y="-1888"/>
                  <a:pt x="2375938" y="0"/>
                </a:cubicBezTo>
                <a:cubicBezTo>
                  <a:pt x="2592724" y="1888"/>
                  <a:pt x="2674183" y="-11449"/>
                  <a:pt x="2933257" y="0"/>
                </a:cubicBezTo>
                <a:cubicBezTo>
                  <a:pt x="2911911" y="288155"/>
                  <a:pt x="2943456" y="426901"/>
                  <a:pt x="2933257" y="620816"/>
                </a:cubicBezTo>
                <a:cubicBezTo>
                  <a:pt x="2923058" y="814731"/>
                  <a:pt x="2953627" y="1112196"/>
                  <a:pt x="2933257" y="1293367"/>
                </a:cubicBezTo>
                <a:cubicBezTo>
                  <a:pt x="2759544" y="1301354"/>
                  <a:pt x="2603391" y="1314892"/>
                  <a:pt x="2405271" y="1293367"/>
                </a:cubicBezTo>
                <a:cubicBezTo>
                  <a:pt x="2207151" y="1271842"/>
                  <a:pt x="2067266" y="1278613"/>
                  <a:pt x="1847952" y="1293367"/>
                </a:cubicBezTo>
                <a:cubicBezTo>
                  <a:pt x="1628638" y="1308121"/>
                  <a:pt x="1409776" y="1292285"/>
                  <a:pt x="1261301" y="1293367"/>
                </a:cubicBezTo>
                <a:cubicBezTo>
                  <a:pt x="1112826" y="1294449"/>
                  <a:pt x="881528" y="1272370"/>
                  <a:pt x="762647" y="1293367"/>
                </a:cubicBezTo>
                <a:cubicBezTo>
                  <a:pt x="643766" y="1314364"/>
                  <a:pt x="218177" y="1331350"/>
                  <a:pt x="0" y="1293367"/>
                </a:cubicBezTo>
                <a:cubicBezTo>
                  <a:pt x="5408" y="1094776"/>
                  <a:pt x="-17646" y="853283"/>
                  <a:pt x="0" y="685485"/>
                </a:cubicBezTo>
                <a:cubicBezTo>
                  <a:pt x="17646" y="517687"/>
                  <a:pt x="-12503" y="199034"/>
                  <a:pt x="0" y="0"/>
                </a:cubicBezTo>
                <a:close/>
              </a:path>
            </a:pathLst>
          </a:custGeom>
          <a:noFill/>
          <a:ln w="19050">
            <a:solidFill>
              <a:srgbClr val="5266FE"/>
            </a:solidFill>
            <a:extLst>
              <a:ext uri="{C807C97D-BFC1-408E-A445-0C87EB9F89A2}">
                <ask:lineSketchStyleProps xmlns:ask="http://schemas.microsoft.com/office/drawing/2018/sketchyshapes" sd="110033365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b="1" i="0">
                <a:solidFill>
                  <a:srgbClr val="0F4A85"/>
                </a:solidFill>
                <a:effectLst/>
                <a:latin typeface="Segoe WPC"/>
              </a:rPr>
              <a:t>扩展性差：</a:t>
            </a:r>
            <a:endParaRPr lang="en-US" altLang="zh-CN" b="1" i="0">
              <a:solidFill>
                <a:srgbClr val="0F4A85"/>
              </a:solidFill>
              <a:effectLst/>
              <a:latin typeface="Segoe WPC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>
                <a:solidFill>
                  <a:srgbClr val="292929"/>
                </a:solidFill>
                <a:latin typeface="Consolas" panose="020B0609020204030204" pitchFamily="49" charset="0"/>
              </a:rPr>
              <a:t>在</a:t>
            </a:r>
            <a:r>
              <a:rPr lang="en-US" altLang="zh-CN">
                <a:solidFill>
                  <a:srgbClr val="292929"/>
                </a:solidFill>
                <a:latin typeface="Consolas" panose="020B0609020204030204" pitchFamily="49" charset="0"/>
              </a:rPr>
              <a:t>Game.java</a:t>
            </a:r>
            <a:r>
              <a:rPr lang="zh-CN" altLang="en-US">
                <a:solidFill>
                  <a:srgbClr val="292929"/>
                </a:solidFill>
                <a:latin typeface="Consolas" panose="020B0609020204030204" pitchFamily="49" charset="0"/>
              </a:rPr>
              <a:t>中，添加新游戏模式需要修改多处代码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1333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68C05-CF7C-906D-71F4-F925098FF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4BCFB61-BA0A-3DAF-A287-BD1FB6C85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646545"/>
          </a:xfrm>
        </p:spPr>
        <p:txBody>
          <a:bodyPr/>
          <a:lstStyle/>
          <a:p>
            <a:r>
              <a:rPr lang="en-US" altLang="zh-CN"/>
              <a:t>Lab4</a:t>
            </a:r>
            <a:r>
              <a:rPr lang="zh-CN" altLang="en-US"/>
              <a:t>缺陷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5CBB67E-1B07-29C6-8969-3E33280CC845}"/>
              </a:ext>
            </a:extLst>
          </p:cNvPr>
          <p:cNvSpPr txBox="1"/>
          <p:nvPr/>
        </p:nvSpPr>
        <p:spPr>
          <a:xfrm>
            <a:off x="421831" y="735776"/>
            <a:ext cx="11412206" cy="3556486"/>
          </a:xfrm>
          <a:prstGeom prst="rect">
            <a:avLst/>
          </a:prstGeom>
          <a:noFill/>
          <a:ln>
            <a:solidFill>
              <a:srgbClr val="1A191F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placePiece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row,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col,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piece)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获取当前游戏对象和当前玩家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(piece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BLACK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game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getPlayer1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game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getPlayer2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canPlaceAndFlip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(row, col, piece, player))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grid[row][col]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piece;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在成功落子后，更新双方玩家得分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updatePlayerScore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game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getPlayer1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updatePlayerScore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game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getPlayer2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433924F-21FC-827D-5B95-91A786F86A82}"/>
              </a:ext>
            </a:extLst>
          </p:cNvPr>
          <p:cNvSpPr txBox="1"/>
          <p:nvPr/>
        </p:nvSpPr>
        <p:spPr>
          <a:xfrm>
            <a:off x="8413081" y="2017723"/>
            <a:ext cx="3107406" cy="1293367"/>
          </a:xfrm>
          <a:custGeom>
            <a:avLst/>
            <a:gdLst>
              <a:gd name="connsiteX0" fmla="*/ 0 w 3107406"/>
              <a:gd name="connsiteY0" fmla="*/ 0 h 1293367"/>
              <a:gd name="connsiteX1" fmla="*/ 652555 w 3107406"/>
              <a:gd name="connsiteY1" fmla="*/ 0 h 1293367"/>
              <a:gd name="connsiteX2" fmla="*/ 1305111 w 3107406"/>
              <a:gd name="connsiteY2" fmla="*/ 0 h 1293367"/>
              <a:gd name="connsiteX3" fmla="*/ 1833370 w 3107406"/>
              <a:gd name="connsiteY3" fmla="*/ 0 h 1293367"/>
              <a:gd name="connsiteX4" fmla="*/ 2516999 w 3107406"/>
              <a:gd name="connsiteY4" fmla="*/ 0 h 1293367"/>
              <a:gd name="connsiteX5" fmla="*/ 3107406 w 3107406"/>
              <a:gd name="connsiteY5" fmla="*/ 0 h 1293367"/>
              <a:gd name="connsiteX6" fmla="*/ 3107406 w 3107406"/>
              <a:gd name="connsiteY6" fmla="*/ 620816 h 1293367"/>
              <a:gd name="connsiteX7" fmla="*/ 3107406 w 3107406"/>
              <a:gd name="connsiteY7" fmla="*/ 1293367 h 1293367"/>
              <a:gd name="connsiteX8" fmla="*/ 2548073 w 3107406"/>
              <a:gd name="connsiteY8" fmla="*/ 1293367 h 1293367"/>
              <a:gd name="connsiteX9" fmla="*/ 1957666 w 3107406"/>
              <a:gd name="connsiteY9" fmla="*/ 1293367 h 1293367"/>
              <a:gd name="connsiteX10" fmla="*/ 1336185 w 3107406"/>
              <a:gd name="connsiteY10" fmla="*/ 1293367 h 1293367"/>
              <a:gd name="connsiteX11" fmla="*/ 807926 w 3107406"/>
              <a:gd name="connsiteY11" fmla="*/ 1293367 h 1293367"/>
              <a:gd name="connsiteX12" fmla="*/ 0 w 3107406"/>
              <a:gd name="connsiteY12" fmla="*/ 1293367 h 1293367"/>
              <a:gd name="connsiteX13" fmla="*/ 0 w 3107406"/>
              <a:gd name="connsiteY13" fmla="*/ 685485 h 1293367"/>
              <a:gd name="connsiteX14" fmla="*/ 0 w 3107406"/>
              <a:gd name="connsiteY14" fmla="*/ 0 h 1293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107406" h="1293367" extrusionOk="0">
                <a:moveTo>
                  <a:pt x="0" y="0"/>
                </a:moveTo>
                <a:cubicBezTo>
                  <a:pt x="217573" y="-22841"/>
                  <a:pt x="429068" y="-1405"/>
                  <a:pt x="652555" y="0"/>
                </a:cubicBezTo>
                <a:cubicBezTo>
                  <a:pt x="876042" y="1405"/>
                  <a:pt x="989394" y="24855"/>
                  <a:pt x="1305111" y="0"/>
                </a:cubicBezTo>
                <a:cubicBezTo>
                  <a:pt x="1620828" y="-24855"/>
                  <a:pt x="1704265" y="-24313"/>
                  <a:pt x="1833370" y="0"/>
                </a:cubicBezTo>
                <a:cubicBezTo>
                  <a:pt x="1962475" y="24313"/>
                  <a:pt x="2313907" y="15742"/>
                  <a:pt x="2516999" y="0"/>
                </a:cubicBezTo>
                <a:cubicBezTo>
                  <a:pt x="2720091" y="-15742"/>
                  <a:pt x="2863628" y="28057"/>
                  <a:pt x="3107406" y="0"/>
                </a:cubicBezTo>
                <a:cubicBezTo>
                  <a:pt x="3086060" y="288155"/>
                  <a:pt x="3117605" y="426901"/>
                  <a:pt x="3107406" y="620816"/>
                </a:cubicBezTo>
                <a:cubicBezTo>
                  <a:pt x="3097207" y="814731"/>
                  <a:pt x="3127776" y="1112196"/>
                  <a:pt x="3107406" y="1293367"/>
                </a:cubicBezTo>
                <a:cubicBezTo>
                  <a:pt x="2941343" y="1268485"/>
                  <a:pt x="2681035" y="1308187"/>
                  <a:pt x="2548073" y="1293367"/>
                </a:cubicBezTo>
                <a:cubicBezTo>
                  <a:pt x="2415111" y="1278547"/>
                  <a:pt x="2149514" y="1279652"/>
                  <a:pt x="1957666" y="1293367"/>
                </a:cubicBezTo>
                <a:cubicBezTo>
                  <a:pt x="1765818" y="1307082"/>
                  <a:pt x="1600184" y="1310449"/>
                  <a:pt x="1336185" y="1293367"/>
                </a:cubicBezTo>
                <a:cubicBezTo>
                  <a:pt x="1072186" y="1276285"/>
                  <a:pt x="984634" y="1299099"/>
                  <a:pt x="807926" y="1293367"/>
                </a:cubicBezTo>
                <a:cubicBezTo>
                  <a:pt x="631218" y="1287635"/>
                  <a:pt x="189258" y="1326181"/>
                  <a:pt x="0" y="1293367"/>
                </a:cubicBezTo>
                <a:cubicBezTo>
                  <a:pt x="5408" y="1094776"/>
                  <a:pt x="-17646" y="853283"/>
                  <a:pt x="0" y="685485"/>
                </a:cubicBezTo>
                <a:cubicBezTo>
                  <a:pt x="17646" y="517687"/>
                  <a:pt x="-12503" y="199034"/>
                  <a:pt x="0" y="0"/>
                </a:cubicBezTo>
                <a:close/>
              </a:path>
            </a:pathLst>
          </a:custGeom>
          <a:noFill/>
          <a:ln w="19050">
            <a:solidFill>
              <a:srgbClr val="5266FE"/>
            </a:solidFill>
            <a:extLst>
              <a:ext uri="{C807C97D-BFC1-408E-A445-0C87EB9F89A2}">
                <ask:lineSketchStyleProps xmlns:ask="http://schemas.microsoft.com/office/drawing/2018/sketchyshapes" sd="110033365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b="1">
                <a:solidFill>
                  <a:srgbClr val="0F4A85"/>
                </a:solidFill>
                <a:latin typeface="Segoe WPC"/>
              </a:rPr>
              <a:t>棋盘操作与游戏规则混合</a:t>
            </a:r>
            <a:r>
              <a:rPr lang="zh-CN" altLang="en-US" b="1" i="0">
                <a:solidFill>
                  <a:srgbClr val="0F4A85"/>
                </a:solidFill>
                <a:effectLst/>
                <a:latin typeface="Segoe WPC"/>
              </a:rPr>
              <a:t>：</a:t>
            </a:r>
            <a:endParaRPr lang="en-US" altLang="zh-CN" b="1" i="0">
              <a:solidFill>
                <a:srgbClr val="0F4A85"/>
              </a:solidFill>
              <a:effectLst/>
              <a:latin typeface="Segoe WPC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>
                <a:solidFill>
                  <a:srgbClr val="292929"/>
                </a:solidFill>
                <a:latin typeface="Consolas" panose="020B0609020204030204" pitchFamily="49" charset="0"/>
              </a:rPr>
              <a:t>在</a:t>
            </a:r>
            <a:r>
              <a:rPr lang="en-US" altLang="zh-CN">
                <a:solidFill>
                  <a:srgbClr val="292929"/>
                </a:solidFill>
                <a:latin typeface="Consolas" panose="020B0609020204030204" pitchFamily="49" charset="0"/>
              </a:rPr>
              <a:t>ReverseBoard.java</a:t>
            </a:r>
            <a:r>
              <a:rPr lang="zh-CN" altLang="en-US">
                <a:solidFill>
                  <a:srgbClr val="292929"/>
                </a:solidFill>
                <a:latin typeface="Consolas" panose="020B0609020204030204" pitchFamily="49" charset="0"/>
              </a:rPr>
              <a:t>中棋盘操作和游戏规则混在一起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66637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06E41-9853-42F7-8749-7692F7B1E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BB3D82D-B4B3-48E6-3ECD-966495E6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646545"/>
          </a:xfrm>
        </p:spPr>
        <p:txBody>
          <a:bodyPr/>
          <a:lstStyle/>
          <a:p>
            <a:r>
              <a:rPr lang="en-US" altLang="zh-CN"/>
              <a:t>Lab4</a:t>
            </a:r>
            <a:r>
              <a:rPr lang="zh-CN" altLang="en-US"/>
              <a:t>缺陷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5422B9F-8B26-54E3-BD48-1C7379D96920}"/>
              </a:ext>
            </a:extLst>
          </p:cNvPr>
          <p:cNvSpPr txBox="1"/>
          <p:nvPr/>
        </p:nvSpPr>
        <p:spPr>
          <a:xfrm>
            <a:off x="421831" y="735776"/>
            <a:ext cx="11412206" cy="3787319"/>
          </a:xfrm>
          <a:prstGeom prst="rect">
            <a:avLst/>
          </a:prstGeom>
          <a:noFill/>
          <a:ln>
            <a:solidFill>
              <a:srgbClr val="1A191F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allBoardsGameOver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boards)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(board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instanceof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ReverseBoard)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对于反转棋，判断是否游戏已结束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((ReverseBoard) board).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isGameOver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对于普通棋盘，判断是否已满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isFull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1D76DD4-F35E-B885-3089-3820E529530F}"/>
              </a:ext>
            </a:extLst>
          </p:cNvPr>
          <p:cNvSpPr txBox="1"/>
          <p:nvPr/>
        </p:nvSpPr>
        <p:spPr>
          <a:xfrm>
            <a:off x="8514464" y="1565961"/>
            <a:ext cx="2933257" cy="1292854"/>
          </a:xfrm>
          <a:custGeom>
            <a:avLst/>
            <a:gdLst>
              <a:gd name="connsiteX0" fmla="*/ 0 w 2933257"/>
              <a:gd name="connsiteY0" fmla="*/ 0 h 1292854"/>
              <a:gd name="connsiteX1" fmla="*/ 615984 w 2933257"/>
              <a:gd name="connsiteY1" fmla="*/ 0 h 1292854"/>
              <a:gd name="connsiteX2" fmla="*/ 1231968 w 2933257"/>
              <a:gd name="connsiteY2" fmla="*/ 0 h 1292854"/>
              <a:gd name="connsiteX3" fmla="*/ 1730622 w 2933257"/>
              <a:gd name="connsiteY3" fmla="*/ 0 h 1292854"/>
              <a:gd name="connsiteX4" fmla="*/ 2375938 w 2933257"/>
              <a:gd name="connsiteY4" fmla="*/ 0 h 1292854"/>
              <a:gd name="connsiteX5" fmla="*/ 2933257 w 2933257"/>
              <a:gd name="connsiteY5" fmla="*/ 0 h 1292854"/>
              <a:gd name="connsiteX6" fmla="*/ 2933257 w 2933257"/>
              <a:gd name="connsiteY6" fmla="*/ 620570 h 1292854"/>
              <a:gd name="connsiteX7" fmla="*/ 2933257 w 2933257"/>
              <a:gd name="connsiteY7" fmla="*/ 1292854 h 1292854"/>
              <a:gd name="connsiteX8" fmla="*/ 2405271 w 2933257"/>
              <a:gd name="connsiteY8" fmla="*/ 1292854 h 1292854"/>
              <a:gd name="connsiteX9" fmla="*/ 1847952 w 2933257"/>
              <a:gd name="connsiteY9" fmla="*/ 1292854 h 1292854"/>
              <a:gd name="connsiteX10" fmla="*/ 1261301 w 2933257"/>
              <a:gd name="connsiteY10" fmla="*/ 1292854 h 1292854"/>
              <a:gd name="connsiteX11" fmla="*/ 762647 w 2933257"/>
              <a:gd name="connsiteY11" fmla="*/ 1292854 h 1292854"/>
              <a:gd name="connsiteX12" fmla="*/ 0 w 2933257"/>
              <a:gd name="connsiteY12" fmla="*/ 1292854 h 1292854"/>
              <a:gd name="connsiteX13" fmla="*/ 0 w 2933257"/>
              <a:gd name="connsiteY13" fmla="*/ 685213 h 1292854"/>
              <a:gd name="connsiteX14" fmla="*/ 0 w 2933257"/>
              <a:gd name="connsiteY14" fmla="*/ 0 h 1292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933257" h="1292854" extrusionOk="0">
                <a:moveTo>
                  <a:pt x="0" y="0"/>
                </a:moveTo>
                <a:cubicBezTo>
                  <a:pt x="169089" y="30508"/>
                  <a:pt x="403348" y="-11439"/>
                  <a:pt x="615984" y="0"/>
                </a:cubicBezTo>
                <a:cubicBezTo>
                  <a:pt x="828620" y="11439"/>
                  <a:pt x="1021641" y="-13972"/>
                  <a:pt x="1231968" y="0"/>
                </a:cubicBezTo>
                <a:cubicBezTo>
                  <a:pt x="1442295" y="13972"/>
                  <a:pt x="1604472" y="16746"/>
                  <a:pt x="1730622" y="0"/>
                </a:cubicBezTo>
                <a:cubicBezTo>
                  <a:pt x="1856772" y="-16746"/>
                  <a:pt x="2159152" y="-1888"/>
                  <a:pt x="2375938" y="0"/>
                </a:cubicBezTo>
                <a:cubicBezTo>
                  <a:pt x="2592724" y="1888"/>
                  <a:pt x="2674183" y="-11449"/>
                  <a:pt x="2933257" y="0"/>
                </a:cubicBezTo>
                <a:cubicBezTo>
                  <a:pt x="2917372" y="231900"/>
                  <a:pt x="2947065" y="317289"/>
                  <a:pt x="2933257" y="620570"/>
                </a:cubicBezTo>
                <a:cubicBezTo>
                  <a:pt x="2919450" y="923851"/>
                  <a:pt x="2917482" y="1002113"/>
                  <a:pt x="2933257" y="1292854"/>
                </a:cubicBezTo>
                <a:cubicBezTo>
                  <a:pt x="2759544" y="1300841"/>
                  <a:pt x="2603391" y="1314379"/>
                  <a:pt x="2405271" y="1292854"/>
                </a:cubicBezTo>
                <a:cubicBezTo>
                  <a:pt x="2207151" y="1271329"/>
                  <a:pt x="2067266" y="1278100"/>
                  <a:pt x="1847952" y="1292854"/>
                </a:cubicBezTo>
                <a:cubicBezTo>
                  <a:pt x="1628638" y="1307608"/>
                  <a:pt x="1409776" y="1291772"/>
                  <a:pt x="1261301" y="1292854"/>
                </a:cubicBezTo>
                <a:cubicBezTo>
                  <a:pt x="1112826" y="1293936"/>
                  <a:pt x="881528" y="1271857"/>
                  <a:pt x="762647" y="1292854"/>
                </a:cubicBezTo>
                <a:cubicBezTo>
                  <a:pt x="643766" y="1313851"/>
                  <a:pt x="218177" y="1330837"/>
                  <a:pt x="0" y="1292854"/>
                </a:cubicBezTo>
                <a:cubicBezTo>
                  <a:pt x="-14477" y="1134296"/>
                  <a:pt x="-30021" y="827346"/>
                  <a:pt x="0" y="685213"/>
                </a:cubicBezTo>
                <a:cubicBezTo>
                  <a:pt x="30021" y="543080"/>
                  <a:pt x="-32449" y="319998"/>
                  <a:pt x="0" y="0"/>
                </a:cubicBezTo>
                <a:close/>
              </a:path>
            </a:pathLst>
          </a:custGeom>
          <a:noFill/>
          <a:ln w="19050">
            <a:solidFill>
              <a:srgbClr val="5266FE"/>
            </a:solidFill>
            <a:extLst>
              <a:ext uri="{C807C97D-BFC1-408E-A445-0C87EB9F89A2}">
                <ask:lineSketchStyleProps xmlns:ask="http://schemas.microsoft.com/office/drawing/2018/sketchyshapes" sd="110033365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b="1" i="0">
                <a:solidFill>
                  <a:srgbClr val="0F4A85"/>
                </a:solidFill>
                <a:effectLst/>
                <a:latin typeface="Segoe WPC"/>
              </a:rPr>
              <a:t>状态管理混乱：</a:t>
            </a:r>
            <a:endParaRPr lang="en-US" altLang="zh-CN" b="1" i="0">
              <a:solidFill>
                <a:srgbClr val="0F4A85"/>
              </a:solidFill>
              <a:effectLst/>
              <a:latin typeface="Segoe WPC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>
                <a:solidFill>
                  <a:srgbClr val="292929"/>
                </a:solidFill>
                <a:latin typeface="Consolas" panose="020B0609020204030204" pitchFamily="49" charset="0"/>
              </a:rPr>
              <a:t>在</a:t>
            </a:r>
            <a:r>
              <a:rPr lang="en-US" altLang="zh-CN">
                <a:solidFill>
                  <a:srgbClr val="292929"/>
                </a:solidFill>
                <a:latin typeface="Consolas" panose="020B0609020204030204" pitchFamily="49" charset="0"/>
              </a:rPr>
              <a:t>Game.java</a:t>
            </a:r>
            <a:r>
              <a:rPr lang="zh-CN" altLang="en-US">
                <a:solidFill>
                  <a:srgbClr val="292929"/>
                </a:solidFill>
                <a:latin typeface="Consolas" panose="020B0609020204030204" pitchFamily="49" charset="0"/>
              </a:rPr>
              <a:t>中，游戏状态管理分散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0306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DCC73F-859F-D270-5052-1E86A3EDF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AABD15E-7799-0956-D169-B6A18A1FB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513" y="305929"/>
            <a:ext cx="10850563" cy="646545"/>
          </a:xfrm>
        </p:spPr>
        <p:txBody>
          <a:bodyPr/>
          <a:lstStyle/>
          <a:p>
            <a:r>
              <a:rPr lang="en-US" altLang="zh-CN"/>
              <a:t>Lab5</a:t>
            </a:r>
            <a:r>
              <a:rPr lang="zh-CN" altLang="en-US"/>
              <a:t>相应改进</a:t>
            </a:r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740CEB-F9A3-9E59-B405-9B43D9BB500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71513" y="1148650"/>
            <a:ext cx="6328064" cy="188410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effectLst/>
                <a:latin typeface="Consolas" panose="020B0609020204030204" pitchFamily="49" charset="0"/>
                <a:ea typeface="Segoe WPC"/>
              </a:rPr>
              <a:t>引入抽象基类</a:t>
            </a:r>
            <a:r>
              <a:rPr kumimoji="0" lang="zh-CN" altLang="en-US" sz="2000" b="0" i="0" u="none" strike="noStrike" cap="none" normalizeH="0" baseline="0">
                <a:ln>
                  <a:noFill/>
                </a:ln>
                <a:effectLst/>
                <a:latin typeface="Consolas" panose="020B0609020204030204" pitchFamily="49" charset="0"/>
                <a:ea typeface="var(--augment-monospace-font-family)"/>
              </a:rPr>
              <a:t>和继承体系</a:t>
            </a:r>
            <a:endParaRPr kumimoji="0" lang="zh-CN" altLang="zh-CN" sz="2000" b="0" i="0" u="none" strike="noStrike" cap="none" normalizeH="0" baseline="0">
              <a:ln>
                <a:noFill/>
              </a:ln>
              <a:effectLst/>
              <a:latin typeface="Consolas" panose="020B0609020204030204" pitchFamily="49" charset="0"/>
              <a:ea typeface="Segoe WPC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en-US" sz="2000" b="0" i="0" u="none" strike="noStrike" cap="none" normalizeH="0" baseline="0">
                <a:ln>
                  <a:noFill/>
                </a:ln>
                <a:solidFill>
                  <a:srgbClr val="292929"/>
                </a:solidFill>
                <a:effectLst/>
                <a:latin typeface="Consolas" panose="020B0609020204030204" pitchFamily="49" charset="0"/>
                <a:ea typeface="Segoe WPC"/>
              </a:rPr>
              <a:t>职责分离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292929"/>
              </a:solidFill>
              <a:effectLst/>
              <a:latin typeface="Consolas" panose="020B0609020204030204" pitchFamily="49" charset="0"/>
              <a:ea typeface="Segoe WPC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en-US" sz="2000" b="0" i="0" u="none" strike="noStrike" cap="none" normalizeH="0" baseline="0">
                <a:ln>
                  <a:noFill/>
                </a:ln>
                <a:solidFill>
                  <a:srgbClr val="292929"/>
                </a:solidFill>
                <a:effectLst/>
                <a:latin typeface="Consolas" panose="020B0609020204030204" pitchFamily="49" charset="0"/>
                <a:ea typeface="Segoe WPC"/>
              </a:rPr>
              <a:t>具体游戏类实现自己的规则逻辑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292929"/>
              </a:solidFill>
              <a:effectLst/>
              <a:latin typeface="Consolas" panose="020B0609020204030204" pitchFamily="49" charset="0"/>
              <a:ea typeface="Segoe WPC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292929"/>
                </a:solidFill>
                <a:effectLst/>
                <a:latin typeface="Consolas" panose="020B0609020204030204" pitchFamily="49" charset="0"/>
                <a:ea typeface="Segoe WPC"/>
              </a:rPr>
              <a:t>更好的封装</a:t>
            </a:r>
            <a:endParaRPr kumimoji="0" lang="zh-CN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90" name="2f5142ed-cedd-4101-b125-39cec74acf0a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2DFEA859-BE64-EEEE-D078-0E5A87A56258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8718910" y="857052"/>
            <a:ext cx="9142779" cy="4800993"/>
            <a:chOff x="864460" y="1268760"/>
            <a:chExt cx="9142779" cy="4800993"/>
          </a:xfrm>
        </p:grpSpPr>
        <p:grpSp>
          <p:nvGrpSpPr>
            <p:cNvPr id="191" name="îsļídè">
              <a:extLst>
                <a:ext uri="{FF2B5EF4-FFF2-40B4-BE49-F238E27FC236}">
                  <a16:creationId xmlns:a16="http://schemas.microsoft.com/office/drawing/2014/main" id="{C212CB1D-F443-106B-DB9B-7270AAF6A48B}"/>
                </a:ext>
              </a:extLst>
            </p:cNvPr>
            <p:cNvGrpSpPr/>
            <p:nvPr/>
          </p:nvGrpSpPr>
          <p:grpSpPr>
            <a:xfrm>
              <a:off x="864460" y="1268760"/>
              <a:ext cx="2983586" cy="4800993"/>
              <a:chOff x="864460" y="1268760"/>
              <a:chExt cx="2983586" cy="4800993"/>
            </a:xfrm>
          </p:grpSpPr>
          <p:sp>
            <p:nvSpPr>
              <p:cNvPr id="195" name="íṩḷiḍe">
                <a:extLst>
                  <a:ext uri="{FF2B5EF4-FFF2-40B4-BE49-F238E27FC236}">
                    <a16:creationId xmlns:a16="http://schemas.microsoft.com/office/drawing/2014/main" id="{BDE4E05F-F920-A43E-20F5-36DC89EA70AE}"/>
                  </a:ext>
                </a:extLst>
              </p:cNvPr>
              <p:cNvSpPr/>
              <p:nvPr/>
            </p:nvSpPr>
            <p:spPr bwMode="auto">
              <a:xfrm>
                <a:off x="2303194" y="4221614"/>
                <a:ext cx="157786" cy="469055"/>
              </a:xfrm>
              <a:custGeom>
                <a:avLst/>
                <a:gdLst>
                  <a:gd name="T0" fmla="*/ 34 w 110"/>
                  <a:gd name="T1" fmla="*/ 267 h 327"/>
                  <a:gd name="T2" fmla="*/ 67 w 110"/>
                  <a:gd name="T3" fmla="*/ 327 h 327"/>
                  <a:gd name="T4" fmla="*/ 95 w 110"/>
                  <a:gd name="T5" fmla="*/ 323 h 327"/>
                  <a:gd name="T6" fmla="*/ 110 w 110"/>
                  <a:gd name="T7" fmla="*/ 256 h 327"/>
                  <a:gd name="T8" fmla="*/ 76 w 110"/>
                  <a:gd name="T9" fmla="*/ 0 h 327"/>
                  <a:gd name="T10" fmla="*/ 0 w 110"/>
                  <a:gd name="T11" fmla="*/ 10 h 327"/>
                  <a:gd name="T12" fmla="*/ 34 w 110"/>
                  <a:gd name="T13" fmla="*/ 267 h 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0" h="327">
                    <a:moveTo>
                      <a:pt x="34" y="267"/>
                    </a:moveTo>
                    <a:lnTo>
                      <a:pt x="67" y="327"/>
                    </a:lnTo>
                    <a:lnTo>
                      <a:pt x="95" y="323"/>
                    </a:lnTo>
                    <a:lnTo>
                      <a:pt x="110" y="256"/>
                    </a:lnTo>
                    <a:lnTo>
                      <a:pt x="76" y="0"/>
                    </a:lnTo>
                    <a:lnTo>
                      <a:pt x="0" y="10"/>
                    </a:lnTo>
                    <a:lnTo>
                      <a:pt x="34" y="267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96" name="îṣliḓê">
                <a:extLst>
                  <a:ext uri="{FF2B5EF4-FFF2-40B4-BE49-F238E27FC236}">
                    <a16:creationId xmlns:a16="http://schemas.microsoft.com/office/drawing/2014/main" id="{1DC6AEAF-C443-4B9E-A765-AC4C41EDB58A}"/>
                  </a:ext>
                </a:extLst>
              </p:cNvPr>
              <p:cNvSpPr/>
              <p:nvPr/>
            </p:nvSpPr>
            <p:spPr bwMode="auto">
              <a:xfrm>
                <a:off x="2296021" y="4147024"/>
                <a:ext cx="116189" cy="131967"/>
              </a:xfrm>
              <a:custGeom>
                <a:avLst/>
                <a:gdLst>
                  <a:gd name="T0" fmla="*/ 5 w 81"/>
                  <a:gd name="T1" fmla="*/ 58 h 92"/>
                  <a:gd name="T2" fmla="*/ 5 w 81"/>
                  <a:gd name="T3" fmla="*/ 58 h 92"/>
                  <a:gd name="T4" fmla="*/ 7 w 81"/>
                  <a:gd name="T5" fmla="*/ 66 h 92"/>
                  <a:gd name="T6" fmla="*/ 10 w 81"/>
                  <a:gd name="T7" fmla="*/ 73 h 92"/>
                  <a:gd name="T8" fmla="*/ 15 w 81"/>
                  <a:gd name="T9" fmla="*/ 78 h 92"/>
                  <a:gd name="T10" fmla="*/ 20 w 81"/>
                  <a:gd name="T11" fmla="*/ 84 h 92"/>
                  <a:gd name="T12" fmla="*/ 26 w 81"/>
                  <a:gd name="T13" fmla="*/ 88 h 92"/>
                  <a:gd name="T14" fmla="*/ 33 w 81"/>
                  <a:gd name="T15" fmla="*/ 90 h 92"/>
                  <a:gd name="T16" fmla="*/ 39 w 81"/>
                  <a:gd name="T17" fmla="*/ 92 h 92"/>
                  <a:gd name="T18" fmla="*/ 47 w 81"/>
                  <a:gd name="T19" fmla="*/ 90 h 92"/>
                  <a:gd name="T20" fmla="*/ 49 w 81"/>
                  <a:gd name="T21" fmla="*/ 90 h 92"/>
                  <a:gd name="T22" fmla="*/ 49 w 81"/>
                  <a:gd name="T23" fmla="*/ 90 h 92"/>
                  <a:gd name="T24" fmla="*/ 56 w 81"/>
                  <a:gd name="T25" fmla="*/ 89 h 92"/>
                  <a:gd name="T26" fmla="*/ 62 w 81"/>
                  <a:gd name="T27" fmla="*/ 86 h 92"/>
                  <a:gd name="T28" fmla="*/ 69 w 81"/>
                  <a:gd name="T29" fmla="*/ 81 h 92"/>
                  <a:gd name="T30" fmla="*/ 73 w 81"/>
                  <a:gd name="T31" fmla="*/ 77 h 92"/>
                  <a:gd name="T32" fmla="*/ 77 w 81"/>
                  <a:gd name="T33" fmla="*/ 70 h 92"/>
                  <a:gd name="T34" fmla="*/ 80 w 81"/>
                  <a:gd name="T35" fmla="*/ 63 h 92"/>
                  <a:gd name="T36" fmla="*/ 81 w 81"/>
                  <a:gd name="T37" fmla="*/ 56 h 92"/>
                  <a:gd name="T38" fmla="*/ 81 w 81"/>
                  <a:gd name="T39" fmla="*/ 48 h 92"/>
                  <a:gd name="T40" fmla="*/ 76 w 81"/>
                  <a:gd name="T41" fmla="*/ 13 h 92"/>
                  <a:gd name="T42" fmla="*/ 76 w 81"/>
                  <a:gd name="T43" fmla="*/ 13 h 92"/>
                  <a:gd name="T44" fmla="*/ 75 w 81"/>
                  <a:gd name="T45" fmla="*/ 8 h 92"/>
                  <a:gd name="T46" fmla="*/ 72 w 81"/>
                  <a:gd name="T47" fmla="*/ 2 h 92"/>
                  <a:gd name="T48" fmla="*/ 68 w 81"/>
                  <a:gd name="T49" fmla="*/ 1 h 92"/>
                  <a:gd name="T50" fmla="*/ 64 w 81"/>
                  <a:gd name="T51" fmla="*/ 0 h 92"/>
                  <a:gd name="T52" fmla="*/ 51 w 81"/>
                  <a:gd name="T53" fmla="*/ 0 h 92"/>
                  <a:gd name="T54" fmla="*/ 37 w 81"/>
                  <a:gd name="T55" fmla="*/ 2 h 92"/>
                  <a:gd name="T56" fmla="*/ 35 w 81"/>
                  <a:gd name="T57" fmla="*/ 2 h 92"/>
                  <a:gd name="T58" fmla="*/ 35 w 81"/>
                  <a:gd name="T59" fmla="*/ 2 h 92"/>
                  <a:gd name="T60" fmla="*/ 22 w 81"/>
                  <a:gd name="T61" fmla="*/ 4 h 92"/>
                  <a:gd name="T62" fmla="*/ 10 w 81"/>
                  <a:gd name="T63" fmla="*/ 6 h 92"/>
                  <a:gd name="T64" fmla="*/ 5 w 81"/>
                  <a:gd name="T65" fmla="*/ 9 h 92"/>
                  <a:gd name="T66" fmla="*/ 3 w 81"/>
                  <a:gd name="T67" fmla="*/ 12 h 92"/>
                  <a:gd name="T68" fmla="*/ 0 w 81"/>
                  <a:gd name="T69" fmla="*/ 17 h 92"/>
                  <a:gd name="T70" fmla="*/ 0 w 81"/>
                  <a:gd name="T71" fmla="*/ 24 h 92"/>
                  <a:gd name="T72" fmla="*/ 5 w 81"/>
                  <a:gd name="T73" fmla="*/ 58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81" h="92">
                    <a:moveTo>
                      <a:pt x="5" y="58"/>
                    </a:moveTo>
                    <a:lnTo>
                      <a:pt x="5" y="58"/>
                    </a:lnTo>
                    <a:lnTo>
                      <a:pt x="7" y="66"/>
                    </a:lnTo>
                    <a:lnTo>
                      <a:pt x="10" y="73"/>
                    </a:lnTo>
                    <a:lnTo>
                      <a:pt x="15" y="78"/>
                    </a:lnTo>
                    <a:lnTo>
                      <a:pt x="20" y="84"/>
                    </a:lnTo>
                    <a:lnTo>
                      <a:pt x="26" y="88"/>
                    </a:lnTo>
                    <a:lnTo>
                      <a:pt x="33" y="90"/>
                    </a:lnTo>
                    <a:lnTo>
                      <a:pt x="39" y="92"/>
                    </a:lnTo>
                    <a:lnTo>
                      <a:pt x="47" y="90"/>
                    </a:lnTo>
                    <a:lnTo>
                      <a:pt x="49" y="90"/>
                    </a:lnTo>
                    <a:lnTo>
                      <a:pt x="49" y="90"/>
                    </a:lnTo>
                    <a:lnTo>
                      <a:pt x="56" y="89"/>
                    </a:lnTo>
                    <a:lnTo>
                      <a:pt x="62" y="86"/>
                    </a:lnTo>
                    <a:lnTo>
                      <a:pt x="69" y="81"/>
                    </a:lnTo>
                    <a:lnTo>
                      <a:pt x="73" y="77"/>
                    </a:lnTo>
                    <a:lnTo>
                      <a:pt x="77" y="70"/>
                    </a:lnTo>
                    <a:lnTo>
                      <a:pt x="80" y="63"/>
                    </a:lnTo>
                    <a:lnTo>
                      <a:pt x="81" y="56"/>
                    </a:lnTo>
                    <a:lnTo>
                      <a:pt x="81" y="48"/>
                    </a:lnTo>
                    <a:lnTo>
                      <a:pt x="76" y="13"/>
                    </a:lnTo>
                    <a:lnTo>
                      <a:pt x="76" y="13"/>
                    </a:lnTo>
                    <a:lnTo>
                      <a:pt x="75" y="8"/>
                    </a:lnTo>
                    <a:lnTo>
                      <a:pt x="72" y="2"/>
                    </a:lnTo>
                    <a:lnTo>
                      <a:pt x="68" y="1"/>
                    </a:lnTo>
                    <a:lnTo>
                      <a:pt x="64" y="0"/>
                    </a:lnTo>
                    <a:lnTo>
                      <a:pt x="51" y="0"/>
                    </a:lnTo>
                    <a:lnTo>
                      <a:pt x="37" y="2"/>
                    </a:lnTo>
                    <a:lnTo>
                      <a:pt x="35" y="2"/>
                    </a:lnTo>
                    <a:lnTo>
                      <a:pt x="35" y="2"/>
                    </a:lnTo>
                    <a:lnTo>
                      <a:pt x="22" y="4"/>
                    </a:lnTo>
                    <a:lnTo>
                      <a:pt x="10" y="6"/>
                    </a:lnTo>
                    <a:lnTo>
                      <a:pt x="5" y="9"/>
                    </a:lnTo>
                    <a:lnTo>
                      <a:pt x="3" y="12"/>
                    </a:lnTo>
                    <a:lnTo>
                      <a:pt x="0" y="17"/>
                    </a:lnTo>
                    <a:lnTo>
                      <a:pt x="0" y="24"/>
                    </a:lnTo>
                    <a:lnTo>
                      <a:pt x="5" y="58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97" name="îşḻíḍé">
                <a:extLst>
                  <a:ext uri="{FF2B5EF4-FFF2-40B4-BE49-F238E27FC236}">
                    <a16:creationId xmlns:a16="http://schemas.microsoft.com/office/drawing/2014/main" id="{CA9EDEF2-2AC5-7EDF-F745-10F9337BD2B8}"/>
                  </a:ext>
                </a:extLst>
              </p:cNvPr>
              <p:cNvSpPr/>
              <p:nvPr/>
            </p:nvSpPr>
            <p:spPr bwMode="auto">
              <a:xfrm>
                <a:off x="2294587" y="4191491"/>
                <a:ext cx="134836" cy="129098"/>
              </a:xfrm>
              <a:custGeom>
                <a:avLst/>
                <a:gdLst>
                  <a:gd name="T0" fmla="*/ 11 w 94"/>
                  <a:gd name="T1" fmla="*/ 90 h 90"/>
                  <a:gd name="T2" fmla="*/ 94 w 94"/>
                  <a:gd name="T3" fmla="*/ 80 h 90"/>
                  <a:gd name="T4" fmla="*/ 84 w 94"/>
                  <a:gd name="T5" fmla="*/ 0 h 90"/>
                  <a:gd name="T6" fmla="*/ 0 w 94"/>
                  <a:gd name="T7" fmla="*/ 11 h 90"/>
                  <a:gd name="T8" fmla="*/ 11 w 94"/>
                  <a:gd name="T9" fmla="*/ 9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4" h="90">
                    <a:moveTo>
                      <a:pt x="11" y="90"/>
                    </a:moveTo>
                    <a:lnTo>
                      <a:pt x="94" y="80"/>
                    </a:lnTo>
                    <a:lnTo>
                      <a:pt x="84" y="0"/>
                    </a:lnTo>
                    <a:lnTo>
                      <a:pt x="0" y="11"/>
                    </a:lnTo>
                    <a:lnTo>
                      <a:pt x="11" y="90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98" name="íṩḷïḑé">
                <a:extLst>
                  <a:ext uri="{FF2B5EF4-FFF2-40B4-BE49-F238E27FC236}">
                    <a16:creationId xmlns:a16="http://schemas.microsoft.com/office/drawing/2014/main" id="{EA94557C-0E58-8BE8-A499-50522D451CFA}"/>
                  </a:ext>
                </a:extLst>
              </p:cNvPr>
              <p:cNvSpPr/>
              <p:nvPr/>
            </p:nvSpPr>
            <p:spPr bwMode="auto">
              <a:xfrm>
                <a:off x="2399299" y="4679193"/>
                <a:ext cx="40164" cy="50205"/>
              </a:xfrm>
              <a:custGeom>
                <a:avLst/>
                <a:gdLst>
                  <a:gd name="T0" fmla="*/ 28 w 28"/>
                  <a:gd name="T1" fmla="*/ 2 h 35"/>
                  <a:gd name="T2" fmla="*/ 28 w 28"/>
                  <a:gd name="T3" fmla="*/ 2 h 35"/>
                  <a:gd name="T4" fmla="*/ 27 w 28"/>
                  <a:gd name="T5" fmla="*/ 14 h 35"/>
                  <a:gd name="T6" fmla="*/ 21 w 28"/>
                  <a:gd name="T7" fmla="*/ 31 h 35"/>
                  <a:gd name="T8" fmla="*/ 21 w 28"/>
                  <a:gd name="T9" fmla="*/ 31 h 35"/>
                  <a:gd name="T10" fmla="*/ 20 w 28"/>
                  <a:gd name="T11" fmla="*/ 35 h 35"/>
                  <a:gd name="T12" fmla="*/ 19 w 28"/>
                  <a:gd name="T13" fmla="*/ 35 h 35"/>
                  <a:gd name="T14" fmla="*/ 16 w 28"/>
                  <a:gd name="T15" fmla="*/ 35 h 35"/>
                  <a:gd name="T16" fmla="*/ 13 w 28"/>
                  <a:gd name="T17" fmla="*/ 32 h 35"/>
                  <a:gd name="T18" fmla="*/ 11 w 28"/>
                  <a:gd name="T19" fmla="*/ 27 h 35"/>
                  <a:gd name="T20" fmla="*/ 0 w 28"/>
                  <a:gd name="T21" fmla="*/ 8 h 35"/>
                  <a:gd name="T22" fmla="*/ 0 w 28"/>
                  <a:gd name="T23" fmla="*/ 8 h 35"/>
                  <a:gd name="T24" fmla="*/ 3 w 28"/>
                  <a:gd name="T25" fmla="*/ 5 h 35"/>
                  <a:gd name="T26" fmla="*/ 8 w 28"/>
                  <a:gd name="T27" fmla="*/ 2 h 35"/>
                  <a:gd name="T28" fmla="*/ 12 w 28"/>
                  <a:gd name="T29" fmla="*/ 1 h 35"/>
                  <a:gd name="T30" fmla="*/ 16 w 28"/>
                  <a:gd name="T31" fmla="*/ 0 h 35"/>
                  <a:gd name="T32" fmla="*/ 23 w 28"/>
                  <a:gd name="T33" fmla="*/ 0 h 35"/>
                  <a:gd name="T34" fmla="*/ 28 w 28"/>
                  <a:gd name="T35" fmla="*/ 2 h 35"/>
                  <a:gd name="T36" fmla="*/ 28 w 28"/>
                  <a:gd name="T37" fmla="*/ 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8" h="35">
                    <a:moveTo>
                      <a:pt x="28" y="2"/>
                    </a:moveTo>
                    <a:lnTo>
                      <a:pt x="28" y="2"/>
                    </a:lnTo>
                    <a:lnTo>
                      <a:pt x="27" y="14"/>
                    </a:lnTo>
                    <a:lnTo>
                      <a:pt x="21" y="31"/>
                    </a:lnTo>
                    <a:lnTo>
                      <a:pt x="21" y="31"/>
                    </a:lnTo>
                    <a:lnTo>
                      <a:pt x="20" y="35"/>
                    </a:lnTo>
                    <a:lnTo>
                      <a:pt x="19" y="35"/>
                    </a:lnTo>
                    <a:lnTo>
                      <a:pt x="16" y="35"/>
                    </a:lnTo>
                    <a:lnTo>
                      <a:pt x="13" y="32"/>
                    </a:lnTo>
                    <a:lnTo>
                      <a:pt x="11" y="27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3" y="5"/>
                    </a:lnTo>
                    <a:lnTo>
                      <a:pt x="8" y="2"/>
                    </a:lnTo>
                    <a:lnTo>
                      <a:pt x="12" y="1"/>
                    </a:lnTo>
                    <a:lnTo>
                      <a:pt x="16" y="0"/>
                    </a:lnTo>
                    <a:lnTo>
                      <a:pt x="23" y="0"/>
                    </a:lnTo>
                    <a:lnTo>
                      <a:pt x="28" y="2"/>
                    </a:lnTo>
                    <a:lnTo>
                      <a:pt x="28" y="2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99" name="íŝḷíďè">
                <a:extLst>
                  <a:ext uri="{FF2B5EF4-FFF2-40B4-BE49-F238E27FC236}">
                    <a16:creationId xmlns:a16="http://schemas.microsoft.com/office/drawing/2014/main" id="{E10EB0A3-F791-9560-21B4-FA65229A48D3}"/>
                  </a:ext>
                </a:extLst>
              </p:cNvPr>
              <p:cNvSpPr/>
              <p:nvPr/>
            </p:nvSpPr>
            <p:spPr bwMode="auto">
              <a:xfrm>
                <a:off x="1743758" y="4814638"/>
                <a:ext cx="1278065" cy="1136058"/>
              </a:xfrm>
              <a:custGeom>
                <a:avLst/>
                <a:gdLst>
                  <a:gd name="T0" fmla="*/ 530225 w 891"/>
                  <a:gd name="T1" fmla="*/ 1254125 h 792"/>
                  <a:gd name="T2" fmla="*/ 361950 w 891"/>
                  <a:gd name="T3" fmla="*/ 1230313 h 792"/>
                  <a:gd name="T4" fmla="*/ 336550 w 891"/>
                  <a:gd name="T5" fmla="*/ 1212850 h 792"/>
                  <a:gd name="T6" fmla="*/ 301625 w 891"/>
                  <a:gd name="T7" fmla="*/ 1165225 h 792"/>
                  <a:gd name="T8" fmla="*/ 174625 w 891"/>
                  <a:gd name="T9" fmla="*/ 1084263 h 792"/>
                  <a:gd name="T10" fmla="*/ 103188 w 891"/>
                  <a:gd name="T11" fmla="*/ 1001713 h 792"/>
                  <a:gd name="T12" fmla="*/ 88900 w 891"/>
                  <a:gd name="T13" fmla="*/ 947738 h 792"/>
                  <a:gd name="T14" fmla="*/ 96838 w 891"/>
                  <a:gd name="T15" fmla="*/ 889000 h 792"/>
                  <a:gd name="T16" fmla="*/ 71438 w 891"/>
                  <a:gd name="T17" fmla="*/ 865188 h 792"/>
                  <a:gd name="T18" fmla="*/ 41275 w 891"/>
                  <a:gd name="T19" fmla="*/ 838200 h 792"/>
                  <a:gd name="T20" fmla="*/ 76200 w 891"/>
                  <a:gd name="T21" fmla="*/ 814388 h 792"/>
                  <a:gd name="T22" fmla="*/ 96838 w 891"/>
                  <a:gd name="T23" fmla="*/ 795338 h 792"/>
                  <a:gd name="T24" fmla="*/ 88900 w 891"/>
                  <a:gd name="T25" fmla="*/ 738188 h 792"/>
                  <a:gd name="T26" fmla="*/ 103188 w 891"/>
                  <a:gd name="T27" fmla="*/ 701675 h 792"/>
                  <a:gd name="T28" fmla="*/ 76200 w 891"/>
                  <a:gd name="T29" fmla="*/ 690563 h 792"/>
                  <a:gd name="T30" fmla="*/ 36513 w 891"/>
                  <a:gd name="T31" fmla="*/ 674688 h 792"/>
                  <a:gd name="T32" fmla="*/ 53975 w 891"/>
                  <a:gd name="T33" fmla="*/ 642938 h 792"/>
                  <a:gd name="T34" fmla="*/ 88900 w 891"/>
                  <a:gd name="T35" fmla="*/ 623888 h 792"/>
                  <a:gd name="T36" fmla="*/ 87313 w 891"/>
                  <a:gd name="T37" fmla="*/ 579438 h 792"/>
                  <a:gd name="T38" fmla="*/ 88900 w 891"/>
                  <a:gd name="T39" fmla="*/ 544513 h 792"/>
                  <a:gd name="T40" fmla="*/ 84138 w 891"/>
                  <a:gd name="T41" fmla="*/ 508000 h 792"/>
                  <a:gd name="T42" fmla="*/ 50800 w 891"/>
                  <a:gd name="T43" fmla="*/ 492125 h 792"/>
                  <a:gd name="T44" fmla="*/ 57150 w 891"/>
                  <a:gd name="T45" fmla="*/ 461963 h 792"/>
                  <a:gd name="T46" fmla="*/ 95250 w 891"/>
                  <a:gd name="T47" fmla="*/ 446088 h 792"/>
                  <a:gd name="T48" fmla="*/ 101600 w 891"/>
                  <a:gd name="T49" fmla="*/ 415925 h 792"/>
                  <a:gd name="T50" fmla="*/ 96838 w 891"/>
                  <a:gd name="T51" fmla="*/ 388938 h 792"/>
                  <a:gd name="T52" fmla="*/ 112713 w 891"/>
                  <a:gd name="T53" fmla="*/ 346075 h 792"/>
                  <a:gd name="T54" fmla="*/ 93663 w 891"/>
                  <a:gd name="T55" fmla="*/ 339725 h 792"/>
                  <a:gd name="T56" fmla="*/ 53975 w 891"/>
                  <a:gd name="T57" fmla="*/ 322263 h 792"/>
                  <a:gd name="T58" fmla="*/ 0 w 891"/>
                  <a:gd name="T59" fmla="*/ 0 h 792"/>
                  <a:gd name="T60" fmla="*/ 1385888 w 891"/>
                  <a:gd name="T61" fmla="*/ 233363 h 792"/>
                  <a:gd name="T62" fmla="*/ 1355725 w 891"/>
                  <a:gd name="T63" fmla="*/ 260350 h 792"/>
                  <a:gd name="T64" fmla="*/ 1325563 w 891"/>
                  <a:gd name="T65" fmla="*/ 266700 h 792"/>
                  <a:gd name="T66" fmla="*/ 1320800 w 891"/>
                  <a:gd name="T67" fmla="*/ 285750 h 792"/>
                  <a:gd name="T68" fmla="*/ 1331913 w 891"/>
                  <a:gd name="T69" fmla="*/ 325438 h 792"/>
                  <a:gd name="T70" fmla="*/ 1320800 w 891"/>
                  <a:gd name="T71" fmla="*/ 361950 h 792"/>
                  <a:gd name="T72" fmla="*/ 1346200 w 891"/>
                  <a:gd name="T73" fmla="*/ 376238 h 792"/>
                  <a:gd name="T74" fmla="*/ 1382713 w 891"/>
                  <a:gd name="T75" fmla="*/ 403225 h 792"/>
                  <a:gd name="T76" fmla="*/ 1355725 w 891"/>
                  <a:gd name="T77" fmla="*/ 430213 h 792"/>
                  <a:gd name="T78" fmla="*/ 1335088 w 891"/>
                  <a:gd name="T79" fmla="*/ 446088 h 792"/>
                  <a:gd name="T80" fmla="*/ 1341438 w 891"/>
                  <a:gd name="T81" fmla="*/ 492125 h 792"/>
                  <a:gd name="T82" fmla="*/ 1335088 w 891"/>
                  <a:gd name="T83" fmla="*/ 533400 h 792"/>
                  <a:gd name="T84" fmla="*/ 1358900 w 891"/>
                  <a:gd name="T85" fmla="*/ 563563 h 792"/>
                  <a:gd name="T86" fmla="*/ 1392238 w 891"/>
                  <a:gd name="T87" fmla="*/ 585788 h 792"/>
                  <a:gd name="T88" fmla="*/ 1370013 w 891"/>
                  <a:gd name="T89" fmla="*/ 612775 h 792"/>
                  <a:gd name="T90" fmla="*/ 1327150 w 891"/>
                  <a:gd name="T91" fmla="*/ 619125 h 792"/>
                  <a:gd name="T92" fmla="*/ 1338263 w 891"/>
                  <a:gd name="T93" fmla="*/ 652463 h 792"/>
                  <a:gd name="T94" fmla="*/ 1335088 w 891"/>
                  <a:gd name="T95" fmla="*/ 690563 h 792"/>
                  <a:gd name="T96" fmla="*/ 1339850 w 891"/>
                  <a:gd name="T97" fmla="*/ 735013 h 792"/>
                  <a:gd name="T98" fmla="*/ 1376363 w 891"/>
                  <a:gd name="T99" fmla="*/ 752475 h 792"/>
                  <a:gd name="T100" fmla="*/ 1381125 w 891"/>
                  <a:gd name="T101" fmla="*/ 777875 h 792"/>
                  <a:gd name="T102" fmla="*/ 1341438 w 891"/>
                  <a:gd name="T103" fmla="*/ 798513 h 792"/>
                  <a:gd name="T104" fmla="*/ 1335088 w 891"/>
                  <a:gd name="T105" fmla="*/ 849313 h 792"/>
                  <a:gd name="T106" fmla="*/ 1339850 w 891"/>
                  <a:gd name="T107" fmla="*/ 879475 h 792"/>
                  <a:gd name="T108" fmla="*/ 1362075 w 891"/>
                  <a:gd name="T109" fmla="*/ 908050 h 792"/>
                  <a:gd name="T110" fmla="*/ 1358900 w 891"/>
                  <a:gd name="T111" fmla="*/ 944563 h 792"/>
                  <a:gd name="T112" fmla="*/ 1301750 w 891"/>
                  <a:gd name="T113" fmla="*/ 1036638 h 792"/>
                  <a:gd name="T114" fmla="*/ 1231900 w 891"/>
                  <a:gd name="T115" fmla="*/ 1103313 h 792"/>
                  <a:gd name="T116" fmla="*/ 1128713 w 891"/>
                  <a:gd name="T117" fmla="*/ 1177925 h 792"/>
                  <a:gd name="T118" fmla="*/ 1103313 w 891"/>
                  <a:gd name="T119" fmla="*/ 1212850 h 792"/>
                  <a:gd name="T120" fmla="*/ 1071563 w 891"/>
                  <a:gd name="T121" fmla="*/ 1230313 h 792"/>
                  <a:gd name="T122" fmla="*/ 869950 w 891"/>
                  <a:gd name="T123" fmla="*/ 1254125 h 792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0" t="0" r="r" b="b"/>
                <a:pathLst>
                  <a:path w="891" h="792">
                    <a:moveTo>
                      <a:pt x="435" y="792"/>
                    </a:moveTo>
                    <a:lnTo>
                      <a:pt x="435" y="792"/>
                    </a:lnTo>
                    <a:lnTo>
                      <a:pt x="370" y="791"/>
                    </a:lnTo>
                    <a:lnTo>
                      <a:pt x="334" y="790"/>
                    </a:lnTo>
                    <a:lnTo>
                      <a:pt x="298" y="787"/>
                    </a:lnTo>
                    <a:lnTo>
                      <a:pt x="266" y="783"/>
                    </a:lnTo>
                    <a:lnTo>
                      <a:pt x="237" y="778"/>
                    </a:lnTo>
                    <a:lnTo>
                      <a:pt x="228" y="775"/>
                    </a:lnTo>
                    <a:lnTo>
                      <a:pt x="220" y="772"/>
                    </a:lnTo>
                    <a:lnTo>
                      <a:pt x="213" y="768"/>
                    </a:lnTo>
                    <a:lnTo>
                      <a:pt x="212" y="764"/>
                    </a:lnTo>
                    <a:lnTo>
                      <a:pt x="209" y="756"/>
                    </a:lnTo>
                    <a:lnTo>
                      <a:pt x="205" y="749"/>
                    </a:lnTo>
                    <a:lnTo>
                      <a:pt x="198" y="741"/>
                    </a:lnTo>
                    <a:lnTo>
                      <a:pt x="190" y="734"/>
                    </a:lnTo>
                    <a:lnTo>
                      <a:pt x="164" y="717"/>
                    </a:lnTo>
                    <a:lnTo>
                      <a:pt x="129" y="695"/>
                    </a:lnTo>
                    <a:lnTo>
                      <a:pt x="110" y="683"/>
                    </a:lnTo>
                    <a:lnTo>
                      <a:pt x="95" y="669"/>
                    </a:lnTo>
                    <a:lnTo>
                      <a:pt x="82" y="657"/>
                    </a:lnTo>
                    <a:lnTo>
                      <a:pt x="72" y="643"/>
                    </a:lnTo>
                    <a:lnTo>
                      <a:pt x="65" y="631"/>
                    </a:lnTo>
                    <a:lnTo>
                      <a:pt x="60" y="619"/>
                    </a:lnTo>
                    <a:lnTo>
                      <a:pt x="57" y="608"/>
                    </a:lnTo>
                    <a:lnTo>
                      <a:pt x="56" y="597"/>
                    </a:lnTo>
                    <a:lnTo>
                      <a:pt x="57" y="589"/>
                    </a:lnTo>
                    <a:lnTo>
                      <a:pt x="59" y="581"/>
                    </a:lnTo>
                    <a:lnTo>
                      <a:pt x="61" y="566"/>
                    </a:lnTo>
                    <a:lnTo>
                      <a:pt x="61" y="560"/>
                    </a:lnTo>
                    <a:lnTo>
                      <a:pt x="59" y="554"/>
                    </a:lnTo>
                    <a:lnTo>
                      <a:pt x="55" y="549"/>
                    </a:lnTo>
                    <a:lnTo>
                      <a:pt x="45" y="545"/>
                    </a:lnTo>
                    <a:lnTo>
                      <a:pt x="36" y="541"/>
                    </a:lnTo>
                    <a:lnTo>
                      <a:pt x="30" y="537"/>
                    </a:lnTo>
                    <a:lnTo>
                      <a:pt x="28" y="532"/>
                    </a:lnTo>
                    <a:lnTo>
                      <a:pt x="26" y="528"/>
                    </a:lnTo>
                    <a:lnTo>
                      <a:pt x="29" y="524"/>
                    </a:lnTo>
                    <a:lnTo>
                      <a:pt x="33" y="522"/>
                    </a:lnTo>
                    <a:lnTo>
                      <a:pt x="40" y="518"/>
                    </a:lnTo>
                    <a:lnTo>
                      <a:pt x="48" y="513"/>
                    </a:lnTo>
                    <a:lnTo>
                      <a:pt x="55" y="511"/>
                    </a:lnTo>
                    <a:lnTo>
                      <a:pt x="59" y="505"/>
                    </a:lnTo>
                    <a:lnTo>
                      <a:pt x="61" y="501"/>
                    </a:lnTo>
                    <a:lnTo>
                      <a:pt x="61" y="496"/>
                    </a:lnTo>
                    <a:lnTo>
                      <a:pt x="59" y="482"/>
                    </a:lnTo>
                    <a:lnTo>
                      <a:pt x="57" y="474"/>
                    </a:lnTo>
                    <a:lnTo>
                      <a:pt x="56" y="465"/>
                    </a:lnTo>
                    <a:lnTo>
                      <a:pt x="57" y="457"/>
                    </a:lnTo>
                    <a:lnTo>
                      <a:pt x="60" y="450"/>
                    </a:lnTo>
                    <a:lnTo>
                      <a:pt x="65" y="442"/>
                    </a:lnTo>
                    <a:lnTo>
                      <a:pt x="65" y="439"/>
                    </a:lnTo>
                    <a:lnTo>
                      <a:pt x="64" y="436"/>
                    </a:lnTo>
                    <a:lnTo>
                      <a:pt x="59" y="435"/>
                    </a:lnTo>
                    <a:lnTo>
                      <a:pt x="48" y="435"/>
                    </a:lnTo>
                    <a:lnTo>
                      <a:pt x="36" y="432"/>
                    </a:lnTo>
                    <a:lnTo>
                      <a:pt x="28" y="430"/>
                    </a:lnTo>
                    <a:lnTo>
                      <a:pt x="23" y="425"/>
                    </a:lnTo>
                    <a:lnTo>
                      <a:pt x="22" y="420"/>
                    </a:lnTo>
                    <a:lnTo>
                      <a:pt x="23" y="415"/>
                    </a:lnTo>
                    <a:lnTo>
                      <a:pt x="28" y="409"/>
                    </a:lnTo>
                    <a:lnTo>
                      <a:pt x="34" y="405"/>
                    </a:lnTo>
                    <a:lnTo>
                      <a:pt x="42" y="401"/>
                    </a:lnTo>
                    <a:lnTo>
                      <a:pt x="51" y="397"/>
                    </a:lnTo>
                    <a:lnTo>
                      <a:pt x="56" y="393"/>
                    </a:lnTo>
                    <a:lnTo>
                      <a:pt x="59" y="389"/>
                    </a:lnTo>
                    <a:lnTo>
                      <a:pt x="59" y="384"/>
                    </a:lnTo>
                    <a:lnTo>
                      <a:pt x="56" y="371"/>
                    </a:lnTo>
                    <a:lnTo>
                      <a:pt x="55" y="365"/>
                    </a:lnTo>
                    <a:lnTo>
                      <a:pt x="55" y="356"/>
                    </a:lnTo>
                    <a:lnTo>
                      <a:pt x="55" y="350"/>
                    </a:lnTo>
                    <a:lnTo>
                      <a:pt x="56" y="343"/>
                    </a:lnTo>
                    <a:lnTo>
                      <a:pt x="59" y="332"/>
                    </a:lnTo>
                    <a:lnTo>
                      <a:pt x="59" y="328"/>
                    </a:lnTo>
                    <a:lnTo>
                      <a:pt x="57" y="324"/>
                    </a:lnTo>
                    <a:lnTo>
                      <a:pt x="53" y="320"/>
                    </a:lnTo>
                    <a:lnTo>
                      <a:pt x="45" y="317"/>
                    </a:lnTo>
                    <a:lnTo>
                      <a:pt x="37" y="314"/>
                    </a:lnTo>
                    <a:lnTo>
                      <a:pt x="32" y="310"/>
                    </a:lnTo>
                    <a:lnTo>
                      <a:pt x="29" y="305"/>
                    </a:lnTo>
                    <a:lnTo>
                      <a:pt x="29" y="301"/>
                    </a:lnTo>
                    <a:lnTo>
                      <a:pt x="30" y="296"/>
                    </a:lnTo>
                    <a:lnTo>
                      <a:pt x="36" y="291"/>
                    </a:lnTo>
                    <a:lnTo>
                      <a:pt x="42" y="287"/>
                    </a:lnTo>
                    <a:lnTo>
                      <a:pt x="52" y="283"/>
                    </a:lnTo>
                    <a:lnTo>
                      <a:pt x="60" y="281"/>
                    </a:lnTo>
                    <a:lnTo>
                      <a:pt x="65" y="278"/>
                    </a:lnTo>
                    <a:lnTo>
                      <a:pt x="68" y="275"/>
                    </a:lnTo>
                    <a:lnTo>
                      <a:pt x="68" y="271"/>
                    </a:lnTo>
                    <a:lnTo>
                      <a:pt x="64" y="262"/>
                    </a:lnTo>
                    <a:lnTo>
                      <a:pt x="63" y="256"/>
                    </a:lnTo>
                    <a:lnTo>
                      <a:pt x="61" y="251"/>
                    </a:lnTo>
                    <a:lnTo>
                      <a:pt x="61" y="245"/>
                    </a:lnTo>
                    <a:lnTo>
                      <a:pt x="63" y="239"/>
                    </a:lnTo>
                    <a:lnTo>
                      <a:pt x="68" y="228"/>
                    </a:lnTo>
                    <a:lnTo>
                      <a:pt x="70" y="222"/>
                    </a:lnTo>
                    <a:lnTo>
                      <a:pt x="71" y="218"/>
                    </a:lnTo>
                    <a:lnTo>
                      <a:pt x="70" y="216"/>
                    </a:lnTo>
                    <a:lnTo>
                      <a:pt x="65" y="216"/>
                    </a:lnTo>
                    <a:lnTo>
                      <a:pt x="59" y="214"/>
                    </a:lnTo>
                    <a:lnTo>
                      <a:pt x="53" y="213"/>
                    </a:lnTo>
                    <a:lnTo>
                      <a:pt x="46" y="210"/>
                    </a:lnTo>
                    <a:lnTo>
                      <a:pt x="40" y="207"/>
                    </a:lnTo>
                    <a:lnTo>
                      <a:pt x="34" y="203"/>
                    </a:lnTo>
                    <a:lnTo>
                      <a:pt x="30" y="198"/>
                    </a:lnTo>
                    <a:lnTo>
                      <a:pt x="28" y="193"/>
                    </a:lnTo>
                    <a:lnTo>
                      <a:pt x="25" y="187"/>
                    </a:lnTo>
                    <a:lnTo>
                      <a:pt x="0" y="0"/>
                    </a:lnTo>
                    <a:lnTo>
                      <a:pt x="891" y="0"/>
                    </a:lnTo>
                    <a:lnTo>
                      <a:pt x="874" y="140"/>
                    </a:lnTo>
                    <a:lnTo>
                      <a:pt x="873" y="147"/>
                    </a:lnTo>
                    <a:lnTo>
                      <a:pt x="870" y="152"/>
                    </a:lnTo>
                    <a:lnTo>
                      <a:pt x="864" y="157"/>
                    </a:lnTo>
                    <a:lnTo>
                      <a:pt x="859" y="161"/>
                    </a:lnTo>
                    <a:lnTo>
                      <a:pt x="854" y="164"/>
                    </a:lnTo>
                    <a:lnTo>
                      <a:pt x="847" y="167"/>
                    </a:lnTo>
                    <a:lnTo>
                      <a:pt x="840" y="168"/>
                    </a:lnTo>
                    <a:lnTo>
                      <a:pt x="835" y="168"/>
                    </a:lnTo>
                    <a:lnTo>
                      <a:pt x="831" y="170"/>
                    </a:lnTo>
                    <a:lnTo>
                      <a:pt x="829" y="172"/>
                    </a:lnTo>
                    <a:lnTo>
                      <a:pt x="829" y="176"/>
                    </a:lnTo>
                    <a:lnTo>
                      <a:pt x="832" y="180"/>
                    </a:lnTo>
                    <a:lnTo>
                      <a:pt x="837" y="193"/>
                    </a:lnTo>
                    <a:lnTo>
                      <a:pt x="839" y="198"/>
                    </a:lnTo>
                    <a:lnTo>
                      <a:pt x="839" y="205"/>
                    </a:lnTo>
                    <a:lnTo>
                      <a:pt x="837" y="210"/>
                    </a:lnTo>
                    <a:lnTo>
                      <a:pt x="835" y="216"/>
                    </a:lnTo>
                    <a:lnTo>
                      <a:pt x="832" y="224"/>
                    </a:lnTo>
                    <a:lnTo>
                      <a:pt x="832" y="228"/>
                    </a:lnTo>
                    <a:lnTo>
                      <a:pt x="833" y="232"/>
                    </a:lnTo>
                    <a:lnTo>
                      <a:pt x="839" y="235"/>
                    </a:lnTo>
                    <a:lnTo>
                      <a:pt x="848" y="237"/>
                    </a:lnTo>
                    <a:lnTo>
                      <a:pt x="858" y="240"/>
                    </a:lnTo>
                    <a:lnTo>
                      <a:pt x="864" y="244"/>
                    </a:lnTo>
                    <a:lnTo>
                      <a:pt x="868" y="249"/>
                    </a:lnTo>
                    <a:lnTo>
                      <a:pt x="871" y="254"/>
                    </a:lnTo>
                    <a:lnTo>
                      <a:pt x="870" y="259"/>
                    </a:lnTo>
                    <a:lnTo>
                      <a:pt x="867" y="263"/>
                    </a:lnTo>
                    <a:lnTo>
                      <a:pt x="862" y="267"/>
                    </a:lnTo>
                    <a:lnTo>
                      <a:pt x="854" y="271"/>
                    </a:lnTo>
                    <a:lnTo>
                      <a:pt x="847" y="274"/>
                    </a:lnTo>
                    <a:lnTo>
                      <a:pt x="843" y="277"/>
                    </a:lnTo>
                    <a:lnTo>
                      <a:pt x="841" y="281"/>
                    </a:lnTo>
                    <a:lnTo>
                      <a:pt x="840" y="286"/>
                    </a:lnTo>
                    <a:lnTo>
                      <a:pt x="843" y="297"/>
                    </a:lnTo>
                    <a:lnTo>
                      <a:pt x="844" y="304"/>
                    </a:lnTo>
                    <a:lnTo>
                      <a:pt x="845" y="310"/>
                    </a:lnTo>
                    <a:lnTo>
                      <a:pt x="844" y="317"/>
                    </a:lnTo>
                    <a:lnTo>
                      <a:pt x="843" y="324"/>
                    </a:lnTo>
                    <a:lnTo>
                      <a:pt x="841" y="336"/>
                    </a:lnTo>
                    <a:lnTo>
                      <a:pt x="841" y="342"/>
                    </a:lnTo>
                    <a:lnTo>
                      <a:pt x="844" y="347"/>
                    </a:lnTo>
                    <a:lnTo>
                      <a:pt x="848" y="351"/>
                    </a:lnTo>
                    <a:lnTo>
                      <a:pt x="856" y="355"/>
                    </a:lnTo>
                    <a:lnTo>
                      <a:pt x="866" y="359"/>
                    </a:lnTo>
                    <a:lnTo>
                      <a:pt x="873" y="363"/>
                    </a:lnTo>
                    <a:lnTo>
                      <a:pt x="877" y="369"/>
                    </a:lnTo>
                    <a:lnTo>
                      <a:pt x="878" y="374"/>
                    </a:lnTo>
                    <a:lnTo>
                      <a:pt x="877" y="378"/>
                    </a:lnTo>
                    <a:lnTo>
                      <a:pt x="871" y="384"/>
                    </a:lnTo>
                    <a:lnTo>
                      <a:pt x="863" y="386"/>
                    </a:lnTo>
                    <a:lnTo>
                      <a:pt x="852" y="388"/>
                    </a:lnTo>
                    <a:lnTo>
                      <a:pt x="841" y="389"/>
                    </a:lnTo>
                    <a:lnTo>
                      <a:pt x="836" y="390"/>
                    </a:lnTo>
                    <a:lnTo>
                      <a:pt x="833" y="392"/>
                    </a:lnTo>
                    <a:lnTo>
                      <a:pt x="835" y="396"/>
                    </a:lnTo>
                    <a:lnTo>
                      <a:pt x="840" y="404"/>
                    </a:lnTo>
                    <a:lnTo>
                      <a:pt x="843" y="411"/>
                    </a:lnTo>
                    <a:lnTo>
                      <a:pt x="843" y="419"/>
                    </a:lnTo>
                    <a:lnTo>
                      <a:pt x="843" y="428"/>
                    </a:lnTo>
                    <a:lnTo>
                      <a:pt x="841" y="435"/>
                    </a:lnTo>
                    <a:lnTo>
                      <a:pt x="839" y="449"/>
                    </a:lnTo>
                    <a:lnTo>
                      <a:pt x="839" y="455"/>
                    </a:lnTo>
                    <a:lnTo>
                      <a:pt x="840" y="459"/>
                    </a:lnTo>
                    <a:lnTo>
                      <a:pt x="844" y="463"/>
                    </a:lnTo>
                    <a:lnTo>
                      <a:pt x="852" y="467"/>
                    </a:lnTo>
                    <a:lnTo>
                      <a:pt x="860" y="472"/>
                    </a:lnTo>
                    <a:lnTo>
                      <a:pt x="867" y="474"/>
                    </a:lnTo>
                    <a:lnTo>
                      <a:pt x="871" y="478"/>
                    </a:lnTo>
                    <a:lnTo>
                      <a:pt x="873" y="482"/>
                    </a:lnTo>
                    <a:lnTo>
                      <a:pt x="873" y="486"/>
                    </a:lnTo>
                    <a:lnTo>
                      <a:pt x="870" y="490"/>
                    </a:lnTo>
                    <a:lnTo>
                      <a:pt x="863" y="495"/>
                    </a:lnTo>
                    <a:lnTo>
                      <a:pt x="854" y="499"/>
                    </a:lnTo>
                    <a:lnTo>
                      <a:pt x="845" y="503"/>
                    </a:lnTo>
                    <a:lnTo>
                      <a:pt x="840" y="508"/>
                    </a:lnTo>
                    <a:lnTo>
                      <a:pt x="839" y="513"/>
                    </a:lnTo>
                    <a:lnTo>
                      <a:pt x="837" y="520"/>
                    </a:lnTo>
                    <a:lnTo>
                      <a:pt x="841" y="535"/>
                    </a:lnTo>
                    <a:lnTo>
                      <a:pt x="843" y="543"/>
                    </a:lnTo>
                    <a:lnTo>
                      <a:pt x="843" y="551"/>
                    </a:lnTo>
                    <a:lnTo>
                      <a:pt x="844" y="554"/>
                    </a:lnTo>
                    <a:lnTo>
                      <a:pt x="845" y="557"/>
                    </a:lnTo>
                    <a:lnTo>
                      <a:pt x="852" y="564"/>
                    </a:lnTo>
                    <a:lnTo>
                      <a:pt x="855" y="568"/>
                    </a:lnTo>
                    <a:lnTo>
                      <a:pt x="858" y="572"/>
                    </a:lnTo>
                    <a:lnTo>
                      <a:pt x="859" y="576"/>
                    </a:lnTo>
                    <a:lnTo>
                      <a:pt x="859" y="581"/>
                    </a:lnTo>
                    <a:lnTo>
                      <a:pt x="856" y="595"/>
                    </a:lnTo>
                    <a:lnTo>
                      <a:pt x="850" y="610"/>
                    </a:lnTo>
                    <a:lnTo>
                      <a:pt x="841" y="625"/>
                    </a:lnTo>
                    <a:lnTo>
                      <a:pt x="832" y="638"/>
                    </a:lnTo>
                    <a:lnTo>
                      <a:pt x="820" y="653"/>
                    </a:lnTo>
                    <a:lnTo>
                      <a:pt x="806" y="668"/>
                    </a:lnTo>
                    <a:lnTo>
                      <a:pt x="793" y="681"/>
                    </a:lnTo>
                    <a:lnTo>
                      <a:pt x="776" y="695"/>
                    </a:lnTo>
                    <a:lnTo>
                      <a:pt x="761" y="707"/>
                    </a:lnTo>
                    <a:lnTo>
                      <a:pt x="747" y="718"/>
                    </a:lnTo>
                    <a:lnTo>
                      <a:pt x="722" y="734"/>
                    </a:lnTo>
                    <a:lnTo>
                      <a:pt x="711" y="742"/>
                    </a:lnTo>
                    <a:lnTo>
                      <a:pt x="703" y="749"/>
                    </a:lnTo>
                    <a:lnTo>
                      <a:pt x="698" y="756"/>
                    </a:lnTo>
                    <a:lnTo>
                      <a:pt x="695" y="764"/>
                    </a:lnTo>
                    <a:lnTo>
                      <a:pt x="694" y="765"/>
                    </a:lnTo>
                    <a:lnTo>
                      <a:pt x="692" y="768"/>
                    </a:lnTo>
                    <a:lnTo>
                      <a:pt x="686" y="772"/>
                    </a:lnTo>
                    <a:lnTo>
                      <a:pt x="675" y="775"/>
                    </a:lnTo>
                    <a:lnTo>
                      <a:pt x="663" y="778"/>
                    </a:lnTo>
                    <a:lnTo>
                      <a:pt x="629" y="783"/>
                    </a:lnTo>
                    <a:lnTo>
                      <a:pt x="590" y="787"/>
                    </a:lnTo>
                    <a:lnTo>
                      <a:pt x="548" y="790"/>
                    </a:lnTo>
                    <a:lnTo>
                      <a:pt x="504" y="791"/>
                    </a:lnTo>
                    <a:lnTo>
                      <a:pt x="435" y="792"/>
                    </a:lnTo>
                    <a:close/>
                  </a:path>
                </a:pathLst>
              </a:custGeom>
              <a:solidFill>
                <a:srgbClr val="9393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200" name="îsḻíḋe">
                <a:extLst>
                  <a:ext uri="{FF2B5EF4-FFF2-40B4-BE49-F238E27FC236}">
                    <a16:creationId xmlns:a16="http://schemas.microsoft.com/office/drawing/2014/main" id="{C79EDE03-5A23-D35E-C908-BB38852BC9DC}"/>
                  </a:ext>
                </a:extLst>
              </p:cNvPr>
              <p:cNvSpPr/>
              <p:nvPr/>
            </p:nvSpPr>
            <p:spPr bwMode="auto">
              <a:xfrm>
                <a:off x="2017731" y="4814638"/>
                <a:ext cx="361473" cy="1136058"/>
              </a:xfrm>
              <a:custGeom>
                <a:avLst/>
                <a:gdLst>
                  <a:gd name="T0" fmla="*/ 146050 w 252"/>
                  <a:gd name="T1" fmla="*/ 1254125 h 792"/>
                  <a:gd name="T2" fmla="*/ 93663 w 252"/>
                  <a:gd name="T3" fmla="*/ 1225550 h 792"/>
                  <a:gd name="T4" fmla="*/ 87313 w 252"/>
                  <a:gd name="T5" fmla="*/ 1189038 h 792"/>
                  <a:gd name="T6" fmla="*/ 52388 w 252"/>
                  <a:gd name="T7" fmla="*/ 1103313 h 792"/>
                  <a:gd name="T8" fmla="*/ 22225 w 252"/>
                  <a:gd name="T9" fmla="*/ 982663 h 792"/>
                  <a:gd name="T10" fmla="*/ 22225 w 252"/>
                  <a:gd name="T11" fmla="*/ 898525 h 792"/>
                  <a:gd name="T12" fmla="*/ 15875 w 252"/>
                  <a:gd name="T13" fmla="*/ 865188 h 792"/>
                  <a:gd name="T14" fmla="*/ 15875 w 252"/>
                  <a:gd name="T15" fmla="*/ 814388 h 792"/>
                  <a:gd name="T16" fmla="*/ 22225 w 252"/>
                  <a:gd name="T17" fmla="*/ 787400 h 792"/>
                  <a:gd name="T18" fmla="*/ 22225 w 252"/>
                  <a:gd name="T19" fmla="*/ 714375 h 792"/>
                  <a:gd name="T20" fmla="*/ 20638 w 252"/>
                  <a:gd name="T21" fmla="*/ 690563 h 792"/>
                  <a:gd name="T22" fmla="*/ 6350 w 252"/>
                  <a:gd name="T23" fmla="*/ 682625 h 792"/>
                  <a:gd name="T24" fmla="*/ 9525 w 252"/>
                  <a:gd name="T25" fmla="*/ 642938 h 792"/>
                  <a:gd name="T26" fmla="*/ 20638 w 252"/>
                  <a:gd name="T27" fmla="*/ 623888 h 792"/>
                  <a:gd name="T28" fmla="*/ 20638 w 252"/>
                  <a:gd name="T29" fmla="*/ 527050 h 792"/>
                  <a:gd name="T30" fmla="*/ 15875 w 252"/>
                  <a:gd name="T31" fmla="*/ 503238 h 792"/>
                  <a:gd name="T32" fmla="*/ 9525 w 252"/>
                  <a:gd name="T33" fmla="*/ 461963 h 792"/>
                  <a:gd name="T34" fmla="*/ 22225 w 252"/>
                  <a:gd name="T35" fmla="*/ 446088 h 792"/>
                  <a:gd name="T36" fmla="*/ 22225 w 252"/>
                  <a:gd name="T37" fmla="*/ 398463 h 792"/>
                  <a:gd name="T38" fmla="*/ 26988 w 252"/>
                  <a:gd name="T39" fmla="*/ 342900 h 792"/>
                  <a:gd name="T40" fmla="*/ 11113 w 252"/>
                  <a:gd name="T41" fmla="*/ 328613 h 792"/>
                  <a:gd name="T42" fmla="*/ 6350 w 252"/>
                  <a:gd name="T43" fmla="*/ 276225 h 792"/>
                  <a:gd name="T44" fmla="*/ 11113 w 252"/>
                  <a:gd name="T45" fmla="*/ 211138 h 792"/>
                  <a:gd name="T46" fmla="*/ 11113 w 252"/>
                  <a:gd name="T47" fmla="*/ 103188 h 792"/>
                  <a:gd name="T48" fmla="*/ 400050 w 252"/>
                  <a:gd name="T49" fmla="*/ 0 h 792"/>
                  <a:gd name="T50" fmla="*/ 396875 w 252"/>
                  <a:gd name="T51" fmla="*/ 53975 h 792"/>
                  <a:gd name="T52" fmla="*/ 387350 w 252"/>
                  <a:gd name="T53" fmla="*/ 138113 h 792"/>
                  <a:gd name="T54" fmla="*/ 392113 w 252"/>
                  <a:gd name="T55" fmla="*/ 222250 h 792"/>
                  <a:gd name="T56" fmla="*/ 381000 w 252"/>
                  <a:gd name="T57" fmla="*/ 265113 h 792"/>
                  <a:gd name="T58" fmla="*/ 373063 w 252"/>
                  <a:gd name="T59" fmla="*/ 273050 h 792"/>
                  <a:gd name="T60" fmla="*/ 376238 w 252"/>
                  <a:gd name="T61" fmla="*/ 325438 h 792"/>
                  <a:gd name="T62" fmla="*/ 381000 w 252"/>
                  <a:gd name="T63" fmla="*/ 376238 h 792"/>
                  <a:gd name="T64" fmla="*/ 392113 w 252"/>
                  <a:gd name="T65" fmla="*/ 403225 h 792"/>
                  <a:gd name="T66" fmla="*/ 382588 w 252"/>
                  <a:gd name="T67" fmla="*/ 430213 h 792"/>
                  <a:gd name="T68" fmla="*/ 379413 w 252"/>
                  <a:gd name="T69" fmla="*/ 492125 h 792"/>
                  <a:gd name="T70" fmla="*/ 381000 w 252"/>
                  <a:gd name="T71" fmla="*/ 557213 h 792"/>
                  <a:gd name="T72" fmla="*/ 392113 w 252"/>
                  <a:gd name="T73" fmla="*/ 576263 h 792"/>
                  <a:gd name="T74" fmla="*/ 387350 w 252"/>
                  <a:gd name="T75" fmla="*/ 612775 h 792"/>
                  <a:gd name="T76" fmla="*/ 374650 w 252"/>
                  <a:gd name="T77" fmla="*/ 619125 h 792"/>
                  <a:gd name="T78" fmla="*/ 379413 w 252"/>
                  <a:gd name="T79" fmla="*/ 665163 h 792"/>
                  <a:gd name="T80" fmla="*/ 376238 w 252"/>
                  <a:gd name="T81" fmla="*/ 728663 h 792"/>
                  <a:gd name="T82" fmla="*/ 388938 w 252"/>
                  <a:gd name="T83" fmla="*/ 752475 h 792"/>
                  <a:gd name="T84" fmla="*/ 382588 w 252"/>
                  <a:gd name="T85" fmla="*/ 792163 h 792"/>
                  <a:gd name="T86" fmla="*/ 376238 w 252"/>
                  <a:gd name="T87" fmla="*/ 849313 h 792"/>
                  <a:gd name="T88" fmla="*/ 382588 w 252"/>
                  <a:gd name="T89" fmla="*/ 895350 h 792"/>
                  <a:gd name="T90" fmla="*/ 381000 w 252"/>
                  <a:gd name="T91" fmla="*/ 968375 h 792"/>
                  <a:gd name="T92" fmla="*/ 349250 w 252"/>
                  <a:gd name="T93" fmla="*/ 1103313 h 792"/>
                  <a:gd name="T94" fmla="*/ 312738 w 252"/>
                  <a:gd name="T95" fmla="*/ 1200150 h 792"/>
                  <a:gd name="T96" fmla="*/ 306388 w 252"/>
                  <a:gd name="T97" fmla="*/ 1225550 h 792"/>
                  <a:gd name="T98" fmla="*/ 263525 w 252"/>
                  <a:gd name="T99" fmla="*/ 1249363 h 792"/>
                  <a:gd name="T100" fmla="*/ 192088 w 252"/>
                  <a:gd name="T101" fmla="*/ 1257300 h 792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252" h="792">
                    <a:moveTo>
                      <a:pt x="121" y="792"/>
                    </a:moveTo>
                    <a:lnTo>
                      <a:pt x="121" y="792"/>
                    </a:lnTo>
                    <a:lnTo>
                      <a:pt x="103" y="791"/>
                    </a:lnTo>
                    <a:lnTo>
                      <a:pt x="92" y="790"/>
                    </a:lnTo>
                    <a:lnTo>
                      <a:pt x="82" y="787"/>
                    </a:lnTo>
                    <a:lnTo>
                      <a:pt x="72" y="783"/>
                    </a:lnTo>
                    <a:lnTo>
                      <a:pt x="64" y="778"/>
                    </a:lnTo>
                    <a:lnTo>
                      <a:pt x="59" y="772"/>
                    </a:lnTo>
                    <a:lnTo>
                      <a:pt x="57" y="768"/>
                    </a:lnTo>
                    <a:lnTo>
                      <a:pt x="57" y="764"/>
                    </a:lnTo>
                    <a:lnTo>
                      <a:pt x="55" y="749"/>
                    </a:lnTo>
                    <a:lnTo>
                      <a:pt x="50" y="734"/>
                    </a:lnTo>
                    <a:lnTo>
                      <a:pt x="44" y="717"/>
                    </a:lnTo>
                    <a:lnTo>
                      <a:pt x="33" y="695"/>
                    </a:lnTo>
                    <a:lnTo>
                      <a:pt x="27" y="683"/>
                    </a:lnTo>
                    <a:lnTo>
                      <a:pt x="23" y="669"/>
                    </a:lnTo>
                    <a:lnTo>
                      <a:pt x="17" y="643"/>
                    </a:lnTo>
                    <a:lnTo>
                      <a:pt x="14" y="619"/>
                    </a:lnTo>
                    <a:lnTo>
                      <a:pt x="13" y="597"/>
                    </a:lnTo>
                    <a:lnTo>
                      <a:pt x="13" y="581"/>
                    </a:lnTo>
                    <a:lnTo>
                      <a:pt x="14" y="566"/>
                    </a:lnTo>
                    <a:lnTo>
                      <a:pt x="13" y="554"/>
                    </a:lnTo>
                    <a:lnTo>
                      <a:pt x="11" y="549"/>
                    </a:lnTo>
                    <a:lnTo>
                      <a:pt x="10" y="545"/>
                    </a:lnTo>
                    <a:lnTo>
                      <a:pt x="4" y="537"/>
                    </a:lnTo>
                    <a:lnTo>
                      <a:pt x="4" y="528"/>
                    </a:lnTo>
                    <a:lnTo>
                      <a:pt x="6" y="522"/>
                    </a:lnTo>
                    <a:lnTo>
                      <a:pt x="10" y="513"/>
                    </a:lnTo>
                    <a:lnTo>
                      <a:pt x="13" y="511"/>
                    </a:lnTo>
                    <a:lnTo>
                      <a:pt x="13" y="505"/>
                    </a:lnTo>
                    <a:lnTo>
                      <a:pt x="14" y="496"/>
                    </a:lnTo>
                    <a:lnTo>
                      <a:pt x="13" y="482"/>
                    </a:lnTo>
                    <a:lnTo>
                      <a:pt x="13" y="465"/>
                    </a:lnTo>
                    <a:lnTo>
                      <a:pt x="14" y="450"/>
                    </a:lnTo>
                    <a:lnTo>
                      <a:pt x="15" y="442"/>
                    </a:lnTo>
                    <a:lnTo>
                      <a:pt x="15" y="439"/>
                    </a:lnTo>
                    <a:lnTo>
                      <a:pt x="14" y="436"/>
                    </a:lnTo>
                    <a:lnTo>
                      <a:pt x="13" y="435"/>
                    </a:lnTo>
                    <a:lnTo>
                      <a:pt x="10" y="435"/>
                    </a:lnTo>
                    <a:lnTo>
                      <a:pt x="7" y="432"/>
                    </a:lnTo>
                    <a:lnTo>
                      <a:pt x="4" y="430"/>
                    </a:lnTo>
                    <a:lnTo>
                      <a:pt x="3" y="425"/>
                    </a:lnTo>
                    <a:lnTo>
                      <a:pt x="3" y="420"/>
                    </a:lnTo>
                    <a:lnTo>
                      <a:pt x="4" y="409"/>
                    </a:lnTo>
                    <a:lnTo>
                      <a:pt x="6" y="405"/>
                    </a:lnTo>
                    <a:lnTo>
                      <a:pt x="9" y="401"/>
                    </a:lnTo>
                    <a:lnTo>
                      <a:pt x="11" y="397"/>
                    </a:lnTo>
                    <a:lnTo>
                      <a:pt x="13" y="393"/>
                    </a:lnTo>
                    <a:lnTo>
                      <a:pt x="13" y="384"/>
                    </a:lnTo>
                    <a:lnTo>
                      <a:pt x="11" y="356"/>
                    </a:lnTo>
                    <a:lnTo>
                      <a:pt x="13" y="332"/>
                    </a:lnTo>
                    <a:lnTo>
                      <a:pt x="13" y="324"/>
                    </a:lnTo>
                    <a:lnTo>
                      <a:pt x="11" y="320"/>
                    </a:lnTo>
                    <a:lnTo>
                      <a:pt x="10" y="317"/>
                    </a:lnTo>
                    <a:lnTo>
                      <a:pt x="7" y="314"/>
                    </a:lnTo>
                    <a:lnTo>
                      <a:pt x="6" y="310"/>
                    </a:lnTo>
                    <a:lnTo>
                      <a:pt x="4" y="301"/>
                    </a:lnTo>
                    <a:lnTo>
                      <a:pt x="6" y="291"/>
                    </a:lnTo>
                    <a:lnTo>
                      <a:pt x="9" y="287"/>
                    </a:lnTo>
                    <a:lnTo>
                      <a:pt x="11" y="283"/>
                    </a:lnTo>
                    <a:lnTo>
                      <a:pt x="14" y="281"/>
                    </a:lnTo>
                    <a:lnTo>
                      <a:pt x="15" y="278"/>
                    </a:lnTo>
                    <a:lnTo>
                      <a:pt x="15" y="271"/>
                    </a:lnTo>
                    <a:lnTo>
                      <a:pt x="14" y="251"/>
                    </a:lnTo>
                    <a:lnTo>
                      <a:pt x="14" y="239"/>
                    </a:lnTo>
                    <a:lnTo>
                      <a:pt x="15" y="228"/>
                    </a:lnTo>
                    <a:lnTo>
                      <a:pt x="17" y="218"/>
                    </a:lnTo>
                    <a:lnTo>
                      <a:pt x="17" y="216"/>
                    </a:lnTo>
                    <a:lnTo>
                      <a:pt x="15" y="216"/>
                    </a:lnTo>
                    <a:lnTo>
                      <a:pt x="11" y="213"/>
                    </a:lnTo>
                    <a:lnTo>
                      <a:pt x="7" y="207"/>
                    </a:lnTo>
                    <a:lnTo>
                      <a:pt x="4" y="198"/>
                    </a:lnTo>
                    <a:lnTo>
                      <a:pt x="3" y="187"/>
                    </a:lnTo>
                    <a:lnTo>
                      <a:pt x="4" y="174"/>
                    </a:lnTo>
                    <a:lnTo>
                      <a:pt x="6" y="163"/>
                    </a:lnTo>
                    <a:lnTo>
                      <a:pt x="7" y="149"/>
                    </a:lnTo>
                    <a:lnTo>
                      <a:pt x="7" y="133"/>
                    </a:lnTo>
                    <a:lnTo>
                      <a:pt x="9" y="96"/>
                    </a:lnTo>
                    <a:lnTo>
                      <a:pt x="7" y="80"/>
                    </a:lnTo>
                    <a:lnTo>
                      <a:pt x="7" y="65"/>
                    </a:lnTo>
                    <a:lnTo>
                      <a:pt x="3" y="34"/>
                    </a:lnTo>
                    <a:lnTo>
                      <a:pt x="0" y="0"/>
                    </a:lnTo>
                    <a:lnTo>
                      <a:pt x="252" y="0"/>
                    </a:lnTo>
                    <a:lnTo>
                      <a:pt x="252" y="21"/>
                    </a:lnTo>
                    <a:lnTo>
                      <a:pt x="251" y="27"/>
                    </a:lnTo>
                    <a:lnTo>
                      <a:pt x="250" y="34"/>
                    </a:lnTo>
                    <a:lnTo>
                      <a:pt x="245" y="46"/>
                    </a:lnTo>
                    <a:lnTo>
                      <a:pt x="244" y="59"/>
                    </a:lnTo>
                    <a:lnTo>
                      <a:pt x="244" y="87"/>
                    </a:lnTo>
                    <a:lnTo>
                      <a:pt x="244" y="103"/>
                    </a:lnTo>
                    <a:lnTo>
                      <a:pt x="245" y="115"/>
                    </a:lnTo>
                    <a:lnTo>
                      <a:pt x="247" y="128"/>
                    </a:lnTo>
                    <a:lnTo>
                      <a:pt x="247" y="140"/>
                    </a:lnTo>
                    <a:lnTo>
                      <a:pt x="247" y="152"/>
                    </a:lnTo>
                    <a:lnTo>
                      <a:pt x="243" y="161"/>
                    </a:lnTo>
                    <a:lnTo>
                      <a:pt x="240" y="167"/>
                    </a:lnTo>
                    <a:lnTo>
                      <a:pt x="236" y="168"/>
                    </a:lnTo>
                    <a:lnTo>
                      <a:pt x="235" y="170"/>
                    </a:lnTo>
                    <a:lnTo>
                      <a:pt x="235" y="172"/>
                    </a:lnTo>
                    <a:lnTo>
                      <a:pt x="235" y="180"/>
                    </a:lnTo>
                    <a:lnTo>
                      <a:pt x="236" y="193"/>
                    </a:lnTo>
                    <a:lnTo>
                      <a:pt x="237" y="205"/>
                    </a:lnTo>
                    <a:lnTo>
                      <a:pt x="235" y="224"/>
                    </a:lnTo>
                    <a:lnTo>
                      <a:pt x="236" y="232"/>
                    </a:lnTo>
                    <a:lnTo>
                      <a:pt x="237" y="235"/>
                    </a:lnTo>
                    <a:lnTo>
                      <a:pt x="240" y="237"/>
                    </a:lnTo>
                    <a:lnTo>
                      <a:pt x="243" y="240"/>
                    </a:lnTo>
                    <a:lnTo>
                      <a:pt x="244" y="244"/>
                    </a:lnTo>
                    <a:lnTo>
                      <a:pt x="247" y="254"/>
                    </a:lnTo>
                    <a:lnTo>
                      <a:pt x="245" y="263"/>
                    </a:lnTo>
                    <a:lnTo>
                      <a:pt x="244" y="267"/>
                    </a:lnTo>
                    <a:lnTo>
                      <a:pt x="241" y="271"/>
                    </a:lnTo>
                    <a:lnTo>
                      <a:pt x="240" y="274"/>
                    </a:lnTo>
                    <a:lnTo>
                      <a:pt x="239" y="277"/>
                    </a:lnTo>
                    <a:lnTo>
                      <a:pt x="237" y="286"/>
                    </a:lnTo>
                    <a:lnTo>
                      <a:pt x="239" y="310"/>
                    </a:lnTo>
                    <a:lnTo>
                      <a:pt x="237" y="336"/>
                    </a:lnTo>
                    <a:lnTo>
                      <a:pt x="239" y="347"/>
                    </a:lnTo>
                    <a:lnTo>
                      <a:pt x="240" y="351"/>
                    </a:lnTo>
                    <a:lnTo>
                      <a:pt x="243" y="355"/>
                    </a:lnTo>
                    <a:lnTo>
                      <a:pt x="245" y="359"/>
                    </a:lnTo>
                    <a:lnTo>
                      <a:pt x="247" y="363"/>
                    </a:lnTo>
                    <a:lnTo>
                      <a:pt x="248" y="374"/>
                    </a:lnTo>
                    <a:lnTo>
                      <a:pt x="248" y="378"/>
                    </a:lnTo>
                    <a:lnTo>
                      <a:pt x="247" y="384"/>
                    </a:lnTo>
                    <a:lnTo>
                      <a:pt x="244" y="386"/>
                    </a:lnTo>
                    <a:lnTo>
                      <a:pt x="241" y="388"/>
                    </a:lnTo>
                    <a:lnTo>
                      <a:pt x="237" y="389"/>
                    </a:lnTo>
                    <a:lnTo>
                      <a:pt x="236" y="390"/>
                    </a:lnTo>
                    <a:lnTo>
                      <a:pt x="236" y="392"/>
                    </a:lnTo>
                    <a:lnTo>
                      <a:pt x="236" y="396"/>
                    </a:lnTo>
                    <a:lnTo>
                      <a:pt x="237" y="404"/>
                    </a:lnTo>
                    <a:lnTo>
                      <a:pt x="239" y="419"/>
                    </a:lnTo>
                    <a:lnTo>
                      <a:pt x="237" y="435"/>
                    </a:lnTo>
                    <a:lnTo>
                      <a:pt x="237" y="449"/>
                    </a:lnTo>
                    <a:lnTo>
                      <a:pt x="237" y="459"/>
                    </a:lnTo>
                    <a:lnTo>
                      <a:pt x="239" y="463"/>
                    </a:lnTo>
                    <a:lnTo>
                      <a:pt x="241" y="467"/>
                    </a:lnTo>
                    <a:lnTo>
                      <a:pt x="245" y="474"/>
                    </a:lnTo>
                    <a:lnTo>
                      <a:pt x="247" y="482"/>
                    </a:lnTo>
                    <a:lnTo>
                      <a:pt x="245" y="490"/>
                    </a:lnTo>
                    <a:lnTo>
                      <a:pt x="241" y="499"/>
                    </a:lnTo>
                    <a:lnTo>
                      <a:pt x="239" y="503"/>
                    </a:lnTo>
                    <a:lnTo>
                      <a:pt x="237" y="508"/>
                    </a:lnTo>
                    <a:lnTo>
                      <a:pt x="237" y="520"/>
                    </a:lnTo>
                    <a:lnTo>
                      <a:pt x="237" y="535"/>
                    </a:lnTo>
                    <a:lnTo>
                      <a:pt x="239" y="551"/>
                    </a:lnTo>
                    <a:lnTo>
                      <a:pt x="239" y="557"/>
                    </a:lnTo>
                    <a:lnTo>
                      <a:pt x="241" y="564"/>
                    </a:lnTo>
                    <a:lnTo>
                      <a:pt x="243" y="572"/>
                    </a:lnTo>
                    <a:lnTo>
                      <a:pt x="243" y="581"/>
                    </a:lnTo>
                    <a:lnTo>
                      <a:pt x="240" y="610"/>
                    </a:lnTo>
                    <a:lnTo>
                      <a:pt x="235" y="638"/>
                    </a:lnTo>
                    <a:lnTo>
                      <a:pt x="228" y="668"/>
                    </a:lnTo>
                    <a:lnTo>
                      <a:pt x="220" y="695"/>
                    </a:lnTo>
                    <a:lnTo>
                      <a:pt x="210" y="718"/>
                    </a:lnTo>
                    <a:lnTo>
                      <a:pt x="204" y="734"/>
                    </a:lnTo>
                    <a:lnTo>
                      <a:pt x="198" y="749"/>
                    </a:lnTo>
                    <a:lnTo>
                      <a:pt x="197" y="756"/>
                    </a:lnTo>
                    <a:lnTo>
                      <a:pt x="195" y="764"/>
                    </a:lnTo>
                    <a:lnTo>
                      <a:pt x="195" y="768"/>
                    </a:lnTo>
                    <a:lnTo>
                      <a:pt x="193" y="772"/>
                    </a:lnTo>
                    <a:lnTo>
                      <a:pt x="190" y="775"/>
                    </a:lnTo>
                    <a:lnTo>
                      <a:pt x="186" y="778"/>
                    </a:lnTo>
                    <a:lnTo>
                      <a:pt x="176" y="783"/>
                    </a:lnTo>
                    <a:lnTo>
                      <a:pt x="166" y="787"/>
                    </a:lnTo>
                    <a:lnTo>
                      <a:pt x="153" y="790"/>
                    </a:lnTo>
                    <a:lnTo>
                      <a:pt x="141" y="791"/>
                    </a:lnTo>
                    <a:lnTo>
                      <a:pt x="121" y="792"/>
                    </a:lnTo>
                    <a:close/>
                  </a:path>
                </a:pathLst>
              </a:custGeom>
              <a:solidFill>
                <a:srgbClr val="B1B1B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201" name="íŝḻídè">
                <a:extLst>
                  <a:ext uri="{FF2B5EF4-FFF2-40B4-BE49-F238E27FC236}">
                    <a16:creationId xmlns:a16="http://schemas.microsoft.com/office/drawing/2014/main" id="{15C191B4-FB28-AAC4-5326-08F0E5FCBE9E}"/>
                  </a:ext>
                </a:extLst>
              </p:cNvPr>
              <p:cNvSpPr/>
              <p:nvPr/>
            </p:nvSpPr>
            <p:spPr bwMode="auto">
              <a:xfrm>
                <a:off x="2247238" y="5942089"/>
                <a:ext cx="291187" cy="127664"/>
              </a:xfrm>
              <a:custGeom>
                <a:avLst/>
                <a:gdLst>
                  <a:gd name="T0" fmla="*/ 161925 w 203"/>
                  <a:gd name="T1" fmla="*/ 0 h 89"/>
                  <a:gd name="T2" fmla="*/ 161925 w 203"/>
                  <a:gd name="T3" fmla="*/ 0 h 89"/>
                  <a:gd name="T4" fmla="*/ 193675 w 203"/>
                  <a:gd name="T5" fmla="*/ 1588 h 89"/>
                  <a:gd name="T6" fmla="*/ 223838 w 203"/>
                  <a:gd name="T7" fmla="*/ 6350 h 89"/>
                  <a:gd name="T8" fmla="*/ 252413 w 203"/>
                  <a:gd name="T9" fmla="*/ 12700 h 89"/>
                  <a:gd name="T10" fmla="*/ 276225 w 203"/>
                  <a:gd name="T11" fmla="*/ 20638 h 89"/>
                  <a:gd name="T12" fmla="*/ 295275 w 203"/>
                  <a:gd name="T13" fmla="*/ 31750 h 89"/>
                  <a:gd name="T14" fmla="*/ 309563 w 203"/>
                  <a:gd name="T15" fmla="*/ 42863 h 89"/>
                  <a:gd name="T16" fmla="*/ 315913 w 203"/>
                  <a:gd name="T17" fmla="*/ 49213 h 89"/>
                  <a:gd name="T18" fmla="*/ 320675 w 203"/>
                  <a:gd name="T19" fmla="*/ 57150 h 89"/>
                  <a:gd name="T20" fmla="*/ 322263 w 203"/>
                  <a:gd name="T21" fmla="*/ 63500 h 89"/>
                  <a:gd name="T22" fmla="*/ 322263 w 203"/>
                  <a:gd name="T23" fmla="*/ 69850 h 89"/>
                  <a:gd name="T24" fmla="*/ 322263 w 203"/>
                  <a:gd name="T25" fmla="*/ 69850 h 89"/>
                  <a:gd name="T26" fmla="*/ 322263 w 203"/>
                  <a:gd name="T27" fmla="*/ 79375 h 89"/>
                  <a:gd name="T28" fmla="*/ 320675 w 203"/>
                  <a:gd name="T29" fmla="*/ 85725 h 89"/>
                  <a:gd name="T30" fmla="*/ 315913 w 203"/>
                  <a:gd name="T31" fmla="*/ 92075 h 89"/>
                  <a:gd name="T32" fmla="*/ 309563 w 203"/>
                  <a:gd name="T33" fmla="*/ 98425 h 89"/>
                  <a:gd name="T34" fmla="*/ 295275 w 203"/>
                  <a:gd name="T35" fmla="*/ 111125 h 89"/>
                  <a:gd name="T36" fmla="*/ 276225 w 203"/>
                  <a:gd name="T37" fmla="*/ 122238 h 89"/>
                  <a:gd name="T38" fmla="*/ 252413 w 203"/>
                  <a:gd name="T39" fmla="*/ 130175 h 89"/>
                  <a:gd name="T40" fmla="*/ 223838 w 203"/>
                  <a:gd name="T41" fmla="*/ 136525 h 89"/>
                  <a:gd name="T42" fmla="*/ 193675 w 203"/>
                  <a:gd name="T43" fmla="*/ 141288 h 89"/>
                  <a:gd name="T44" fmla="*/ 161925 w 203"/>
                  <a:gd name="T45" fmla="*/ 141288 h 89"/>
                  <a:gd name="T46" fmla="*/ 161925 w 203"/>
                  <a:gd name="T47" fmla="*/ 141288 h 89"/>
                  <a:gd name="T48" fmla="*/ 128588 w 203"/>
                  <a:gd name="T49" fmla="*/ 141288 h 89"/>
                  <a:gd name="T50" fmla="*/ 98425 w 203"/>
                  <a:gd name="T51" fmla="*/ 136525 h 89"/>
                  <a:gd name="T52" fmla="*/ 71438 w 203"/>
                  <a:gd name="T53" fmla="*/ 130175 h 89"/>
                  <a:gd name="T54" fmla="*/ 47625 w 203"/>
                  <a:gd name="T55" fmla="*/ 122238 h 89"/>
                  <a:gd name="T56" fmla="*/ 28575 w 203"/>
                  <a:gd name="T57" fmla="*/ 111125 h 89"/>
                  <a:gd name="T58" fmla="*/ 12700 w 203"/>
                  <a:gd name="T59" fmla="*/ 98425 h 89"/>
                  <a:gd name="T60" fmla="*/ 6350 w 203"/>
                  <a:gd name="T61" fmla="*/ 92075 h 89"/>
                  <a:gd name="T62" fmla="*/ 3175 w 203"/>
                  <a:gd name="T63" fmla="*/ 85725 h 89"/>
                  <a:gd name="T64" fmla="*/ 0 w 203"/>
                  <a:gd name="T65" fmla="*/ 79375 h 89"/>
                  <a:gd name="T66" fmla="*/ 0 w 203"/>
                  <a:gd name="T67" fmla="*/ 69850 h 89"/>
                  <a:gd name="T68" fmla="*/ 0 w 203"/>
                  <a:gd name="T69" fmla="*/ 69850 h 89"/>
                  <a:gd name="T70" fmla="*/ 0 w 203"/>
                  <a:gd name="T71" fmla="*/ 63500 h 89"/>
                  <a:gd name="T72" fmla="*/ 3175 w 203"/>
                  <a:gd name="T73" fmla="*/ 57150 h 89"/>
                  <a:gd name="T74" fmla="*/ 6350 w 203"/>
                  <a:gd name="T75" fmla="*/ 49213 h 89"/>
                  <a:gd name="T76" fmla="*/ 12700 w 203"/>
                  <a:gd name="T77" fmla="*/ 42863 h 89"/>
                  <a:gd name="T78" fmla="*/ 28575 w 203"/>
                  <a:gd name="T79" fmla="*/ 31750 h 89"/>
                  <a:gd name="T80" fmla="*/ 47625 w 203"/>
                  <a:gd name="T81" fmla="*/ 20638 h 89"/>
                  <a:gd name="T82" fmla="*/ 71438 w 203"/>
                  <a:gd name="T83" fmla="*/ 12700 h 89"/>
                  <a:gd name="T84" fmla="*/ 98425 w 203"/>
                  <a:gd name="T85" fmla="*/ 6350 h 89"/>
                  <a:gd name="T86" fmla="*/ 128588 w 203"/>
                  <a:gd name="T87" fmla="*/ 1588 h 89"/>
                  <a:gd name="T88" fmla="*/ 161925 w 203"/>
                  <a:gd name="T89" fmla="*/ 0 h 89"/>
                  <a:gd name="T90" fmla="*/ 161925 w 203"/>
                  <a:gd name="T91" fmla="*/ 0 h 89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0" t="0" r="r" b="b"/>
                <a:pathLst>
                  <a:path w="203" h="89">
                    <a:moveTo>
                      <a:pt x="102" y="0"/>
                    </a:moveTo>
                    <a:lnTo>
                      <a:pt x="102" y="0"/>
                    </a:lnTo>
                    <a:lnTo>
                      <a:pt x="122" y="1"/>
                    </a:lnTo>
                    <a:lnTo>
                      <a:pt x="141" y="4"/>
                    </a:lnTo>
                    <a:lnTo>
                      <a:pt x="159" y="8"/>
                    </a:lnTo>
                    <a:lnTo>
                      <a:pt x="174" y="13"/>
                    </a:lnTo>
                    <a:lnTo>
                      <a:pt x="186" y="20"/>
                    </a:lnTo>
                    <a:lnTo>
                      <a:pt x="195" y="27"/>
                    </a:lnTo>
                    <a:lnTo>
                      <a:pt x="199" y="31"/>
                    </a:lnTo>
                    <a:lnTo>
                      <a:pt x="202" y="36"/>
                    </a:lnTo>
                    <a:lnTo>
                      <a:pt x="203" y="40"/>
                    </a:lnTo>
                    <a:lnTo>
                      <a:pt x="203" y="44"/>
                    </a:lnTo>
                    <a:lnTo>
                      <a:pt x="203" y="50"/>
                    </a:lnTo>
                    <a:lnTo>
                      <a:pt x="202" y="54"/>
                    </a:lnTo>
                    <a:lnTo>
                      <a:pt x="199" y="58"/>
                    </a:lnTo>
                    <a:lnTo>
                      <a:pt x="195" y="62"/>
                    </a:lnTo>
                    <a:lnTo>
                      <a:pt x="186" y="70"/>
                    </a:lnTo>
                    <a:lnTo>
                      <a:pt x="174" y="77"/>
                    </a:lnTo>
                    <a:lnTo>
                      <a:pt x="159" y="82"/>
                    </a:lnTo>
                    <a:lnTo>
                      <a:pt x="141" y="86"/>
                    </a:lnTo>
                    <a:lnTo>
                      <a:pt x="122" y="89"/>
                    </a:lnTo>
                    <a:lnTo>
                      <a:pt x="102" y="89"/>
                    </a:lnTo>
                    <a:lnTo>
                      <a:pt x="81" y="89"/>
                    </a:lnTo>
                    <a:lnTo>
                      <a:pt x="62" y="86"/>
                    </a:lnTo>
                    <a:lnTo>
                      <a:pt x="45" y="82"/>
                    </a:lnTo>
                    <a:lnTo>
                      <a:pt x="30" y="77"/>
                    </a:lnTo>
                    <a:lnTo>
                      <a:pt x="18" y="70"/>
                    </a:lnTo>
                    <a:lnTo>
                      <a:pt x="8" y="62"/>
                    </a:lnTo>
                    <a:lnTo>
                      <a:pt x="4" y="58"/>
                    </a:lnTo>
                    <a:lnTo>
                      <a:pt x="2" y="54"/>
                    </a:lnTo>
                    <a:lnTo>
                      <a:pt x="0" y="50"/>
                    </a:lnTo>
                    <a:lnTo>
                      <a:pt x="0" y="44"/>
                    </a:lnTo>
                    <a:lnTo>
                      <a:pt x="0" y="40"/>
                    </a:lnTo>
                    <a:lnTo>
                      <a:pt x="2" y="36"/>
                    </a:lnTo>
                    <a:lnTo>
                      <a:pt x="4" y="31"/>
                    </a:lnTo>
                    <a:lnTo>
                      <a:pt x="8" y="27"/>
                    </a:lnTo>
                    <a:lnTo>
                      <a:pt x="18" y="20"/>
                    </a:lnTo>
                    <a:lnTo>
                      <a:pt x="30" y="13"/>
                    </a:lnTo>
                    <a:lnTo>
                      <a:pt x="45" y="8"/>
                    </a:lnTo>
                    <a:lnTo>
                      <a:pt x="62" y="4"/>
                    </a:lnTo>
                    <a:lnTo>
                      <a:pt x="81" y="1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6C6C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02" name="îš1íďè">
                <a:extLst>
                  <a:ext uri="{FF2B5EF4-FFF2-40B4-BE49-F238E27FC236}">
                    <a16:creationId xmlns:a16="http://schemas.microsoft.com/office/drawing/2014/main" id="{E725DDF0-B899-E1CD-881C-3E803F994C9C}"/>
                  </a:ext>
                </a:extLst>
              </p:cNvPr>
              <p:cNvSpPr/>
              <p:nvPr/>
            </p:nvSpPr>
            <p:spPr bwMode="auto">
              <a:xfrm>
                <a:off x="2138222" y="5883279"/>
                <a:ext cx="509218" cy="142008"/>
              </a:xfrm>
              <a:custGeom>
                <a:avLst/>
                <a:gdLst>
                  <a:gd name="T0" fmla="*/ 282575 w 355"/>
                  <a:gd name="T1" fmla="*/ 0 h 99"/>
                  <a:gd name="T2" fmla="*/ 282575 w 355"/>
                  <a:gd name="T3" fmla="*/ 0 h 99"/>
                  <a:gd name="T4" fmla="*/ 338138 w 355"/>
                  <a:gd name="T5" fmla="*/ 1588 h 99"/>
                  <a:gd name="T6" fmla="*/ 392113 w 355"/>
                  <a:gd name="T7" fmla="*/ 6350 h 99"/>
                  <a:gd name="T8" fmla="*/ 439738 w 355"/>
                  <a:gd name="T9" fmla="*/ 12700 h 99"/>
                  <a:gd name="T10" fmla="*/ 479425 w 355"/>
                  <a:gd name="T11" fmla="*/ 23813 h 99"/>
                  <a:gd name="T12" fmla="*/ 514350 w 355"/>
                  <a:gd name="T13" fmla="*/ 34925 h 99"/>
                  <a:gd name="T14" fmla="*/ 528638 w 355"/>
                  <a:gd name="T15" fmla="*/ 41275 h 99"/>
                  <a:gd name="T16" fmla="*/ 539750 w 355"/>
                  <a:gd name="T17" fmla="*/ 47625 h 99"/>
                  <a:gd name="T18" fmla="*/ 550863 w 355"/>
                  <a:gd name="T19" fmla="*/ 53975 h 99"/>
                  <a:gd name="T20" fmla="*/ 557213 w 355"/>
                  <a:gd name="T21" fmla="*/ 61913 h 99"/>
                  <a:gd name="T22" fmla="*/ 561975 w 355"/>
                  <a:gd name="T23" fmla="*/ 71438 h 99"/>
                  <a:gd name="T24" fmla="*/ 563563 w 355"/>
                  <a:gd name="T25" fmla="*/ 77788 h 99"/>
                  <a:gd name="T26" fmla="*/ 563563 w 355"/>
                  <a:gd name="T27" fmla="*/ 77788 h 99"/>
                  <a:gd name="T28" fmla="*/ 561975 w 355"/>
                  <a:gd name="T29" fmla="*/ 85725 h 99"/>
                  <a:gd name="T30" fmla="*/ 557213 w 355"/>
                  <a:gd name="T31" fmla="*/ 95250 h 99"/>
                  <a:gd name="T32" fmla="*/ 550863 w 355"/>
                  <a:gd name="T33" fmla="*/ 101600 h 99"/>
                  <a:gd name="T34" fmla="*/ 539750 w 355"/>
                  <a:gd name="T35" fmla="*/ 107950 h 99"/>
                  <a:gd name="T36" fmla="*/ 528638 w 355"/>
                  <a:gd name="T37" fmla="*/ 115888 h 99"/>
                  <a:gd name="T38" fmla="*/ 514350 w 355"/>
                  <a:gd name="T39" fmla="*/ 122238 h 99"/>
                  <a:gd name="T40" fmla="*/ 479425 w 355"/>
                  <a:gd name="T41" fmla="*/ 133350 h 99"/>
                  <a:gd name="T42" fmla="*/ 439738 w 355"/>
                  <a:gd name="T43" fmla="*/ 141288 h 99"/>
                  <a:gd name="T44" fmla="*/ 392113 w 355"/>
                  <a:gd name="T45" fmla="*/ 150813 h 99"/>
                  <a:gd name="T46" fmla="*/ 338138 w 355"/>
                  <a:gd name="T47" fmla="*/ 155575 h 99"/>
                  <a:gd name="T48" fmla="*/ 282575 w 355"/>
                  <a:gd name="T49" fmla="*/ 157163 h 99"/>
                  <a:gd name="T50" fmla="*/ 282575 w 355"/>
                  <a:gd name="T51" fmla="*/ 157163 h 99"/>
                  <a:gd name="T52" fmla="*/ 227013 w 355"/>
                  <a:gd name="T53" fmla="*/ 155575 h 99"/>
                  <a:gd name="T54" fmla="*/ 173038 w 355"/>
                  <a:gd name="T55" fmla="*/ 150813 h 99"/>
                  <a:gd name="T56" fmla="*/ 125413 w 355"/>
                  <a:gd name="T57" fmla="*/ 141288 h 99"/>
                  <a:gd name="T58" fmla="*/ 84138 w 355"/>
                  <a:gd name="T59" fmla="*/ 133350 h 99"/>
                  <a:gd name="T60" fmla="*/ 49213 w 355"/>
                  <a:gd name="T61" fmla="*/ 122238 h 99"/>
                  <a:gd name="T62" fmla="*/ 34925 w 355"/>
                  <a:gd name="T63" fmla="*/ 115888 h 99"/>
                  <a:gd name="T64" fmla="*/ 23813 w 355"/>
                  <a:gd name="T65" fmla="*/ 107950 h 99"/>
                  <a:gd name="T66" fmla="*/ 12700 w 355"/>
                  <a:gd name="T67" fmla="*/ 101600 h 99"/>
                  <a:gd name="T68" fmla="*/ 6350 w 355"/>
                  <a:gd name="T69" fmla="*/ 95250 h 99"/>
                  <a:gd name="T70" fmla="*/ 3175 w 355"/>
                  <a:gd name="T71" fmla="*/ 85725 h 99"/>
                  <a:gd name="T72" fmla="*/ 0 w 355"/>
                  <a:gd name="T73" fmla="*/ 77788 h 99"/>
                  <a:gd name="T74" fmla="*/ 0 w 355"/>
                  <a:gd name="T75" fmla="*/ 77788 h 99"/>
                  <a:gd name="T76" fmla="*/ 3175 w 355"/>
                  <a:gd name="T77" fmla="*/ 71438 h 99"/>
                  <a:gd name="T78" fmla="*/ 6350 w 355"/>
                  <a:gd name="T79" fmla="*/ 61913 h 99"/>
                  <a:gd name="T80" fmla="*/ 12700 w 355"/>
                  <a:gd name="T81" fmla="*/ 53975 h 99"/>
                  <a:gd name="T82" fmla="*/ 23813 w 355"/>
                  <a:gd name="T83" fmla="*/ 47625 h 99"/>
                  <a:gd name="T84" fmla="*/ 34925 w 355"/>
                  <a:gd name="T85" fmla="*/ 41275 h 99"/>
                  <a:gd name="T86" fmla="*/ 49213 w 355"/>
                  <a:gd name="T87" fmla="*/ 34925 h 99"/>
                  <a:gd name="T88" fmla="*/ 84138 w 355"/>
                  <a:gd name="T89" fmla="*/ 23813 h 99"/>
                  <a:gd name="T90" fmla="*/ 125413 w 355"/>
                  <a:gd name="T91" fmla="*/ 12700 h 99"/>
                  <a:gd name="T92" fmla="*/ 173038 w 355"/>
                  <a:gd name="T93" fmla="*/ 6350 h 99"/>
                  <a:gd name="T94" fmla="*/ 227013 w 355"/>
                  <a:gd name="T95" fmla="*/ 1588 h 99"/>
                  <a:gd name="T96" fmla="*/ 282575 w 355"/>
                  <a:gd name="T97" fmla="*/ 0 h 99"/>
                  <a:gd name="T98" fmla="*/ 282575 w 355"/>
                  <a:gd name="T99" fmla="*/ 0 h 99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355" h="99">
                    <a:moveTo>
                      <a:pt x="178" y="0"/>
                    </a:moveTo>
                    <a:lnTo>
                      <a:pt x="178" y="0"/>
                    </a:lnTo>
                    <a:lnTo>
                      <a:pt x="213" y="1"/>
                    </a:lnTo>
                    <a:lnTo>
                      <a:pt x="247" y="4"/>
                    </a:lnTo>
                    <a:lnTo>
                      <a:pt x="277" y="8"/>
                    </a:lnTo>
                    <a:lnTo>
                      <a:pt x="302" y="15"/>
                    </a:lnTo>
                    <a:lnTo>
                      <a:pt x="324" y="22"/>
                    </a:lnTo>
                    <a:lnTo>
                      <a:pt x="333" y="26"/>
                    </a:lnTo>
                    <a:lnTo>
                      <a:pt x="340" y="30"/>
                    </a:lnTo>
                    <a:lnTo>
                      <a:pt x="347" y="34"/>
                    </a:lnTo>
                    <a:lnTo>
                      <a:pt x="351" y="39"/>
                    </a:lnTo>
                    <a:lnTo>
                      <a:pt x="354" y="45"/>
                    </a:lnTo>
                    <a:lnTo>
                      <a:pt x="355" y="49"/>
                    </a:lnTo>
                    <a:lnTo>
                      <a:pt x="354" y="54"/>
                    </a:lnTo>
                    <a:lnTo>
                      <a:pt x="351" y="60"/>
                    </a:lnTo>
                    <a:lnTo>
                      <a:pt x="347" y="64"/>
                    </a:lnTo>
                    <a:lnTo>
                      <a:pt x="340" y="68"/>
                    </a:lnTo>
                    <a:lnTo>
                      <a:pt x="333" y="73"/>
                    </a:lnTo>
                    <a:lnTo>
                      <a:pt x="324" y="77"/>
                    </a:lnTo>
                    <a:lnTo>
                      <a:pt x="302" y="84"/>
                    </a:lnTo>
                    <a:lnTo>
                      <a:pt x="277" y="89"/>
                    </a:lnTo>
                    <a:lnTo>
                      <a:pt x="247" y="95"/>
                    </a:lnTo>
                    <a:lnTo>
                      <a:pt x="213" y="98"/>
                    </a:lnTo>
                    <a:lnTo>
                      <a:pt x="178" y="99"/>
                    </a:lnTo>
                    <a:lnTo>
                      <a:pt x="143" y="98"/>
                    </a:lnTo>
                    <a:lnTo>
                      <a:pt x="109" y="95"/>
                    </a:lnTo>
                    <a:lnTo>
                      <a:pt x="79" y="89"/>
                    </a:lnTo>
                    <a:lnTo>
                      <a:pt x="53" y="84"/>
                    </a:lnTo>
                    <a:lnTo>
                      <a:pt x="31" y="77"/>
                    </a:lnTo>
                    <a:lnTo>
                      <a:pt x="22" y="73"/>
                    </a:lnTo>
                    <a:lnTo>
                      <a:pt x="15" y="68"/>
                    </a:lnTo>
                    <a:lnTo>
                      <a:pt x="8" y="64"/>
                    </a:lnTo>
                    <a:lnTo>
                      <a:pt x="4" y="60"/>
                    </a:lnTo>
                    <a:lnTo>
                      <a:pt x="2" y="54"/>
                    </a:lnTo>
                    <a:lnTo>
                      <a:pt x="0" y="49"/>
                    </a:lnTo>
                    <a:lnTo>
                      <a:pt x="2" y="45"/>
                    </a:lnTo>
                    <a:lnTo>
                      <a:pt x="4" y="39"/>
                    </a:lnTo>
                    <a:lnTo>
                      <a:pt x="8" y="34"/>
                    </a:lnTo>
                    <a:lnTo>
                      <a:pt x="15" y="30"/>
                    </a:lnTo>
                    <a:lnTo>
                      <a:pt x="22" y="26"/>
                    </a:lnTo>
                    <a:lnTo>
                      <a:pt x="31" y="22"/>
                    </a:lnTo>
                    <a:lnTo>
                      <a:pt x="53" y="15"/>
                    </a:lnTo>
                    <a:lnTo>
                      <a:pt x="79" y="8"/>
                    </a:lnTo>
                    <a:lnTo>
                      <a:pt x="109" y="4"/>
                    </a:lnTo>
                    <a:lnTo>
                      <a:pt x="143" y="1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rgbClr val="5757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03" name="íś1íḍè">
                <a:extLst>
                  <a:ext uri="{FF2B5EF4-FFF2-40B4-BE49-F238E27FC236}">
                    <a16:creationId xmlns:a16="http://schemas.microsoft.com/office/drawing/2014/main" id="{256EBFC7-DE28-1E8C-8196-AC69FF66CFB8}"/>
                  </a:ext>
                </a:extLst>
              </p:cNvPr>
              <p:cNvSpPr/>
              <p:nvPr/>
            </p:nvSpPr>
            <p:spPr bwMode="auto">
              <a:xfrm>
                <a:off x="2070805" y="5923443"/>
                <a:ext cx="645487" cy="53074"/>
              </a:xfrm>
              <a:custGeom>
                <a:avLst/>
                <a:gdLst>
                  <a:gd name="T0" fmla="*/ 328613 w 450"/>
                  <a:gd name="T1" fmla="*/ 58738 h 37"/>
                  <a:gd name="T2" fmla="*/ 328613 w 450"/>
                  <a:gd name="T3" fmla="*/ 58738 h 37"/>
                  <a:gd name="T4" fmla="*/ 236538 w 450"/>
                  <a:gd name="T5" fmla="*/ 58738 h 37"/>
                  <a:gd name="T6" fmla="*/ 182563 w 450"/>
                  <a:gd name="T7" fmla="*/ 53975 h 37"/>
                  <a:gd name="T8" fmla="*/ 131763 w 450"/>
                  <a:gd name="T9" fmla="*/ 50800 h 37"/>
                  <a:gd name="T10" fmla="*/ 84138 w 450"/>
                  <a:gd name="T11" fmla="*/ 46038 h 37"/>
                  <a:gd name="T12" fmla="*/ 42863 w 450"/>
                  <a:gd name="T13" fmla="*/ 36513 h 37"/>
                  <a:gd name="T14" fmla="*/ 28575 w 450"/>
                  <a:gd name="T15" fmla="*/ 33338 h 37"/>
                  <a:gd name="T16" fmla="*/ 14288 w 450"/>
                  <a:gd name="T17" fmla="*/ 28575 h 37"/>
                  <a:gd name="T18" fmla="*/ 7938 w 450"/>
                  <a:gd name="T19" fmla="*/ 23813 h 37"/>
                  <a:gd name="T20" fmla="*/ 4763 w 450"/>
                  <a:gd name="T21" fmla="*/ 17463 h 37"/>
                  <a:gd name="T22" fmla="*/ 4763 w 450"/>
                  <a:gd name="T23" fmla="*/ 17463 h 37"/>
                  <a:gd name="T24" fmla="*/ 0 w 450"/>
                  <a:gd name="T25" fmla="*/ 3175 h 37"/>
                  <a:gd name="T26" fmla="*/ 0 w 450"/>
                  <a:gd name="T27" fmla="*/ 3175 h 37"/>
                  <a:gd name="T28" fmla="*/ 30163 w 450"/>
                  <a:gd name="T29" fmla="*/ 11113 h 37"/>
                  <a:gd name="T30" fmla="*/ 66675 w 450"/>
                  <a:gd name="T31" fmla="*/ 15875 h 37"/>
                  <a:gd name="T32" fmla="*/ 109538 w 450"/>
                  <a:gd name="T33" fmla="*/ 22225 h 37"/>
                  <a:gd name="T34" fmla="*/ 153988 w 450"/>
                  <a:gd name="T35" fmla="*/ 23813 h 37"/>
                  <a:gd name="T36" fmla="*/ 247650 w 450"/>
                  <a:gd name="T37" fmla="*/ 30163 h 37"/>
                  <a:gd name="T38" fmla="*/ 327025 w 450"/>
                  <a:gd name="T39" fmla="*/ 30163 h 37"/>
                  <a:gd name="T40" fmla="*/ 327025 w 450"/>
                  <a:gd name="T41" fmla="*/ 30163 h 37"/>
                  <a:gd name="T42" fmla="*/ 417513 w 450"/>
                  <a:gd name="T43" fmla="*/ 28575 h 37"/>
                  <a:gd name="T44" fmla="*/ 527050 w 450"/>
                  <a:gd name="T45" fmla="*/ 23813 h 37"/>
                  <a:gd name="T46" fmla="*/ 582613 w 450"/>
                  <a:gd name="T47" fmla="*/ 20638 h 37"/>
                  <a:gd name="T48" fmla="*/ 633413 w 450"/>
                  <a:gd name="T49" fmla="*/ 15875 h 37"/>
                  <a:gd name="T50" fmla="*/ 679450 w 450"/>
                  <a:gd name="T51" fmla="*/ 9525 h 37"/>
                  <a:gd name="T52" fmla="*/ 714375 w 450"/>
                  <a:gd name="T53" fmla="*/ 0 h 37"/>
                  <a:gd name="T54" fmla="*/ 714375 w 450"/>
                  <a:gd name="T55" fmla="*/ 0 h 37"/>
                  <a:gd name="T56" fmla="*/ 709613 w 450"/>
                  <a:gd name="T57" fmla="*/ 17463 h 37"/>
                  <a:gd name="T58" fmla="*/ 709613 w 450"/>
                  <a:gd name="T59" fmla="*/ 17463 h 37"/>
                  <a:gd name="T60" fmla="*/ 704850 w 450"/>
                  <a:gd name="T61" fmla="*/ 23813 h 37"/>
                  <a:gd name="T62" fmla="*/ 693738 w 450"/>
                  <a:gd name="T63" fmla="*/ 28575 h 37"/>
                  <a:gd name="T64" fmla="*/ 681038 w 450"/>
                  <a:gd name="T65" fmla="*/ 33338 h 37"/>
                  <a:gd name="T66" fmla="*/ 661988 w 450"/>
                  <a:gd name="T67" fmla="*/ 36513 h 37"/>
                  <a:gd name="T68" fmla="*/ 612775 w 450"/>
                  <a:gd name="T69" fmla="*/ 46038 h 37"/>
                  <a:gd name="T70" fmla="*/ 557213 w 450"/>
                  <a:gd name="T71" fmla="*/ 50800 h 37"/>
                  <a:gd name="T72" fmla="*/ 493713 w 450"/>
                  <a:gd name="T73" fmla="*/ 53975 h 37"/>
                  <a:gd name="T74" fmla="*/ 431800 w 450"/>
                  <a:gd name="T75" fmla="*/ 58738 h 37"/>
                  <a:gd name="T76" fmla="*/ 328613 w 450"/>
                  <a:gd name="T77" fmla="*/ 58738 h 37"/>
                  <a:gd name="T78" fmla="*/ 328613 w 450"/>
                  <a:gd name="T79" fmla="*/ 58738 h 37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450" h="37">
                    <a:moveTo>
                      <a:pt x="207" y="37"/>
                    </a:moveTo>
                    <a:lnTo>
                      <a:pt x="207" y="37"/>
                    </a:lnTo>
                    <a:lnTo>
                      <a:pt x="149" y="37"/>
                    </a:lnTo>
                    <a:lnTo>
                      <a:pt x="115" y="34"/>
                    </a:lnTo>
                    <a:lnTo>
                      <a:pt x="83" y="32"/>
                    </a:lnTo>
                    <a:lnTo>
                      <a:pt x="53" y="29"/>
                    </a:lnTo>
                    <a:lnTo>
                      <a:pt x="27" y="23"/>
                    </a:lnTo>
                    <a:lnTo>
                      <a:pt x="18" y="21"/>
                    </a:lnTo>
                    <a:lnTo>
                      <a:pt x="9" y="18"/>
                    </a:lnTo>
                    <a:lnTo>
                      <a:pt x="5" y="15"/>
                    </a:lnTo>
                    <a:lnTo>
                      <a:pt x="3" y="11"/>
                    </a:lnTo>
                    <a:lnTo>
                      <a:pt x="0" y="2"/>
                    </a:lnTo>
                    <a:lnTo>
                      <a:pt x="19" y="7"/>
                    </a:lnTo>
                    <a:lnTo>
                      <a:pt x="42" y="10"/>
                    </a:lnTo>
                    <a:lnTo>
                      <a:pt x="69" y="14"/>
                    </a:lnTo>
                    <a:lnTo>
                      <a:pt x="97" y="15"/>
                    </a:lnTo>
                    <a:lnTo>
                      <a:pt x="156" y="19"/>
                    </a:lnTo>
                    <a:lnTo>
                      <a:pt x="206" y="19"/>
                    </a:lnTo>
                    <a:lnTo>
                      <a:pt x="263" y="18"/>
                    </a:lnTo>
                    <a:lnTo>
                      <a:pt x="332" y="15"/>
                    </a:lnTo>
                    <a:lnTo>
                      <a:pt x="367" y="13"/>
                    </a:lnTo>
                    <a:lnTo>
                      <a:pt x="399" y="10"/>
                    </a:lnTo>
                    <a:lnTo>
                      <a:pt x="428" y="6"/>
                    </a:lnTo>
                    <a:lnTo>
                      <a:pt x="450" y="0"/>
                    </a:lnTo>
                    <a:lnTo>
                      <a:pt x="447" y="11"/>
                    </a:lnTo>
                    <a:lnTo>
                      <a:pt x="444" y="15"/>
                    </a:lnTo>
                    <a:lnTo>
                      <a:pt x="437" y="18"/>
                    </a:lnTo>
                    <a:lnTo>
                      <a:pt x="429" y="21"/>
                    </a:lnTo>
                    <a:lnTo>
                      <a:pt x="417" y="23"/>
                    </a:lnTo>
                    <a:lnTo>
                      <a:pt x="386" y="29"/>
                    </a:lnTo>
                    <a:lnTo>
                      <a:pt x="351" y="32"/>
                    </a:lnTo>
                    <a:lnTo>
                      <a:pt x="311" y="34"/>
                    </a:lnTo>
                    <a:lnTo>
                      <a:pt x="272" y="37"/>
                    </a:lnTo>
                    <a:lnTo>
                      <a:pt x="207" y="37"/>
                    </a:lnTo>
                    <a:close/>
                  </a:path>
                </a:pathLst>
              </a:custGeom>
              <a:solidFill>
                <a:srgbClr val="4B4B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04" name="ïṣḻiḑé">
                <a:extLst>
                  <a:ext uri="{FF2B5EF4-FFF2-40B4-BE49-F238E27FC236}">
                    <a16:creationId xmlns:a16="http://schemas.microsoft.com/office/drawing/2014/main" id="{8D639918-D5F8-8422-B37D-2A98D2C937DC}"/>
                  </a:ext>
                </a:extLst>
              </p:cNvPr>
              <p:cNvSpPr/>
              <p:nvPr/>
            </p:nvSpPr>
            <p:spPr bwMode="auto">
              <a:xfrm>
                <a:off x="1806872" y="5137382"/>
                <a:ext cx="1180525" cy="87500"/>
              </a:xfrm>
              <a:custGeom>
                <a:avLst/>
                <a:gdLst>
                  <a:gd name="T0" fmla="*/ 31750 w 823"/>
                  <a:gd name="T1" fmla="*/ 58738 h 61"/>
                  <a:gd name="T2" fmla="*/ 1250950 w 823"/>
                  <a:gd name="T3" fmla="*/ 0 h 61"/>
                  <a:gd name="T4" fmla="*/ 1250950 w 823"/>
                  <a:gd name="T5" fmla="*/ 0 h 61"/>
                  <a:gd name="T6" fmla="*/ 1250950 w 823"/>
                  <a:gd name="T7" fmla="*/ 6350 h 61"/>
                  <a:gd name="T8" fmla="*/ 1255713 w 823"/>
                  <a:gd name="T9" fmla="*/ 11113 h 61"/>
                  <a:gd name="T10" fmla="*/ 1262063 w 823"/>
                  <a:gd name="T11" fmla="*/ 15875 h 61"/>
                  <a:gd name="T12" fmla="*/ 1276350 w 823"/>
                  <a:gd name="T13" fmla="*/ 19050 h 61"/>
                  <a:gd name="T14" fmla="*/ 1276350 w 823"/>
                  <a:gd name="T15" fmla="*/ 19050 h 61"/>
                  <a:gd name="T16" fmla="*/ 1285875 w 823"/>
                  <a:gd name="T17" fmla="*/ 23813 h 61"/>
                  <a:gd name="T18" fmla="*/ 1295400 w 823"/>
                  <a:gd name="T19" fmla="*/ 25400 h 61"/>
                  <a:gd name="T20" fmla="*/ 1301750 w 823"/>
                  <a:gd name="T21" fmla="*/ 30163 h 61"/>
                  <a:gd name="T22" fmla="*/ 1306513 w 823"/>
                  <a:gd name="T23" fmla="*/ 36513 h 61"/>
                  <a:gd name="T24" fmla="*/ 0 w 823"/>
                  <a:gd name="T25" fmla="*/ 96838 h 61"/>
                  <a:gd name="T26" fmla="*/ 0 w 823"/>
                  <a:gd name="T27" fmla="*/ 96838 h 61"/>
                  <a:gd name="T28" fmla="*/ 12700 w 823"/>
                  <a:gd name="T29" fmla="*/ 92075 h 61"/>
                  <a:gd name="T30" fmla="*/ 12700 w 823"/>
                  <a:gd name="T31" fmla="*/ 92075 h 61"/>
                  <a:gd name="T32" fmla="*/ 23813 w 823"/>
                  <a:gd name="T33" fmla="*/ 90488 h 61"/>
                  <a:gd name="T34" fmla="*/ 31750 w 823"/>
                  <a:gd name="T35" fmla="*/ 85725 h 61"/>
                  <a:gd name="T36" fmla="*/ 36513 w 823"/>
                  <a:gd name="T37" fmla="*/ 82550 h 61"/>
                  <a:gd name="T38" fmla="*/ 38100 w 823"/>
                  <a:gd name="T39" fmla="*/ 77788 h 61"/>
                  <a:gd name="T40" fmla="*/ 38100 w 823"/>
                  <a:gd name="T41" fmla="*/ 73025 h 61"/>
                  <a:gd name="T42" fmla="*/ 36513 w 823"/>
                  <a:gd name="T43" fmla="*/ 68263 h 61"/>
                  <a:gd name="T44" fmla="*/ 31750 w 823"/>
                  <a:gd name="T45" fmla="*/ 58738 h 61"/>
                  <a:gd name="T46" fmla="*/ 31750 w 823"/>
                  <a:gd name="T47" fmla="*/ 58738 h 61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823" h="61">
                    <a:moveTo>
                      <a:pt x="20" y="37"/>
                    </a:moveTo>
                    <a:lnTo>
                      <a:pt x="788" y="0"/>
                    </a:lnTo>
                    <a:lnTo>
                      <a:pt x="788" y="4"/>
                    </a:lnTo>
                    <a:lnTo>
                      <a:pt x="791" y="7"/>
                    </a:lnTo>
                    <a:lnTo>
                      <a:pt x="795" y="10"/>
                    </a:lnTo>
                    <a:lnTo>
                      <a:pt x="804" y="12"/>
                    </a:lnTo>
                    <a:lnTo>
                      <a:pt x="810" y="15"/>
                    </a:lnTo>
                    <a:lnTo>
                      <a:pt x="816" y="16"/>
                    </a:lnTo>
                    <a:lnTo>
                      <a:pt x="820" y="19"/>
                    </a:lnTo>
                    <a:lnTo>
                      <a:pt x="823" y="23"/>
                    </a:lnTo>
                    <a:lnTo>
                      <a:pt x="0" y="61"/>
                    </a:lnTo>
                    <a:lnTo>
                      <a:pt x="8" y="58"/>
                    </a:lnTo>
                    <a:lnTo>
                      <a:pt x="15" y="57"/>
                    </a:lnTo>
                    <a:lnTo>
                      <a:pt x="20" y="54"/>
                    </a:lnTo>
                    <a:lnTo>
                      <a:pt x="23" y="52"/>
                    </a:lnTo>
                    <a:lnTo>
                      <a:pt x="24" y="49"/>
                    </a:lnTo>
                    <a:lnTo>
                      <a:pt x="24" y="46"/>
                    </a:lnTo>
                    <a:lnTo>
                      <a:pt x="23" y="43"/>
                    </a:lnTo>
                    <a:lnTo>
                      <a:pt x="20" y="37"/>
                    </a:lnTo>
                    <a:close/>
                  </a:path>
                </a:pathLst>
              </a:custGeom>
              <a:solidFill>
                <a:srgbClr val="6C6C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05" name="íṡļïḋé">
                <a:extLst>
                  <a:ext uri="{FF2B5EF4-FFF2-40B4-BE49-F238E27FC236}">
                    <a16:creationId xmlns:a16="http://schemas.microsoft.com/office/drawing/2014/main" id="{534ECD0B-DEEC-10D4-C68B-A2910B620868}"/>
                  </a:ext>
                </a:extLst>
              </p:cNvPr>
              <p:cNvSpPr/>
              <p:nvPr/>
            </p:nvSpPr>
            <p:spPr bwMode="auto">
              <a:xfrm>
                <a:off x="1785356" y="5039842"/>
                <a:ext cx="1197738" cy="90369"/>
              </a:xfrm>
              <a:custGeom>
                <a:avLst/>
                <a:gdLst>
                  <a:gd name="T0" fmla="*/ 0 w 835"/>
                  <a:gd name="T1" fmla="*/ 63500 h 63"/>
                  <a:gd name="T2" fmla="*/ 1325563 w 835"/>
                  <a:gd name="T3" fmla="*/ 0 h 63"/>
                  <a:gd name="T4" fmla="*/ 1325563 w 835"/>
                  <a:gd name="T5" fmla="*/ 0 h 63"/>
                  <a:gd name="T6" fmla="*/ 1316038 w 835"/>
                  <a:gd name="T7" fmla="*/ 9525 h 63"/>
                  <a:gd name="T8" fmla="*/ 1303338 w 835"/>
                  <a:gd name="T9" fmla="*/ 14288 h 63"/>
                  <a:gd name="T10" fmla="*/ 1289050 w 835"/>
                  <a:gd name="T11" fmla="*/ 17463 h 63"/>
                  <a:gd name="T12" fmla="*/ 1279525 w 835"/>
                  <a:gd name="T13" fmla="*/ 17463 h 63"/>
                  <a:gd name="T14" fmla="*/ 1279525 w 835"/>
                  <a:gd name="T15" fmla="*/ 17463 h 63"/>
                  <a:gd name="T16" fmla="*/ 1270000 w 835"/>
                  <a:gd name="T17" fmla="*/ 20638 h 63"/>
                  <a:gd name="T18" fmla="*/ 1270000 w 835"/>
                  <a:gd name="T19" fmla="*/ 22225 h 63"/>
                  <a:gd name="T20" fmla="*/ 1270000 w 835"/>
                  <a:gd name="T21" fmla="*/ 26988 h 63"/>
                  <a:gd name="T22" fmla="*/ 1273175 w 835"/>
                  <a:gd name="T23" fmla="*/ 33338 h 63"/>
                  <a:gd name="T24" fmla="*/ 1276350 w 835"/>
                  <a:gd name="T25" fmla="*/ 41275 h 63"/>
                  <a:gd name="T26" fmla="*/ 66675 w 835"/>
                  <a:gd name="T27" fmla="*/ 100013 h 63"/>
                  <a:gd name="T28" fmla="*/ 66675 w 835"/>
                  <a:gd name="T29" fmla="*/ 100013 h 63"/>
                  <a:gd name="T30" fmla="*/ 66675 w 835"/>
                  <a:gd name="T31" fmla="*/ 95250 h 63"/>
                  <a:gd name="T32" fmla="*/ 65088 w 835"/>
                  <a:gd name="T33" fmla="*/ 95250 h 63"/>
                  <a:gd name="T34" fmla="*/ 57150 w 835"/>
                  <a:gd name="T35" fmla="*/ 93663 h 63"/>
                  <a:gd name="T36" fmla="*/ 57150 w 835"/>
                  <a:gd name="T37" fmla="*/ 93663 h 63"/>
                  <a:gd name="T38" fmla="*/ 42863 w 835"/>
                  <a:gd name="T39" fmla="*/ 90488 h 63"/>
                  <a:gd name="T40" fmla="*/ 25400 w 835"/>
                  <a:gd name="T41" fmla="*/ 84138 h 63"/>
                  <a:gd name="T42" fmla="*/ 11113 w 835"/>
                  <a:gd name="T43" fmla="*/ 76200 h 63"/>
                  <a:gd name="T44" fmla="*/ 4763 w 835"/>
                  <a:gd name="T45" fmla="*/ 69850 h 63"/>
                  <a:gd name="T46" fmla="*/ 0 w 835"/>
                  <a:gd name="T47" fmla="*/ 63500 h 63"/>
                  <a:gd name="T48" fmla="*/ 0 w 835"/>
                  <a:gd name="T49" fmla="*/ 63500 h 63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835" h="63">
                    <a:moveTo>
                      <a:pt x="0" y="40"/>
                    </a:moveTo>
                    <a:lnTo>
                      <a:pt x="835" y="0"/>
                    </a:lnTo>
                    <a:lnTo>
                      <a:pt x="829" y="6"/>
                    </a:lnTo>
                    <a:lnTo>
                      <a:pt x="821" y="9"/>
                    </a:lnTo>
                    <a:lnTo>
                      <a:pt x="812" y="11"/>
                    </a:lnTo>
                    <a:lnTo>
                      <a:pt x="806" y="11"/>
                    </a:lnTo>
                    <a:lnTo>
                      <a:pt x="800" y="13"/>
                    </a:lnTo>
                    <a:lnTo>
                      <a:pt x="800" y="14"/>
                    </a:lnTo>
                    <a:lnTo>
                      <a:pt x="800" y="17"/>
                    </a:lnTo>
                    <a:lnTo>
                      <a:pt x="802" y="21"/>
                    </a:lnTo>
                    <a:lnTo>
                      <a:pt x="804" y="26"/>
                    </a:lnTo>
                    <a:lnTo>
                      <a:pt x="42" y="63"/>
                    </a:lnTo>
                    <a:lnTo>
                      <a:pt x="42" y="60"/>
                    </a:lnTo>
                    <a:lnTo>
                      <a:pt x="41" y="60"/>
                    </a:lnTo>
                    <a:lnTo>
                      <a:pt x="36" y="59"/>
                    </a:lnTo>
                    <a:lnTo>
                      <a:pt x="27" y="57"/>
                    </a:lnTo>
                    <a:lnTo>
                      <a:pt x="16" y="53"/>
                    </a:lnTo>
                    <a:lnTo>
                      <a:pt x="7" y="48"/>
                    </a:lnTo>
                    <a:lnTo>
                      <a:pt x="3" y="44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rgbClr val="6C6C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06" name="ï$ḷîďé">
                <a:extLst>
                  <a:ext uri="{FF2B5EF4-FFF2-40B4-BE49-F238E27FC236}">
                    <a16:creationId xmlns:a16="http://schemas.microsoft.com/office/drawing/2014/main" id="{842E075D-DF66-C526-8449-F0C00263696E}"/>
                  </a:ext>
                </a:extLst>
              </p:cNvPr>
              <p:cNvSpPr/>
              <p:nvPr/>
            </p:nvSpPr>
            <p:spPr bwMode="auto">
              <a:xfrm>
                <a:off x="1809741" y="5217710"/>
                <a:ext cx="1146099" cy="87500"/>
              </a:xfrm>
              <a:custGeom>
                <a:avLst/>
                <a:gdLst>
                  <a:gd name="T0" fmla="*/ 0 w 799"/>
                  <a:gd name="T1" fmla="*/ 57150 h 61"/>
                  <a:gd name="T2" fmla="*/ 1262063 w 799"/>
                  <a:gd name="T3" fmla="*/ 0 h 61"/>
                  <a:gd name="T4" fmla="*/ 1262063 w 799"/>
                  <a:gd name="T5" fmla="*/ 0 h 61"/>
                  <a:gd name="T6" fmla="*/ 1260475 w 799"/>
                  <a:gd name="T7" fmla="*/ 6350 h 61"/>
                  <a:gd name="T8" fmla="*/ 1262063 w 799"/>
                  <a:gd name="T9" fmla="*/ 15875 h 61"/>
                  <a:gd name="T10" fmla="*/ 1268413 w 799"/>
                  <a:gd name="T11" fmla="*/ 36513 h 61"/>
                  <a:gd name="T12" fmla="*/ 17463 w 799"/>
                  <a:gd name="T13" fmla="*/ 96838 h 61"/>
                  <a:gd name="T14" fmla="*/ 17463 w 799"/>
                  <a:gd name="T15" fmla="*/ 96838 h 61"/>
                  <a:gd name="T16" fmla="*/ 20638 w 799"/>
                  <a:gd name="T17" fmla="*/ 82550 h 61"/>
                  <a:gd name="T18" fmla="*/ 20638 w 799"/>
                  <a:gd name="T19" fmla="*/ 73025 h 61"/>
                  <a:gd name="T20" fmla="*/ 17463 w 799"/>
                  <a:gd name="T21" fmla="*/ 68263 h 61"/>
                  <a:gd name="T22" fmla="*/ 15875 w 799"/>
                  <a:gd name="T23" fmla="*/ 63500 h 61"/>
                  <a:gd name="T24" fmla="*/ 9525 w 799"/>
                  <a:gd name="T25" fmla="*/ 61913 h 61"/>
                  <a:gd name="T26" fmla="*/ 0 w 799"/>
                  <a:gd name="T27" fmla="*/ 57150 h 61"/>
                  <a:gd name="T28" fmla="*/ 0 w 799"/>
                  <a:gd name="T29" fmla="*/ 57150 h 6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799" h="61">
                    <a:moveTo>
                      <a:pt x="0" y="36"/>
                    </a:moveTo>
                    <a:lnTo>
                      <a:pt x="795" y="0"/>
                    </a:lnTo>
                    <a:lnTo>
                      <a:pt x="794" y="4"/>
                    </a:lnTo>
                    <a:lnTo>
                      <a:pt x="795" y="10"/>
                    </a:lnTo>
                    <a:lnTo>
                      <a:pt x="799" y="23"/>
                    </a:lnTo>
                    <a:lnTo>
                      <a:pt x="11" y="61"/>
                    </a:lnTo>
                    <a:lnTo>
                      <a:pt x="13" y="52"/>
                    </a:lnTo>
                    <a:lnTo>
                      <a:pt x="13" y="46"/>
                    </a:lnTo>
                    <a:lnTo>
                      <a:pt x="11" y="43"/>
                    </a:lnTo>
                    <a:lnTo>
                      <a:pt x="10" y="40"/>
                    </a:lnTo>
                    <a:lnTo>
                      <a:pt x="6" y="39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6C6C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07" name="îşlídé">
                <a:extLst>
                  <a:ext uri="{FF2B5EF4-FFF2-40B4-BE49-F238E27FC236}">
                    <a16:creationId xmlns:a16="http://schemas.microsoft.com/office/drawing/2014/main" id="{0FC65E9A-539A-569B-798D-E6FDDE776180}"/>
                  </a:ext>
                </a:extLst>
              </p:cNvPr>
              <p:cNvSpPr/>
              <p:nvPr/>
            </p:nvSpPr>
            <p:spPr bwMode="auto">
              <a:xfrm>
                <a:off x="1819782" y="5295168"/>
                <a:ext cx="1161877" cy="87500"/>
              </a:xfrm>
              <a:custGeom>
                <a:avLst/>
                <a:gdLst>
                  <a:gd name="T0" fmla="*/ 4763 w 810"/>
                  <a:gd name="T1" fmla="*/ 57150 h 61"/>
                  <a:gd name="T2" fmla="*/ 1250950 w 810"/>
                  <a:gd name="T3" fmla="*/ 0 h 61"/>
                  <a:gd name="T4" fmla="*/ 1250950 w 810"/>
                  <a:gd name="T5" fmla="*/ 0 h 61"/>
                  <a:gd name="T6" fmla="*/ 1250950 w 810"/>
                  <a:gd name="T7" fmla="*/ 7938 h 61"/>
                  <a:gd name="T8" fmla="*/ 1254125 w 810"/>
                  <a:gd name="T9" fmla="*/ 17463 h 61"/>
                  <a:gd name="T10" fmla="*/ 1262063 w 810"/>
                  <a:gd name="T11" fmla="*/ 25400 h 61"/>
                  <a:gd name="T12" fmla="*/ 1274763 w 810"/>
                  <a:gd name="T13" fmla="*/ 31750 h 61"/>
                  <a:gd name="T14" fmla="*/ 1274763 w 810"/>
                  <a:gd name="T15" fmla="*/ 31750 h 61"/>
                  <a:gd name="T16" fmla="*/ 1285875 w 810"/>
                  <a:gd name="T17" fmla="*/ 36513 h 61"/>
                  <a:gd name="T18" fmla="*/ 0 w 810"/>
                  <a:gd name="T19" fmla="*/ 96838 h 61"/>
                  <a:gd name="T20" fmla="*/ 0 w 810"/>
                  <a:gd name="T21" fmla="*/ 96838 h 61"/>
                  <a:gd name="T22" fmla="*/ 6350 w 810"/>
                  <a:gd name="T23" fmla="*/ 87313 h 61"/>
                  <a:gd name="T24" fmla="*/ 9525 w 810"/>
                  <a:gd name="T25" fmla="*/ 79375 h 61"/>
                  <a:gd name="T26" fmla="*/ 6350 w 810"/>
                  <a:gd name="T27" fmla="*/ 68263 h 61"/>
                  <a:gd name="T28" fmla="*/ 4763 w 810"/>
                  <a:gd name="T29" fmla="*/ 57150 h 61"/>
                  <a:gd name="T30" fmla="*/ 4763 w 810"/>
                  <a:gd name="T31" fmla="*/ 57150 h 61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810" h="61">
                    <a:moveTo>
                      <a:pt x="3" y="36"/>
                    </a:moveTo>
                    <a:lnTo>
                      <a:pt x="788" y="0"/>
                    </a:lnTo>
                    <a:lnTo>
                      <a:pt x="788" y="5"/>
                    </a:lnTo>
                    <a:lnTo>
                      <a:pt x="790" y="11"/>
                    </a:lnTo>
                    <a:lnTo>
                      <a:pt x="795" y="16"/>
                    </a:lnTo>
                    <a:lnTo>
                      <a:pt x="803" y="20"/>
                    </a:lnTo>
                    <a:lnTo>
                      <a:pt x="810" y="23"/>
                    </a:lnTo>
                    <a:lnTo>
                      <a:pt x="0" y="61"/>
                    </a:lnTo>
                    <a:lnTo>
                      <a:pt x="4" y="55"/>
                    </a:lnTo>
                    <a:lnTo>
                      <a:pt x="6" y="50"/>
                    </a:lnTo>
                    <a:lnTo>
                      <a:pt x="4" y="43"/>
                    </a:lnTo>
                    <a:lnTo>
                      <a:pt x="3" y="36"/>
                    </a:lnTo>
                    <a:close/>
                  </a:path>
                </a:pathLst>
              </a:custGeom>
              <a:solidFill>
                <a:srgbClr val="6C6C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08" name="îsḻíďé">
                <a:extLst>
                  <a:ext uri="{FF2B5EF4-FFF2-40B4-BE49-F238E27FC236}">
                    <a16:creationId xmlns:a16="http://schemas.microsoft.com/office/drawing/2014/main" id="{DC38D6AC-AABF-568E-DE6E-A0ACCB6DC511}"/>
                  </a:ext>
                </a:extLst>
              </p:cNvPr>
              <p:cNvSpPr/>
              <p:nvPr/>
            </p:nvSpPr>
            <p:spPr bwMode="auto">
              <a:xfrm>
                <a:off x="1812610" y="5384102"/>
                <a:ext cx="1140361" cy="87500"/>
              </a:xfrm>
              <a:custGeom>
                <a:avLst/>
                <a:gdLst>
                  <a:gd name="T0" fmla="*/ 0 w 795"/>
                  <a:gd name="T1" fmla="*/ 60325 h 61"/>
                  <a:gd name="T2" fmla="*/ 1250950 w 795"/>
                  <a:gd name="T3" fmla="*/ 0 h 61"/>
                  <a:gd name="T4" fmla="*/ 1250950 w 795"/>
                  <a:gd name="T5" fmla="*/ 0 h 61"/>
                  <a:gd name="T6" fmla="*/ 1257300 w 795"/>
                  <a:gd name="T7" fmla="*/ 12700 h 61"/>
                  <a:gd name="T8" fmla="*/ 1262063 w 795"/>
                  <a:gd name="T9" fmla="*/ 23813 h 61"/>
                  <a:gd name="T10" fmla="*/ 1262063 w 795"/>
                  <a:gd name="T11" fmla="*/ 34925 h 61"/>
                  <a:gd name="T12" fmla="*/ 1262063 w 795"/>
                  <a:gd name="T13" fmla="*/ 34925 h 61"/>
                  <a:gd name="T14" fmla="*/ 1262063 w 795"/>
                  <a:gd name="T15" fmla="*/ 38100 h 61"/>
                  <a:gd name="T16" fmla="*/ 14288 w 795"/>
                  <a:gd name="T17" fmla="*/ 96838 h 61"/>
                  <a:gd name="T18" fmla="*/ 14288 w 795"/>
                  <a:gd name="T19" fmla="*/ 96838 h 61"/>
                  <a:gd name="T20" fmla="*/ 17463 w 795"/>
                  <a:gd name="T21" fmla="*/ 88900 h 61"/>
                  <a:gd name="T22" fmla="*/ 20638 w 795"/>
                  <a:gd name="T23" fmla="*/ 79375 h 61"/>
                  <a:gd name="T24" fmla="*/ 26988 w 795"/>
                  <a:gd name="T25" fmla="*/ 68263 h 61"/>
                  <a:gd name="T26" fmla="*/ 26988 w 795"/>
                  <a:gd name="T27" fmla="*/ 65088 h 61"/>
                  <a:gd name="T28" fmla="*/ 23813 w 795"/>
                  <a:gd name="T29" fmla="*/ 61913 h 61"/>
                  <a:gd name="T30" fmla="*/ 14288 w 795"/>
                  <a:gd name="T31" fmla="*/ 60325 h 61"/>
                  <a:gd name="T32" fmla="*/ 0 w 795"/>
                  <a:gd name="T33" fmla="*/ 60325 h 61"/>
                  <a:gd name="T34" fmla="*/ 0 w 795"/>
                  <a:gd name="T35" fmla="*/ 60325 h 6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795" h="61">
                    <a:moveTo>
                      <a:pt x="0" y="38"/>
                    </a:moveTo>
                    <a:lnTo>
                      <a:pt x="788" y="0"/>
                    </a:lnTo>
                    <a:lnTo>
                      <a:pt x="792" y="8"/>
                    </a:lnTo>
                    <a:lnTo>
                      <a:pt x="795" y="15"/>
                    </a:lnTo>
                    <a:lnTo>
                      <a:pt x="795" y="22"/>
                    </a:lnTo>
                    <a:lnTo>
                      <a:pt x="795" y="24"/>
                    </a:lnTo>
                    <a:lnTo>
                      <a:pt x="9" y="61"/>
                    </a:lnTo>
                    <a:lnTo>
                      <a:pt x="11" y="56"/>
                    </a:lnTo>
                    <a:lnTo>
                      <a:pt x="13" y="50"/>
                    </a:lnTo>
                    <a:lnTo>
                      <a:pt x="17" y="43"/>
                    </a:lnTo>
                    <a:lnTo>
                      <a:pt x="17" y="41"/>
                    </a:lnTo>
                    <a:lnTo>
                      <a:pt x="15" y="39"/>
                    </a:lnTo>
                    <a:lnTo>
                      <a:pt x="9" y="38"/>
                    </a:lnTo>
                    <a:lnTo>
                      <a:pt x="0" y="38"/>
                    </a:lnTo>
                    <a:close/>
                  </a:path>
                </a:pathLst>
              </a:custGeom>
              <a:solidFill>
                <a:srgbClr val="6C6C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09" name="í$ḷíḍé">
                <a:extLst>
                  <a:ext uri="{FF2B5EF4-FFF2-40B4-BE49-F238E27FC236}">
                    <a16:creationId xmlns:a16="http://schemas.microsoft.com/office/drawing/2014/main" id="{C87EBD73-35A7-5020-9BDE-30FDE06332E8}"/>
                  </a:ext>
                </a:extLst>
              </p:cNvPr>
              <p:cNvSpPr/>
              <p:nvPr/>
            </p:nvSpPr>
            <p:spPr bwMode="auto">
              <a:xfrm>
                <a:off x="1808306" y="5465863"/>
                <a:ext cx="1180525" cy="87500"/>
              </a:xfrm>
              <a:custGeom>
                <a:avLst/>
                <a:gdLst>
                  <a:gd name="T0" fmla="*/ 23813 w 823"/>
                  <a:gd name="T1" fmla="*/ 57150 h 61"/>
                  <a:gd name="T2" fmla="*/ 1260475 w 823"/>
                  <a:gd name="T3" fmla="*/ 0 h 61"/>
                  <a:gd name="T4" fmla="*/ 1260475 w 823"/>
                  <a:gd name="T5" fmla="*/ 0 h 61"/>
                  <a:gd name="T6" fmla="*/ 1260475 w 823"/>
                  <a:gd name="T7" fmla="*/ 6350 h 61"/>
                  <a:gd name="T8" fmla="*/ 1263650 w 823"/>
                  <a:gd name="T9" fmla="*/ 11113 h 61"/>
                  <a:gd name="T10" fmla="*/ 1270000 w 823"/>
                  <a:gd name="T11" fmla="*/ 17463 h 61"/>
                  <a:gd name="T12" fmla="*/ 1281113 w 823"/>
                  <a:gd name="T13" fmla="*/ 20638 h 61"/>
                  <a:gd name="T14" fmla="*/ 1281113 w 823"/>
                  <a:gd name="T15" fmla="*/ 20638 h 61"/>
                  <a:gd name="T16" fmla="*/ 1296988 w 823"/>
                  <a:gd name="T17" fmla="*/ 28575 h 61"/>
                  <a:gd name="T18" fmla="*/ 1306513 w 823"/>
                  <a:gd name="T19" fmla="*/ 34925 h 61"/>
                  <a:gd name="T20" fmla="*/ 0 w 823"/>
                  <a:gd name="T21" fmla="*/ 96838 h 61"/>
                  <a:gd name="T22" fmla="*/ 0 w 823"/>
                  <a:gd name="T23" fmla="*/ 96838 h 61"/>
                  <a:gd name="T24" fmla="*/ 4763 w 823"/>
                  <a:gd name="T25" fmla="*/ 93663 h 61"/>
                  <a:gd name="T26" fmla="*/ 4763 w 823"/>
                  <a:gd name="T27" fmla="*/ 93663 h 61"/>
                  <a:gd name="T28" fmla="*/ 17463 w 823"/>
                  <a:gd name="T29" fmla="*/ 87313 h 61"/>
                  <a:gd name="T30" fmla="*/ 22225 w 823"/>
                  <a:gd name="T31" fmla="*/ 84138 h 61"/>
                  <a:gd name="T32" fmla="*/ 23813 w 823"/>
                  <a:gd name="T33" fmla="*/ 79375 h 61"/>
                  <a:gd name="T34" fmla="*/ 25400 w 823"/>
                  <a:gd name="T35" fmla="*/ 68263 h 61"/>
                  <a:gd name="T36" fmla="*/ 23813 w 823"/>
                  <a:gd name="T37" fmla="*/ 57150 h 61"/>
                  <a:gd name="T38" fmla="*/ 23813 w 823"/>
                  <a:gd name="T39" fmla="*/ 57150 h 61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823" h="61">
                    <a:moveTo>
                      <a:pt x="15" y="36"/>
                    </a:moveTo>
                    <a:lnTo>
                      <a:pt x="794" y="0"/>
                    </a:lnTo>
                    <a:lnTo>
                      <a:pt x="794" y="4"/>
                    </a:lnTo>
                    <a:lnTo>
                      <a:pt x="796" y="7"/>
                    </a:lnTo>
                    <a:lnTo>
                      <a:pt x="800" y="11"/>
                    </a:lnTo>
                    <a:lnTo>
                      <a:pt x="807" y="13"/>
                    </a:lnTo>
                    <a:lnTo>
                      <a:pt x="817" y="18"/>
                    </a:lnTo>
                    <a:lnTo>
                      <a:pt x="823" y="22"/>
                    </a:lnTo>
                    <a:lnTo>
                      <a:pt x="0" y="61"/>
                    </a:lnTo>
                    <a:lnTo>
                      <a:pt x="3" y="59"/>
                    </a:lnTo>
                    <a:lnTo>
                      <a:pt x="11" y="55"/>
                    </a:lnTo>
                    <a:lnTo>
                      <a:pt x="14" y="53"/>
                    </a:lnTo>
                    <a:lnTo>
                      <a:pt x="15" y="50"/>
                    </a:lnTo>
                    <a:lnTo>
                      <a:pt x="16" y="43"/>
                    </a:lnTo>
                    <a:lnTo>
                      <a:pt x="15" y="36"/>
                    </a:lnTo>
                    <a:close/>
                  </a:path>
                </a:pathLst>
              </a:custGeom>
              <a:solidFill>
                <a:srgbClr val="6C6C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10" name="íṩ1ídê">
                <a:extLst>
                  <a:ext uri="{FF2B5EF4-FFF2-40B4-BE49-F238E27FC236}">
                    <a16:creationId xmlns:a16="http://schemas.microsoft.com/office/drawing/2014/main" id="{62B69EEF-DDBD-92A3-3FB5-143D409831B5}"/>
                  </a:ext>
                </a:extLst>
              </p:cNvPr>
              <p:cNvSpPr/>
              <p:nvPr/>
            </p:nvSpPr>
            <p:spPr bwMode="auto">
              <a:xfrm>
                <a:off x="1819782" y="5549059"/>
                <a:ext cx="1130320" cy="87500"/>
              </a:xfrm>
              <a:custGeom>
                <a:avLst/>
                <a:gdLst>
                  <a:gd name="T0" fmla="*/ 0 w 788"/>
                  <a:gd name="T1" fmla="*/ 58738 h 61"/>
                  <a:gd name="T2" fmla="*/ 1247775 w 788"/>
                  <a:gd name="T3" fmla="*/ 0 h 61"/>
                  <a:gd name="T4" fmla="*/ 1247775 w 788"/>
                  <a:gd name="T5" fmla="*/ 0 h 61"/>
                  <a:gd name="T6" fmla="*/ 1244600 w 788"/>
                  <a:gd name="T7" fmla="*/ 9525 h 61"/>
                  <a:gd name="T8" fmla="*/ 1247775 w 788"/>
                  <a:gd name="T9" fmla="*/ 17463 h 61"/>
                  <a:gd name="T10" fmla="*/ 1250950 w 788"/>
                  <a:gd name="T11" fmla="*/ 39688 h 61"/>
                  <a:gd name="T12" fmla="*/ 11113 w 788"/>
                  <a:gd name="T13" fmla="*/ 96838 h 61"/>
                  <a:gd name="T14" fmla="*/ 11113 w 788"/>
                  <a:gd name="T15" fmla="*/ 96838 h 61"/>
                  <a:gd name="T16" fmla="*/ 12700 w 788"/>
                  <a:gd name="T17" fmla="*/ 85725 h 61"/>
                  <a:gd name="T18" fmla="*/ 12700 w 788"/>
                  <a:gd name="T19" fmla="*/ 76200 h 61"/>
                  <a:gd name="T20" fmla="*/ 9525 w 788"/>
                  <a:gd name="T21" fmla="*/ 66675 h 61"/>
                  <a:gd name="T22" fmla="*/ 0 w 788"/>
                  <a:gd name="T23" fmla="*/ 58738 h 61"/>
                  <a:gd name="T24" fmla="*/ 0 w 788"/>
                  <a:gd name="T25" fmla="*/ 58738 h 6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788" h="61">
                    <a:moveTo>
                      <a:pt x="0" y="37"/>
                    </a:moveTo>
                    <a:lnTo>
                      <a:pt x="786" y="0"/>
                    </a:lnTo>
                    <a:lnTo>
                      <a:pt x="784" y="6"/>
                    </a:lnTo>
                    <a:lnTo>
                      <a:pt x="786" y="11"/>
                    </a:lnTo>
                    <a:lnTo>
                      <a:pt x="788" y="25"/>
                    </a:lnTo>
                    <a:lnTo>
                      <a:pt x="7" y="61"/>
                    </a:lnTo>
                    <a:lnTo>
                      <a:pt x="8" y="54"/>
                    </a:lnTo>
                    <a:lnTo>
                      <a:pt x="8" y="48"/>
                    </a:lnTo>
                    <a:lnTo>
                      <a:pt x="6" y="42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6C6C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11" name="ïṧļîḍé">
                <a:extLst>
                  <a:ext uri="{FF2B5EF4-FFF2-40B4-BE49-F238E27FC236}">
                    <a16:creationId xmlns:a16="http://schemas.microsoft.com/office/drawing/2014/main" id="{B6C73661-D940-1384-D1CC-E3DA8FF83998}"/>
                  </a:ext>
                </a:extLst>
              </p:cNvPr>
              <p:cNvSpPr/>
              <p:nvPr/>
            </p:nvSpPr>
            <p:spPr bwMode="auto">
              <a:xfrm>
                <a:off x="1836995" y="5669550"/>
                <a:ext cx="1133189" cy="281146"/>
              </a:xfrm>
              <a:custGeom>
                <a:avLst/>
                <a:gdLst>
                  <a:gd name="T0" fmla="*/ 587375 w 790"/>
                  <a:gd name="T1" fmla="*/ 311150 h 196"/>
                  <a:gd name="T2" fmla="*/ 587375 w 790"/>
                  <a:gd name="T3" fmla="*/ 311150 h 196"/>
                  <a:gd name="T4" fmla="*/ 484188 w 790"/>
                  <a:gd name="T5" fmla="*/ 309563 h 196"/>
                  <a:gd name="T6" fmla="*/ 427038 w 790"/>
                  <a:gd name="T7" fmla="*/ 307975 h 196"/>
                  <a:gd name="T8" fmla="*/ 369888 w 790"/>
                  <a:gd name="T9" fmla="*/ 303213 h 196"/>
                  <a:gd name="T10" fmla="*/ 319088 w 790"/>
                  <a:gd name="T11" fmla="*/ 296863 h 196"/>
                  <a:gd name="T12" fmla="*/ 273050 w 790"/>
                  <a:gd name="T13" fmla="*/ 288925 h 196"/>
                  <a:gd name="T14" fmla="*/ 258763 w 790"/>
                  <a:gd name="T15" fmla="*/ 284163 h 196"/>
                  <a:gd name="T16" fmla="*/ 246063 w 790"/>
                  <a:gd name="T17" fmla="*/ 279400 h 196"/>
                  <a:gd name="T18" fmla="*/ 234950 w 790"/>
                  <a:gd name="T19" fmla="*/ 273050 h 196"/>
                  <a:gd name="T20" fmla="*/ 233363 w 790"/>
                  <a:gd name="T21" fmla="*/ 266700 h 196"/>
                  <a:gd name="T22" fmla="*/ 233363 w 790"/>
                  <a:gd name="T23" fmla="*/ 266700 h 196"/>
                  <a:gd name="T24" fmla="*/ 228600 w 790"/>
                  <a:gd name="T25" fmla="*/ 254000 h 196"/>
                  <a:gd name="T26" fmla="*/ 222250 w 790"/>
                  <a:gd name="T27" fmla="*/ 242888 h 196"/>
                  <a:gd name="T28" fmla="*/ 211138 w 790"/>
                  <a:gd name="T29" fmla="*/ 230188 h 196"/>
                  <a:gd name="T30" fmla="*/ 198438 w 790"/>
                  <a:gd name="T31" fmla="*/ 219075 h 196"/>
                  <a:gd name="T32" fmla="*/ 157163 w 790"/>
                  <a:gd name="T33" fmla="*/ 192088 h 196"/>
                  <a:gd name="T34" fmla="*/ 101600 w 790"/>
                  <a:gd name="T35" fmla="*/ 157163 h 196"/>
                  <a:gd name="T36" fmla="*/ 101600 w 790"/>
                  <a:gd name="T37" fmla="*/ 157163 h 196"/>
                  <a:gd name="T38" fmla="*/ 82550 w 790"/>
                  <a:gd name="T39" fmla="*/ 146050 h 196"/>
                  <a:gd name="T40" fmla="*/ 66675 w 790"/>
                  <a:gd name="T41" fmla="*/ 133350 h 196"/>
                  <a:gd name="T42" fmla="*/ 52388 w 790"/>
                  <a:gd name="T43" fmla="*/ 120650 h 196"/>
                  <a:gd name="T44" fmla="*/ 36513 w 790"/>
                  <a:gd name="T45" fmla="*/ 107950 h 196"/>
                  <a:gd name="T46" fmla="*/ 17463 w 790"/>
                  <a:gd name="T47" fmla="*/ 84138 h 196"/>
                  <a:gd name="T48" fmla="*/ 0 w 790"/>
                  <a:gd name="T49" fmla="*/ 58738 h 196"/>
                  <a:gd name="T50" fmla="*/ 1254125 w 790"/>
                  <a:gd name="T51" fmla="*/ 0 h 196"/>
                  <a:gd name="T52" fmla="*/ 1254125 w 790"/>
                  <a:gd name="T53" fmla="*/ 0 h 196"/>
                  <a:gd name="T54" fmla="*/ 1247775 w 790"/>
                  <a:gd name="T55" fmla="*/ 19050 h 196"/>
                  <a:gd name="T56" fmla="*/ 1235075 w 790"/>
                  <a:gd name="T57" fmla="*/ 38100 h 196"/>
                  <a:gd name="T58" fmla="*/ 1222375 w 790"/>
                  <a:gd name="T59" fmla="*/ 60325 h 196"/>
                  <a:gd name="T60" fmla="*/ 1206500 w 790"/>
                  <a:gd name="T61" fmla="*/ 79375 h 196"/>
                  <a:gd name="T62" fmla="*/ 1189038 w 790"/>
                  <a:gd name="T63" fmla="*/ 98425 h 196"/>
                  <a:gd name="T64" fmla="*/ 1171575 w 790"/>
                  <a:gd name="T65" fmla="*/ 120650 h 196"/>
                  <a:gd name="T66" fmla="*/ 1128713 w 790"/>
                  <a:gd name="T67" fmla="*/ 157163 h 196"/>
                  <a:gd name="T68" fmla="*/ 1128713 w 790"/>
                  <a:gd name="T69" fmla="*/ 157163 h 196"/>
                  <a:gd name="T70" fmla="*/ 1104900 w 790"/>
                  <a:gd name="T71" fmla="*/ 176213 h 196"/>
                  <a:gd name="T72" fmla="*/ 1082675 w 790"/>
                  <a:gd name="T73" fmla="*/ 193675 h 196"/>
                  <a:gd name="T74" fmla="*/ 1042988 w 790"/>
                  <a:gd name="T75" fmla="*/ 219075 h 196"/>
                  <a:gd name="T76" fmla="*/ 1025525 w 790"/>
                  <a:gd name="T77" fmla="*/ 231775 h 196"/>
                  <a:gd name="T78" fmla="*/ 1012825 w 790"/>
                  <a:gd name="T79" fmla="*/ 242888 h 196"/>
                  <a:gd name="T80" fmla="*/ 1004888 w 790"/>
                  <a:gd name="T81" fmla="*/ 254000 h 196"/>
                  <a:gd name="T82" fmla="*/ 1000125 w 790"/>
                  <a:gd name="T83" fmla="*/ 266700 h 196"/>
                  <a:gd name="T84" fmla="*/ 1000125 w 790"/>
                  <a:gd name="T85" fmla="*/ 266700 h 196"/>
                  <a:gd name="T86" fmla="*/ 998538 w 790"/>
                  <a:gd name="T87" fmla="*/ 268288 h 196"/>
                  <a:gd name="T88" fmla="*/ 995363 w 790"/>
                  <a:gd name="T89" fmla="*/ 273050 h 196"/>
                  <a:gd name="T90" fmla="*/ 985838 w 790"/>
                  <a:gd name="T91" fmla="*/ 279400 h 196"/>
                  <a:gd name="T92" fmla="*/ 968375 w 790"/>
                  <a:gd name="T93" fmla="*/ 284163 h 196"/>
                  <a:gd name="T94" fmla="*/ 949325 w 790"/>
                  <a:gd name="T95" fmla="*/ 288925 h 196"/>
                  <a:gd name="T96" fmla="*/ 895350 w 790"/>
                  <a:gd name="T97" fmla="*/ 296863 h 196"/>
                  <a:gd name="T98" fmla="*/ 833438 w 790"/>
                  <a:gd name="T99" fmla="*/ 303213 h 196"/>
                  <a:gd name="T100" fmla="*/ 766763 w 790"/>
                  <a:gd name="T101" fmla="*/ 307975 h 196"/>
                  <a:gd name="T102" fmla="*/ 696913 w 790"/>
                  <a:gd name="T103" fmla="*/ 309563 h 196"/>
                  <a:gd name="T104" fmla="*/ 587375 w 790"/>
                  <a:gd name="T105" fmla="*/ 311150 h 196"/>
                  <a:gd name="T106" fmla="*/ 587375 w 790"/>
                  <a:gd name="T107" fmla="*/ 311150 h 19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0" t="0" r="r" b="b"/>
                <a:pathLst>
                  <a:path w="790" h="196">
                    <a:moveTo>
                      <a:pt x="370" y="196"/>
                    </a:moveTo>
                    <a:lnTo>
                      <a:pt x="370" y="196"/>
                    </a:lnTo>
                    <a:lnTo>
                      <a:pt x="305" y="195"/>
                    </a:lnTo>
                    <a:lnTo>
                      <a:pt x="269" y="194"/>
                    </a:lnTo>
                    <a:lnTo>
                      <a:pt x="233" y="191"/>
                    </a:lnTo>
                    <a:lnTo>
                      <a:pt x="201" y="187"/>
                    </a:lnTo>
                    <a:lnTo>
                      <a:pt x="172" y="182"/>
                    </a:lnTo>
                    <a:lnTo>
                      <a:pt x="163" y="179"/>
                    </a:lnTo>
                    <a:lnTo>
                      <a:pt x="155" y="176"/>
                    </a:lnTo>
                    <a:lnTo>
                      <a:pt x="148" y="172"/>
                    </a:lnTo>
                    <a:lnTo>
                      <a:pt x="147" y="168"/>
                    </a:lnTo>
                    <a:lnTo>
                      <a:pt x="144" y="160"/>
                    </a:lnTo>
                    <a:lnTo>
                      <a:pt x="140" y="153"/>
                    </a:lnTo>
                    <a:lnTo>
                      <a:pt x="133" y="145"/>
                    </a:lnTo>
                    <a:lnTo>
                      <a:pt x="125" y="138"/>
                    </a:lnTo>
                    <a:lnTo>
                      <a:pt x="99" y="121"/>
                    </a:lnTo>
                    <a:lnTo>
                      <a:pt x="64" y="99"/>
                    </a:lnTo>
                    <a:lnTo>
                      <a:pt x="52" y="92"/>
                    </a:lnTo>
                    <a:lnTo>
                      <a:pt x="42" y="84"/>
                    </a:lnTo>
                    <a:lnTo>
                      <a:pt x="33" y="76"/>
                    </a:lnTo>
                    <a:lnTo>
                      <a:pt x="23" y="68"/>
                    </a:lnTo>
                    <a:lnTo>
                      <a:pt x="11" y="53"/>
                    </a:lnTo>
                    <a:lnTo>
                      <a:pt x="0" y="37"/>
                    </a:lnTo>
                    <a:lnTo>
                      <a:pt x="790" y="0"/>
                    </a:lnTo>
                    <a:lnTo>
                      <a:pt x="786" y="12"/>
                    </a:lnTo>
                    <a:lnTo>
                      <a:pt x="778" y="24"/>
                    </a:lnTo>
                    <a:lnTo>
                      <a:pt x="770" y="38"/>
                    </a:lnTo>
                    <a:lnTo>
                      <a:pt x="760" y="50"/>
                    </a:lnTo>
                    <a:lnTo>
                      <a:pt x="749" y="62"/>
                    </a:lnTo>
                    <a:lnTo>
                      <a:pt x="738" y="76"/>
                    </a:lnTo>
                    <a:lnTo>
                      <a:pt x="711" y="99"/>
                    </a:lnTo>
                    <a:lnTo>
                      <a:pt x="696" y="111"/>
                    </a:lnTo>
                    <a:lnTo>
                      <a:pt x="682" y="122"/>
                    </a:lnTo>
                    <a:lnTo>
                      <a:pt x="657" y="138"/>
                    </a:lnTo>
                    <a:lnTo>
                      <a:pt x="646" y="146"/>
                    </a:lnTo>
                    <a:lnTo>
                      <a:pt x="638" y="153"/>
                    </a:lnTo>
                    <a:lnTo>
                      <a:pt x="633" y="160"/>
                    </a:lnTo>
                    <a:lnTo>
                      <a:pt x="630" y="168"/>
                    </a:lnTo>
                    <a:lnTo>
                      <a:pt x="629" y="169"/>
                    </a:lnTo>
                    <a:lnTo>
                      <a:pt x="627" y="172"/>
                    </a:lnTo>
                    <a:lnTo>
                      <a:pt x="621" y="176"/>
                    </a:lnTo>
                    <a:lnTo>
                      <a:pt x="610" y="179"/>
                    </a:lnTo>
                    <a:lnTo>
                      <a:pt x="598" y="182"/>
                    </a:lnTo>
                    <a:lnTo>
                      <a:pt x="564" y="187"/>
                    </a:lnTo>
                    <a:lnTo>
                      <a:pt x="525" y="191"/>
                    </a:lnTo>
                    <a:lnTo>
                      <a:pt x="483" y="194"/>
                    </a:lnTo>
                    <a:lnTo>
                      <a:pt x="439" y="195"/>
                    </a:lnTo>
                    <a:lnTo>
                      <a:pt x="370" y="196"/>
                    </a:lnTo>
                    <a:close/>
                  </a:path>
                </a:pathLst>
              </a:custGeom>
              <a:solidFill>
                <a:srgbClr val="6C6C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8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12" name="îṧľíḓè">
                <a:extLst>
                  <a:ext uri="{FF2B5EF4-FFF2-40B4-BE49-F238E27FC236}">
                    <a16:creationId xmlns:a16="http://schemas.microsoft.com/office/drawing/2014/main" id="{8171C239-29A5-FA7F-77CC-263448A625C4}"/>
                  </a:ext>
                </a:extLst>
              </p:cNvPr>
              <p:cNvSpPr/>
              <p:nvPr/>
            </p:nvSpPr>
            <p:spPr bwMode="auto">
              <a:xfrm>
                <a:off x="2039248" y="5698239"/>
                <a:ext cx="327047" cy="252457"/>
              </a:xfrm>
              <a:custGeom>
                <a:avLst/>
                <a:gdLst>
                  <a:gd name="T0" fmla="*/ 130175 w 228"/>
                  <a:gd name="T1" fmla="*/ 269875 h 176"/>
                  <a:gd name="T2" fmla="*/ 130175 w 228"/>
                  <a:gd name="T3" fmla="*/ 269875 h 176"/>
                  <a:gd name="T4" fmla="*/ 115888 w 228"/>
                  <a:gd name="T5" fmla="*/ 236538 h 176"/>
                  <a:gd name="T6" fmla="*/ 103188 w 228"/>
                  <a:gd name="T7" fmla="*/ 206375 h 176"/>
                  <a:gd name="T8" fmla="*/ 82550 w 228"/>
                  <a:gd name="T9" fmla="*/ 173038 h 176"/>
                  <a:gd name="T10" fmla="*/ 53975 w 228"/>
                  <a:gd name="T11" fmla="*/ 127000 h 176"/>
                  <a:gd name="T12" fmla="*/ 53975 w 228"/>
                  <a:gd name="T13" fmla="*/ 127000 h 176"/>
                  <a:gd name="T14" fmla="*/ 39688 w 228"/>
                  <a:gd name="T15" fmla="*/ 101600 h 176"/>
                  <a:gd name="T16" fmla="*/ 23813 w 228"/>
                  <a:gd name="T17" fmla="*/ 73025 h 176"/>
                  <a:gd name="T18" fmla="*/ 0 w 228"/>
                  <a:gd name="T19" fmla="*/ 15875 h 176"/>
                  <a:gd name="T20" fmla="*/ 357188 w 228"/>
                  <a:gd name="T21" fmla="*/ 0 h 176"/>
                  <a:gd name="T22" fmla="*/ 357188 w 228"/>
                  <a:gd name="T23" fmla="*/ 0 h 176"/>
                  <a:gd name="T24" fmla="*/ 361950 w 228"/>
                  <a:gd name="T25" fmla="*/ 65088 h 176"/>
                  <a:gd name="T26" fmla="*/ 361950 w 228"/>
                  <a:gd name="T27" fmla="*/ 127000 h 176"/>
                  <a:gd name="T28" fmla="*/ 361950 w 228"/>
                  <a:gd name="T29" fmla="*/ 127000 h 176"/>
                  <a:gd name="T30" fmla="*/ 358775 w 228"/>
                  <a:gd name="T31" fmla="*/ 174625 h 176"/>
                  <a:gd name="T32" fmla="*/ 355600 w 228"/>
                  <a:gd name="T33" fmla="*/ 211138 h 176"/>
                  <a:gd name="T34" fmla="*/ 355600 w 228"/>
                  <a:gd name="T35" fmla="*/ 241300 h 176"/>
                  <a:gd name="T36" fmla="*/ 355600 w 228"/>
                  <a:gd name="T37" fmla="*/ 257175 h 176"/>
                  <a:gd name="T38" fmla="*/ 358775 w 228"/>
                  <a:gd name="T39" fmla="*/ 273050 h 176"/>
                  <a:gd name="T40" fmla="*/ 358775 w 228"/>
                  <a:gd name="T41" fmla="*/ 273050 h 176"/>
                  <a:gd name="T42" fmla="*/ 358775 w 228"/>
                  <a:gd name="T43" fmla="*/ 279400 h 176"/>
                  <a:gd name="T44" fmla="*/ 358775 w 228"/>
                  <a:gd name="T45" fmla="*/ 279400 h 176"/>
                  <a:gd name="T46" fmla="*/ 249238 w 228"/>
                  <a:gd name="T47" fmla="*/ 277813 h 176"/>
                  <a:gd name="T48" fmla="*/ 187325 w 228"/>
                  <a:gd name="T49" fmla="*/ 273050 h 176"/>
                  <a:gd name="T50" fmla="*/ 130175 w 228"/>
                  <a:gd name="T51" fmla="*/ 269875 h 176"/>
                  <a:gd name="T52" fmla="*/ 130175 w 228"/>
                  <a:gd name="T53" fmla="*/ 269875 h 17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228" h="176">
                    <a:moveTo>
                      <a:pt x="82" y="170"/>
                    </a:moveTo>
                    <a:lnTo>
                      <a:pt x="82" y="170"/>
                    </a:lnTo>
                    <a:lnTo>
                      <a:pt x="73" y="149"/>
                    </a:lnTo>
                    <a:lnTo>
                      <a:pt x="65" y="130"/>
                    </a:lnTo>
                    <a:lnTo>
                      <a:pt x="52" y="109"/>
                    </a:lnTo>
                    <a:lnTo>
                      <a:pt x="34" y="80"/>
                    </a:lnTo>
                    <a:lnTo>
                      <a:pt x="25" y="64"/>
                    </a:lnTo>
                    <a:lnTo>
                      <a:pt x="15" y="46"/>
                    </a:lnTo>
                    <a:lnTo>
                      <a:pt x="0" y="10"/>
                    </a:lnTo>
                    <a:lnTo>
                      <a:pt x="225" y="0"/>
                    </a:lnTo>
                    <a:lnTo>
                      <a:pt x="228" y="41"/>
                    </a:lnTo>
                    <a:lnTo>
                      <a:pt x="228" y="80"/>
                    </a:lnTo>
                    <a:lnTo>
                      <a:pt x="226" y="110"/>
                    </a:lnTo>
                    <a:lnTo>
                      <a:pt x="224" y="133"/>
                    </a:lnTo>
                    <a:lnTo>
                      <a:pt x="224" y="152"/>
                    </a:lnTo>
                    <a:lnTo>
                      <a:pt x="224" y="162"/>
                    </a:lnTo>
                    <a:lnTo>
                      <a:pt x="226" y="172"/>
                    </a:lnTo>
                    <a:lnTo>
                      <a:pt x="226" y="176"/>
                    </a:lnTo>
                    <a:lnTo>
                      <a:pt x="157" y="175"/>
                    </a:lnTo>
                    <a:lnTo>
                      <a:pt x="118" y="172"/>
                    </a:lnTo>
                    <a:lnTo>
                      <a:pt x="82" y="170"/>
                    </a:lnTo>
                    <a:close/>
                  </a:path>
                </a:pathLst>
              </a:custGeom>
              <a:solidFill>
                <a:srgbClr val="9393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70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13" name="iṣľiḍè">
                <a:extLst>
                  <a:ext uri="{FF2B5EF4-FFF2-40B4-BE49-F238E27FC236}">
                    <a16:creationId xmlns:a16="http://schemas.microsoft.com/office/drawing/2014/main" id="{82D4D533-068F-E475-3E00-2B87F6938FD3}"/>
                  </a:ext>
                </a:extLst>
              </p:cNvPr>
              <p:cNvSpPr/>
              <p:nvPr/>
            </p:nvSpPr>
            <p:spPr bwMode="auto">
              <a:xfrm>
                <a:off x="2558506" y="4814638"/>
                <a:ext cx="463317" cy="245286"/>
              </a:xfrm>
              <a:custGeom>
                <a:avLst/>
                <a:gdLst>
                  <a:gd name="T0" fmla="*/ 0 w 323"/>
                  <a:gd name="T1" fmla="*/ 0 h 171"/>
                  <a:gd name="T2" fmla="*/ 512763 w 323"/>
                  <a:gd name="T3" fmla="*/ 0 h 171"/>
                  <a:gd name="T4" fmla="*/ 485775 w 323"/>
                  <a:gd name="T5" fmla="*/ 222250 h 171"/>
                  <a:gd name="T6" fmla="*/ 485775 w 323"/>
                  <a:gd name="T7" fmla="*/ 222250 h 171"/>
                  <a:gd name="T8" fmla="*/ 484188 w 323"/>
                  <a:gd name="T9" fmla="*/ 233363 h 171"/>
                  <a:gd name="T10" fmla="*/ 479425 w 323"/>
                  <a:gd name="T11" fmla="*/ 241300 h 171"/>
                  <a:gd name="T12" fmla="*/ 469900 w 323"/>
                  <a:gd name="T13" fmla="*/ 249238 h 171"/>
                  <a:gd name="T14" fmla="*/ 461963 w 323"/>
                  <a:gd name="T15" fmla="*/ 255588 h 171"/>
                  <a:gd name="T16" fmla="*/ 454025 w 323"/>
                  <a:gd name="T17" fmla="*/ 260350 h 171"/>
                  <a:gd name="T18" fmla="*/ 442913 w 323"/>
                  <a:gd name="T19" fmla="*/ 265113 h 171"/>
                  <a:gd name="T20" fmla="*/ 431800 w 323"/>
                  <a:gd name="T21" fmla="*/ 266700 h 171"/>
                  <a:gd name="T22" fmla="*/ 423863 w 323"/>
                  <a:gd name="T23" fmla="*/ 266700 h 171"/>
                  <a:gd name="T24" fmla="*/ 0 w 323"/>
                  <a:gd name="T25" fmla="*/ 271463 h 171"/>
                  <a:gd name="T26" fmla="*/ 0 w 323"/>
                  <a:gd name="T27" fmla="*/ 0 h 17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323" h="171">
                    <a:moveTo>
                      <a:pt x="0" y="0"/>
                    </a:moveTo>
                    <a:lnTo>
                      <a:pt x="323" y="0"/>
                    </a:lnTo>
                    <a:lnTo>
                      <a:pt x="306" y="140"/>
                    </a:lnTo>
                    <a:lnTo>
                      <a:pt x="305" y="147"/>
                    </a:lnTo>
                    <a:lnTo>
                      <a:pt x="302" y="152"/>
                    </a:lnTo>
                    <a:lnTo>
                      <a:pt x="296" y="157"/>
                    </a:lnTo>
                    <a:lnTo>
                      <a:pt x="291" y="161"/>
                    </a:lnTo>
                    <a:lnTo>
                      <a:pt x="286" y="164"/>
                    </a:lnTo>
                    <a:lnTo>
                      <a:pt x="279" y="167"/>
                    </a:lnTo>
                    <a:lnTo>
                      <a:pt x="272" y="168"/>
                    </a:lnTo>
                    <a:lnTo>
                      <a:pt x="267" y="168"/>
                    </a:lnTo>
                    <a:lnTo>
                      <a:pt x="0" y="1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93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14" name="ïšľïḑe">
                <a:extLst>
                  <a:ext uri="{FF2B5EF4-FFF2-40B4-BE49-F238E27FC236}">
                    <a16:creationId xmlns:a16="http://schemas.microsoft.com/office/drawing/2014/main" id="{DC9EDB2E-9702-8273-4BD1-310B1E5C6B72}"/>
                  </a:ext>
                </a:extLst>
              </p:cNvPr>
              <p:cNvSpPr/>
              <p:nvPr/>
            </p:nvSpPr>
            <p:spPr bwMode="auto">
              <a:xfrm>
                <a:off x="2562809" y="4814638"/>
                <a:ext cx="459013" cy="243851"/>
              </a:xfrm>
              <a:custGeom>
                <a:avLst/>
                <a:gdLst>
                  <a:gd name="T0" fmla="*/ 0 w 320"/>
                  <a:gd name="T1" fmla="*/ 0 h 170"/>
                  <a:gd name="T2" fmla="*/ 0 w 320"/>
                  <a:gd name="T3" fmla="*/ 0 h 170"/>
                  <a:gd name="T4" fmla="*/ 508000 w 320"/>
                  <a:gd name="T5" fmla="*/ 0 h 170"/>
                  <a:gd name="T6" fmla="*/ 508000 w 320"/>
                  <a:gd name="T7" fmla="*/ 0 h 170"/>
                  <a:gd name="T8" fmla="*/ 481013 w 320"/>
                  <a:gd name="T9" fmla="*/ 222250 h 170"/>
                  <a:gd name="T10" fmla="*/ 481013 w 320"/>
                  <a:gd name="T11" fmla="*/ 222250 h 170"/>
                  <a:gd name="T12" fmla="*/ 479425 w 320"/>
                  <a:gd name="T13" fmla="*/ 233363 h 170"/>
                  <a:gd name="T14" fmla="*/ 474663 w 320"/>
                  <a:gd name="T15" fmla="*/ 241300 h 170"/>
                  <a:gd name="T16" fmla="*/ 465138 w 320"/>
                  <a:gd name="T17" fmla="*/ 249238 h 170"/>
                  <a:gd name="T18" fmla="*/ 457200 w 320"/>
                  <a:gd name="T19" fmla="*/ 255588 h 170"/>
                  <a:gd name="T20" fmla="*/ 449263 w 320"/>
                  <a:gd name="T21" fmla="*/ 260350 h 170"/>
                  <a:gd name="T22" fmla="*/ 438150 w 320"/>
                  <a:gd name="T23" fmla="*/ 265113 h 170"/>
                  <a:gd name="T24" fmla="*/ 427038 w 320"/>
                  <a:gd name="T25" fmla="*/ 266700 h 170"/>
                  <a:gd name="T26" fmla="*/ 419100 w 320"/>
                  <a:gd name="T27" fmla="*/ 266700 h 170"/>
                  <a:gd name="T28" fmla="*/ 419100 w 320"/>
                  <a:gd name="T29" fmla="*/ 266700 h 170"/>
                  <a:gd name="T30" fmla="*/ 1588 w 320"/>
                  <a:gd name="T31" fmla="*/ 269875 h 170"/>
                  <a:gd name="T32" fmla="*/ 1588 w 320"/>
                  <a:gd name="T33" fmla="*/ 269875 h 170"/>
                  <a:gd name="T34" fmla="*/ 0 w 320"/>
                  <a:gd name="T35" fmla="*/ 0 h 170"/>
                  <a:gd name="T36" fmla="*/ 0 w 320"/>
                  <a:gd name="T37" fmla="*/ 0 h 17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320" h="170">
                    <a:moveTo>
                      <a:pt x="0" y="0"/>
                    </a:moveTo>
                    <a:lnTo>
                      <a:pt x="0" y="0"/>
                    </a:lnTo>
                    <a:lnTo>
                      <a:pt x="320" y="0"/>
                    </a:lnTo>
                    <a:lnTo>
                      <a:pt x="303" y="140"/>
                    </a:lnTo>
                    <a:lnTo>
                      <a:pt x="302" y="147"/>
                    </a:lnTo>
                    <a:lnTo>
                      <a:pt x="299" y="152"/>
                    </a:lnTo>
                    <a:lnTo>
                      <a:pt x="293" y="157"/>
                    </a:lnTo>
                    <a:lnTo>
                      <a:pt x="288" y="161"/>
                    </a:lnTo>
                    <a:lnTo>
                      <a:pt x="283" y="164"/>
                    </a:lnTo>
                    <a:lnTo>
                      <a:pt x="276" y="167"/>
                    </a:lnTo>
                    <a:lnTo>
                      <a:pt x="269" y="168"/>
                    </a:lnTo>
                    <a:lnTo>
                      <a:pt x="264" y="168"/>
                    </a:lnTo>
                    <a:lnTo>
                      <a:pt x="1" y="1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4949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15" name="ïṩḻïḋè">
                <a:extLst>
                  <a:ext uri="{FF2B5EF4-FFF2-40B4-BE49-F238E27FC236}">
                    <a16:creationId xmlns:a16="http://schemas.microsoft.com/office/drawing/2014/main" id="{33DA551A-FD37-CA08-C1AF-392C0211386F}"/>
                  </a:ext>
                </a:extLst>
              </p:cNvPr>
              <p:cNvSpPr/>
              <p:nvPr/>
            </p:nvSpPr>
            <p:spPr bwMode="auto">
              <a:xfrm>
                <a:off x="2568547" y="4814638"/>
                <a:ext cx="453275" cy="243851"/>
              </a:xfrm>
              <a:custGeom>
                <a:avLst/>
                <a:gdLst>
                  <a:gd name="T0" fmla="*/ 0 w 316"/>
                  <a:gd name="T1" fmla="*/ 0 h 170"/>
                  <a:gd name="T2" fmla="*/ 0 w 316"/>
                  <a:gd name="T3" fmla="*/ 0 h 170"/>
                  <a:gd name="T4" fmla="*/ 501650 w 316"/>
                  <a:gd name="T5" fmla="*/ 0 h 170"/>
                  <a:gd name="T6" fmla="*/ 501650 w 316"/>
                  <a:gd name="T7" fmla="*/ 0 h 170"/>
                  <a:gd name="T8" fmla="*/ 474663 w 316"/>
                  <a:gd name="T9" fmla="*/ 222250 h 170"/>
                  <a:gd name="T10" fmla="*/ 474663 w 316"/>
                  <a:gd name="T11" fmla="*/ 222250 h 170"/>
                  <a:gd name="T12" fmla="*/ 473075 w 316"/>
                  <a:gd name="T13" fmla="*/ 233363 h 170"/>
                  <a:gd name="T14" fmla="*/ 468313 w 316"/>
                  <a:gd name="T15" fmla="*/ 241300 h 170"/>
                  <a:gd name="T16" fmla="*/ 458788 w 316"/>
                  <a:gd name="T17" fmla="*/ 247650 h 170"/>
                  <a:gd name="T18" fmla="*/ 450850 w 316"/>
                  <a:gd name="T19" fmla="*/ 254000 h 170"/>
                  <a:gd name="T20" fmla="*/ 442913 w 316"/>
                  <a:gd name="T21" fmla="*/ 260350 h 170"/>
                  <a:gd name="T22" fmla="*/ 431800 w 316"/>
                  <a:gd name="T23" fmla="*/ 265113 h 170"/>
                  <a:gd name="T24" fmla="*/ 422275 w 316"/>
                  <a:gd name="T25" fmla="*/ 266700 h 170"/>
                  <a:gd name="T26" fmla="*/ 412750 w 316"/>
                  <a:gd name="T27" fmla="*/ 266700 h 170"/>
                  <a:gd name="T28" fmla="*/ 412750 w 316"/>
                  <a:gd name="T29" fmla="*/ 266700 h 170"/>
                  <a:gd name="T30" fmla="*/ 1588 w 316"/>
                  <a:gd name="T31" fmla="*/ 269875 h 170"/>
                  <a:gd name="T32" fmla="*/ 1588 w 316"/>
                  <a:gd name="T33" fmla="*/ 269875 h 170"/>
                  <a:gd name="T34" fmla="*/ 0 w 316"/>
                  <a:gd name="T35" fmla="*/ 0 h 170"/>
                  <a:gd name="T36" fmla="*/ 0 w 316"/>
                  <a:gd name="T37" fmla="*/ 0 h 17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316" h="170">
                    <a:moveTo>
                      <a:pt x="0" y="0"/>
                    </a:moveTo>
                    <a:lnTo>
                      <a:pt x="0" y="0"/>
                    </a:lnTo>
                    <a:lnTo>
                      <a:pt x="316" y="0"/>
                    </a:lnTo>
                    <a:lnTo>
                      <a:pt x="299" y="140"/>
                    </a:lnTo>
                    <a:lnTo>
                      <a:pt x="298" y="147"/>
                    </a:lnTo>
                    <a:lnTo>
                      <a:pt x="295" y="152"/>
                    </a:lnTo>
                    <a:lnTo>
                      <a:pt x="289" y="156"/>
                    </a:lnTo>
                    <a:lnTo>
                      <a:pt x="284" y="160"/>
                    </a:lnTo>
                    <a:lnTo>
                      <a:pt x="279" y="164"/>
                    </a:lnTo>
                    <a:lnTo>
                      <a:pt x="272" y="167"/>
                    </a:lnTo>
                    <a:lnTo>
                      <a:pt x="266" y="168"/>
                    </a:lnTo>
                    <a:lnTo>
                      <a:pt x="260" y="168"/>
                    </a:lnTo>
                    <a:lnTo>
                      <a:pt x="1" y="1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4949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16" name="îṩḻîḑè">
                <a:extLst>
                  <a:ext uri="{FF2B5EF4-FFF2-40B4-BE49-F238E27FC236}">
                    <a16:creationId xmlns:a16="http://schemas.microsoft.com/office/drawing/2014/main" id="{FDA1BC75-249B-B38A-C207-9975BF1BEC27}"/>
                  </a:ext>
                </a:extLst>
              </p:cNvPr>
              <p:cNvSpPr/>
              <p:nvPr/>
            </p:nvSpPr>
            <p:spPr bwMode="auto">
              <a:xfrm>
                <a:off x="2574284" y="4814638"/>
                <a:ext cx="447538" cy="240982"/>
              </a:xfrm>
              <a:custGeom>
                <a:avLst/>
                <a:gdLst>
                  <a:gd name="T0" fmla="*/ 0 w 312"/>
                  <a:gd name="T1" fmla="*/ 0 h 168"/>
                  <a:gd name="T2" fmla="*/ 0 w 312"/>
                  <a:gd name="T3" fmla="*/ 0 h 168"/>
                  <a:gd name="T4" fmla="*/ 495300 w 312"/>
                  <a:gd name="T5" fmla="*/ 0 h 168"/>
                  <a:gd name="T6" fmla="*/ 495300 w 312"/>
                  <a:gd name="T7" fmla="*/ 0 h 168"/>
                  <a:gd name="T8" fmla="*/ 468313 w 312"/>
                  <a:gd name="T9" fmla="*/ 222250 h 168"/>
                  <a:gd name="T10" fmla="*/ 468313 w 312"/>
                  <a:gd name="T11" fmla="*/ 222250 h 168"/>
                  <a:gd name="T12" fmla="*/ 466725 w 312"/>
                  <a:gd name="T13" fmla="*/ 233363 h 168"/>
                  <a:gd name="T14" fmla="*/ 461963 w 312"/>
                  <a:gd name="T15" fmla="*/ 241300 h 168"/>
                  <a:gd name="T16" fmla="*/ 452438 w 312"/>
                  <a:gd name="T17" fmla="*/ 247650 h 168"/>
                  <a:gd name="T18" fmla="*/ 444500 w 312"/>
                  <a:gd name="T19" fmla="*/ 254000 h 168"/>
                  <a:gd name="T20" fmla="*/ 436563 w 312"/>
                  <a:gd name="T21" fmla="*/ 260350 h 168"/>
                  <a:gd name="T22" fmla="*/ 427038 w 312"/>
                  <a:gd name="T23" fmla="*/ 265113 h 168"/>
                  <a:gd name="T24" fmla="*/ 415925 w 312"/>
                  <a:gd name="T25" fmla="*/ 266700 h 168"/>
                  <a:gd name="T26" fmla="*/ 407988 w 312"/>
                  <a:gd name="T27" fmla="*/ 266700 h 168"/>
                  <a:gd name="T28" fmla="*/ 407988 w 312"/>
                  <a:gd name="T29" fmla="*/ 266700 h 168"/>
                  <a:gd name="T30" fmla="*/ 0 w 312"/>
                  <a:gd name="T31" fmla="*/ 266700 h 168"/>
                  <a:gd name="T32" fmla="*/ 0 w 312"/>
                  <a:gd name="T33" fmla="*/ 266700 h 168"/>
                  <a:gd name="T34" fmla="*/ 0 w 312"/>
                  <a:gd name="T35" fmla="*/ 0 h 168"/>
                  <a:gd name="T36" fmla="*/ 0 w 312"/>
                  <a:gd name="T37" fmla="*/ 0 h 16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312" h="168">
                    <a:moveTo>
                      <a:pt x="0" y="0"/>
                    </a:moveTo>
                    <a:lnTo>
                      <a:pt x="0" y="0"/>
                    </a:lnTo>
                    <a:lnTo>
                      <a:pt x="312" y="0"/>
                    </a:lnTo>
                    <a:lnTo>
                      <a:pt x="295" y="140"/>
                    </a:lnTo>
                    <a:lnTo>
                      <a:pt x="294" y="147"/>
                    </a:lnTo>
                    <a:lnTo>
                      <a:pt x="291" y="152"/>
                    </a:lnTo>
                    <a:lnTo>
                      <a:pt x="285" y="156"/>
                    </a:lnTo>
                    <a:lnTo>
                      <a:pt x="280" y="160"/>
                    </a:lnTo>
                    <a:lnTo>
                      <a:pt x="275" y="164"/>
                    </a:lnTo>
                    <a:lnTo>
                      <a:pt x="269" y="167"/>
                    </a:lnTo>
                    <a:lnTo>
                      <a:pt x="262" y="168"/>
                    </a:lnTo>
                    <a:lnTo>
                      <a:pt x="257" y="168"/>
                    </a:lnTo>
                    <a:lnTo>
                      <a:pt x="0" y="1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595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17" name="iSḷiḓe">
                <a:extLst>
                  <a:ext uri="{FF2B5EF4-FFF2-40B4-BE49-F238E27FC236}">
                    <a16:creationId xmlns:a16="http://schemas.microsoft.com/office/drawing/2014/main" id="{69464FC2-8821-D70B-4D76-1A4EEFBBF3D0}"/>
                  </a:ext>
                </a:extLst>
              </p:cNvPr>
              <p:cNvSpPr/>
              <p:nvPr/>
            </p:nvSpPr>
            <p:spPr bwMode="auto">
              <a:xfrm>
                <a:off x="2580022" y="4814638"/>
                <a:ext cx="441800" cy="240982"/>
              </a:xfrm>
              <a:custGeom>
                <a:avLst/>
                <a:gdLst>
                  <a:gd name="T0" fmla="*/ 0 w 308"/>
                  <a:gd name="T1" fmla="*/ 0 h 168"/>
                  <a:gd name="T2" fmla="*/ 0 w 308"/>
                  <a:gd name="T3" fmla="*/ 0 h 168"/>
                  <a:gd name="T4" fmla="*/ 488950 w 308"/>
                  <a:gd name="T5" fmla="*/ 0 h 168"/>
                  <a:gd name="T6" fmla="*/ 488950 w 308"/>
                  <a:gd name="T7" fmla="*/ 0 h 168"/>
                  <a:gd name="T8" fmla="*/ 461963 w 308"/>
                  <a:gd name="T9" fmla="*/ 222250 h 168"/>
                  <a:gd name="T10" fmla="*/ 461963 w 308"/>
                  <a:gd name="T11" fmla="*/ 222250 h 168"/>
                  <a:gd name="T12" fmla="*/ 460375 w 308"/>
                  <a:gd name="T13" fmla="*/ 233363 h 168"/>
                  <a:gd name="T14" fmla="*/ 455613 w 308"/>
                  <a:gd name="T15" fmla="*/ 241300 h 168"/>
                  <a:gd name="T16" fmla="*/ 446088 w 308"/>
                  <a:gd name="T17" fmla="*/ 247650 h 168"/>
                  <a:gd name="T18" fmla="*/ 439738 w 308"/>
                  <a:gd name="T19" fmla="*/ 254000 h 168"/>
                  <a:gd name="T20" fmla="*/ 430213 w 308"/>
                  <a:gd name="T21" fmla="*/ 260350 h 168"/>
                  <a:gd name="T22" fmla="*/ 420688 w 308"/>
                  <a:gd name="T23" fmla="*/ 263525 h 168"/>
                  <a:gd name="T24" fmla="*/ 409575 w 308"/>
                  <a:gd name="T25" fmla="*/ 266700 h 168"/>
                  <a:gd name="T26" fmla="*/ 401638 w 308"/>
                  <a:gd name="T27" fmla="*/ 266700 h 168"/>
                  <a:gd name="T28" fmla="*/ 401638 w 308"/>
                  <a:gd name="T29" fmla="*/ 266700 h 168"/>
                  <a:gd name="T30" fmla="*/ 0 w 308"/>
                  <a:gd name="T31" fmla="*/ 265113 h 168"/>
                  <a:gd name="T32" fmla="*/ 0 w 308"/>
                  <a:gd name="T33" fmla="*/ 265113 h 168"/>
                  <a:gd name="T34" fmla="*/ 0 w 308"/>
                  <a:gd name="T35" fmla="*/ 0 h 168"/>
                  <a:gd name="T36" fmla="*/ 0 w 308"/>
                  <a:gd name="T37" fmla="*/ 0 h 16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308" h="168">
                    <a:moveTo>
                      <a:pt x="0" y="0"/>
                    </a:moveTo>
                    <a:lnTo>
                      <a:pt x="0" y="0"/>
                    </a:lnTo>
                    <a:lnTo>
                      <a:pt x="308" y="0"/>
                    </a:lnTo>
                    <a:lnTo>
                      <a:pt x="291" y="140"/>
                    </a:lnTo>
                    <a:lnTo>
                      <a:pt x="290" y="147"/>
                    </a:lnTo>
                    <a:lnTo>
                      <a:pt x="287" y="152"/>
                    </a:lnTo>
                    <a:lnTo>
                      <a:pt x="281" y="156"/>
                    </a:lnTo>
                    <a:lnTo>
                      <a:pt x="277" y="160"/>
                    </a:lnTo>
                    <a:lnTo>
                      <a:pt x="271" y="164"/>
                    </a:lnTo>
                    <a:lnTo>
                      <a:pt x="265" y="166"/>
                    </a:lnTo>
                    <a:lnTo>
                      <a:pt x="258" y="168"/>
                    </a:lnTo>
                    <a:lnTo>
                      <a:pt x="253" y="168"/>
                    </a:lnTo>
                    <a:lnTo>
                      <a:pt x="0" y="1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595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18" name="işľiḋé">
                <a:extLst>
                  <a:ext uri="{FF2B5EF4-FFF2-40B4-BE49-F238E27FC236}">
                    <a16:creationId xmlns:a16="http://schemas.microsoft.com/office/drawing/2014/main" id="{CD1D15B7-C87B-DB7B-88B3-E753483E4099}"/>
                  </a:ext>
                </a:extLst>
              </p:cNvPr>
              <p:cNvSpPr/>
              <p:nvPr/>
            </p:nvSpPr>
            <p:spPr bwMode="auto">
              <a:xfrm>
                <a:off x="2585760" y="4814638"/>
                <a:ext cx="436062" cy="240982"/>
              </a:xfrm>
              <a:custGeom>
                <a:avLst/>
                <a:gdLst>
                  <a:gd name="T0" fmla="*/ 0 w 304"/>
                  <a:gd name="T1" fmla="*/ 0 h 168"/>
                  <a:gd name="T2" fmla="*/ 0 w 304"/>
                  <a:gd name="T3" fmla="*/ 0 h 168"/>
                  <a:gd name="T4" fmla="*/ 482600 w 304"/>
                  <a:gd name="T5" fmla="*/ 0 h 168"/>
                  <a:gd name="T6" fmla="*/ 482600 w 304"/>
                  <a:gd name="T7" fmla="*/ 0 h 168"/>
                  <a:gd name="T8" fmla="*/ 455613 w 304"/>
                  <a:gd name="T9" fmla="*/ 222250 h 168"/>
                  <a:gd name="T10" fmla="*/ 455613 w 304"/>
                  <a:gd name="T11" fmla="*/ 222250 h 168"/>
                  <a:gd name="T12" fmla="*/ 454025 w 304"/>
                  <a:gd name="T13" fmla="*/ 233363 h 168"/>
                  <a:gd name="T14" fmla="*/ 449263 w 304"/>
                  <a:gd name="T15" fmla="*/ 241300 h 168"/>
                  <a:gd name="T16" fmla="*/ 442913 w 304"/>
                  <a:gd name="T17" fmla="*/ 247650 h 168"/>
                  <a:gd name="T18" fmla="*/ 433388 w 304"/>
                  <a:gd name="T19" fmla="*/ 254000 h 168"/>
                  <a:gd name="T20" fmla="*/ 423863 w 304"/>
                  <a:gd name="T21" fmla="*/ 260350 h 168"/>
                  <a:gd name="T22" fmla="*/ 414338 w 304"/>
                  <a:gd name="T23" fmla="*/ 263525 h 168"/>
                  <a:gd name="T24" fmla="*/ 403225 w 304"/>
                  <a:gd name="T25" fmla="*/ 265113 h 168"/>
                  <a:gd name="T26" fmla="*/ 395288 w 304"/>
                  <a:gd name="T27" fmla="*/ 266700 h 168"/>
                  <a:gd name="T28" fmla="*/ 395288 w 304"/>
                  <a:gd name="T29" fmla="*/ 266700 h 168"/>
                  <a:gd name="T30" fmla="*/ 0 w 304"/>
                  <a:gd name="T31" fmla="*/ 263525 h 168"/>
                  <a:gd name="T32" fmla="*/ 0 w 304"/>
                  <a:gd name="T33" fmla="*/ 263525 h 168"/>
                  <a:gd name="T34" fmla="*/ 0 w 304"/>
                  <a:gd name="T35" fmla="*/ 0 h 168"/>
                  <a:gd name="T36" fmla="*/ 0 w 304"/>
                  <a:gd name="T37" fmla="*/ 0 h 16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304" h="168">
                    <a:moveTo>
                      <a:pt x="0" y="0"/>
                    </a:moveTo>
                    <a:lnTo>
                      <a:pt x="0" y="0"/>
                    </a:lnTo>
                    <a:lnTo>
                      <a:pt x="304" y="0"/>
                    </a:lnTo>
                    <a:lnTo>
                      <a:pt x="287" y="140"/>
                    </a:lnTo>
                    <a:lnTo>
                      <a:pt x="286" y="147"/>
                    </a:lnTo>
                    <a:lnTo>
                      <a:pt x="283" y="152"/>
                    </a:lnTo>
                    <a:lnTo>
                      <a:pt x="279" y="156"/>
                    </a:lnTo>
                    <a:lnTo>
                      <a:pt x="273" y="160"/>
                    </a:lnTo>
                    <a:lnTo>
                      <a:pt x="267" y="164"/>
                    </a:lnTo>
                    <a:lnTo>
                      <a:pt x="261" y="166"/>
                    </a:lnTo>
                    <a:lnTo>
                      <a:pt x="254" y="167"/>
                    </a:lnTo>
                    <a:lnTo>
                      <a:pt x="249" y="168"/>
                    </a:lnTo>
                    <a:lnTo>
                      <a:pt x="0" y="1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69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19" name="isḻîḍe">
                <a:extLst>
                  <a:ext uri="{FF2B5EF4-FFF2-40B4-BE49-F238E27FC236}">
                    <a16:creationId xmlns:a16="http://schemas.microsoft.com/office/drawing/2014/main" id="{67FE1A85-910E-41A0-A273-8A8E79E30DB3}"/>
                  </a:ext>
                </a:extLst>
              </p:cNvPr>
              <p:cNvSpPr/>
              <p:nvPr/>
            </p:nvSpPr>
            <p:spPr bwMode="auto">
              <a:xfrm>
                <a:off x="2591497" y="4814638"/>
                <a:ext cx="430325" cy="240982"/>
              </a:xfrm>
              <a:custGeom>
                <a:avLst/>
                <a:gdLst>
                  <a:gd name="T0" fmla="*/ 0 w 300"/>
                  <a:gd name="T1" fmla="*/ 0 h 168"/>
                  <a:gd name="T2" fmla="*/ 0 w 300"/>
                  <a:gd name="T3" fmla="*/ 0 h 168"/>
                  <a:gd name="T4" fmla="*/ 476250 w 300"/>
                  <a:gd name="T5" fmla="*/ 0 h 168"/>
                  <a:gd name="T6" fmla="*/ 476250 w 300"/>
                  <a:gd name="T7" fmla="*/ 0 h 168"/>
                  <a:gd name="T8" fmla="*/ 449263 w 300"/>
                  <a:gd name="T9" fmla="*/ 222250 h 168"/>
                  <a:gd name="T10" fmla="*/ 449263 w 300"/>
                  <a:gd name="T11" fmla="*/ 222250 h 168"/>
                  <a:gd name="T12" fmla="*/ 447675 w 300"/>
                  <a:gd name="T13" fmla="*/ 233363 h 168"/>
                  <a:gd name="T14" fmla="*/ 442913 w 300"/>
                  <a:gd name="T15" fmla="*/ 241300 h 168"/>
                  <a:gd name="T16" fmla="*/ 436563 w 300"/>
                  <a:gd name="T17" fmla="*/ 247650 h 168"/>
                  <a:gd name="T18" fmla="*/ 427038 w 300"/>
                  <a:gd name="T19" fmla="*/ 254000 h 168"/>
                  <a:gd name="T20" fmla="*/ 419100 w 300"/>
                  <a:gd name="T21" fmla="*/ 258763 h 168"/>
                  <a:gd name="T22" fmla="*/ 407988 w 300"/>
                  <a:gd name="T23" fmla="*/ 263525 h 168"/>
                  <a:gd name="T24" fmla="*/ 400050 w 300"/>
                  <a:gd name="T25" fmla="*/ 265113 h 168"/>
                  <a:gd name="T26" fmla="*/ 388938 w 300"/>
                  <a:gd name="T27" fmla="*/ 266700 h 168"/>
                  <a:gd name="T28" fmla="*/ 388938 w 300"/>
                  <a:gd name="T29" fmla="*/ 266700 h 168"/>
                  <a:gd name="T30" fmla="*/ 0 w 300"/>
                  <a:gd name="T31" fmla="*/ 260350 h 168"/>
                  <a:gd name="T32" fmla="*/ 0 w 300"/>
                  <a:gd name="T33" fmla="*/ 260350 h 168"/>
                  <a:gd name="T34" fmla="*/ 0 w 300"/>
                  <a:gd name="T35" fmla="*/ 0 h 168"/>
                  <a:gd name="T36" fmla="*/ 0 w 300"/>
                  <a:gd name="T37" fmla="*/ 0 h 16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300" h="168">
                    <a:moveTo>
                      <a:pt x="0" y="0"/>
                    </a:moveTo>
                    <a:lnTo>
                      <a:pt x="0" y="0"/>
                    </a:lnTo>
                    <a:lnTo>
                      <a:pt x="300" y="0"/>
                    </a:lnTo>
                    <a:lnTo>
                      <a:pt x="283" y="140"/>
                    </a:lnTo>
                    <a:lnTo>
                      <a:pt x="282" y="147"/>
                    </a:lnTo>
                    <a:lnTo>
                      <a:pt x="279" y="152"/>
                    </a:lnTo>
                    <a:lnTo>
                      <a:pt x="275" y="156"/>
                    </a:lnTo>
                    <a:lnTo>
                      <a:pt x="269" y="160"/>
                    </a:lnTo>
                    <a:lnTo>
                      <a:pt x="264" y="163"/>
                    </a:lnTo>
                    <a:lnTo>
                      <a:pt x="257" y="166"/>
                    </a:lnTo>
                    <a:lnTo>
                      <a:pt x="252" y="167"/>
                    </a:lnTo>
                    <a:lnTo>
                      <a:pt x="245" y="168"/>
                    </a:lnTo>
                    <a:lnTo>
                      <a:pt x="0" y="1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7979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20" name="íṧ1íḑê">
                <a:extLst>
                  <a:ext uri="{FF2B5EF4-FFF2-40B4-BE49-F238E27FC236}">
                    <a16:creationId xmlns:a16="http://schemas.microsoft.com/office/drawing/2014/main" id="{8AE4083D-1293-DE33-6193-677620B795C0}"/>
                  </a:ext>
                </a:extLst>
              </p:cNvPr>
              <p:cNvSpPr/>
              <p:nvPr/>
            </p:nvSpPr>
            <p:spPr bwMode="auto">
              <a:xfrm>
                <a:off x="2595801" y="4814638"/>
                <a:ext cx="426022" cy="240982"/>
              </a:xfrm>
              <a:custGeom>
                <a:avLst/>
                <a:gdLst>
                  <a:gd name="T0" fmla="*/ 0 w 297"/>
                  <a:gd name="T1" fmla="*/ 0 h 168"/>
                  <a:gd name="T2" fmla="*/ 0 w 297"/>
                  <a:gd name="T3" fmla="*/ 0 h 168"/>
                  <a:gd name="T4" fmla="*/ 471488 w 297"/>
                  <a:gd name="T5" fmla="*/ 0 h 168"/>
                  <a:gd name="T6" fmla="*/ 471488 w 297"/>
                  <a:gd name="T7" fmla="*/ 0 h 168"/>
                  <a:gd name="T8" fmla="*/ 444500 w 297"/>
                  <a:gd name="T9" fmla="*/ 222250 h 168"/>
                  <a:gd name="T10" fmla="*/ 444500 w 297"/>
                  <a:gd name="T11" fmla="*/ 222250 h 168"/>
                  <a:gd name="T12" fmla="*/ 442913 w 297"/>
                  <a:gd name="T13" fmla="*/ 233363 h 168"/>
                  <a:gd name="T14" fmla="*/ 438150 w 297"/>
                  <a:gd name="T15" fmla="*/ 241300 h 168"/>
                  <a:gd name="T16" fmla="*/ 431800 w 297"/>
                  <a:gd name="T17" fmla="*/ 247650 h 168"/>
                  <a:gd name="T18" fmla="*/ 422275 w 297"/>
                  <a:gd name="T19" fmla="*/ 254000 h 168"/>
                  <a:gd name="T20" fmla="*/ 414338 w 297"/>
                  <a:gd name="T21" fmla="*/ 258763 h 168"/>
                  <a:gd name="T22" fmla="*/ 403225 w 297"/>
                  <a:gd name="T23" fmla="*/ 263525 h 168"/>
                  <a:gd name="T24" fmla="*/ 395288 w 297"/>
                  <a:gd name="T25" fmla="*/ 265113 h 168"/>
                  <a:gd name="T26" fmla="*/ 385763 w 297"/>
                  <a:gd name="T27" fmla="*/ 266700 h 168"/>
                  <a:gd name="T28" fmla="*/ 385763 w 297"/>
                  <a:gd name="T29" fmla="*/ 266700 h 168"/>
                  <a:gd name="T30" fmla="*/ 1588 w 297"/>
                  <a:gd name="T31" fmla="*/ 258763 h 168"/>
                  <a:gd name="T32" fmla="*/ 1588 w 297"/>
                  <a:gd name="T33" fmla="*/ 258763 h 168"/>
                  <a:gd name="T34" fmla="*/ 0 w 297"/>
                  <a:gd name="T35" fmla="*/ 0 h 168"/>
                  <a:gd name="T36" fmla="*/ 0 w 297"/>
                  <a:gd name="T37" fmla="*/ 0 h 16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297" h="168">
                    <a:moveTo>
                      <a:pt x="0" y="0"/>
                    </a:moveTo>
                    <a:lnTo>
                      <a:pt x="0" y="0"/>
                    </a:lnTo>
                    <a:lnTo>
                      <a:pt x="297" y="0"/>
                    </a:lnTo>
                    <a:lnTo>
                      <a:pt x="280" y="140"/>
                    </a:lnTo>
                    <a:lnTo>
                      <a:pt x="279" y="147"/>
                    </a:lnTo>
                    <a:lnTo>
                      <a:pt x="276" y="152"/>
                    </a:lnTo>
                    <a:lnTo>
                      <a:pt x="272" y="156"/>
                    </a:lnTo>
                    <a:lnTo>
                      <a:pt x="266" y="160"/>
                    </a:lnTo>
                    <a:lnTo>
                      <a:pt x="261" y="163"/>
                    </a:lnTo>
                    <a:lnTo>
                      <a:pt x="254" y="166"/>
                    </a:lnTo>
                    <a:lnTo>
                      <a:pt x="249" y="167"/>
                    </a:lnTo>
                    <a:lnTo>
                      <a:pt x="243" y="168"/>
                    </a:lnTo>
                    <a:lnTo>
                      <a:pt x="1" y="1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7979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21" name="îŝļiḓè">
                <a:extLst>
                  <a:ext uri="{FF2B5EF4-FFF2-40B4-BE49-F238E27FC236}">
                    <a16:creationId xmlns:a16="http://schemas.microsoft.com/office/drawing/2014/main" id="{AC8E73FD-E94C-470E-BF85-B747900DAE0A}"/>
                  </a:ext>
                </a:extLst>
              </p:cNvPr>
              <p:cNvSpPr/>
              <p:nvPr/>
            </p:nvSpPr>
            <p:spPr bwMode="auto">
              <a:xfrm>
                <a:off x="2601539" y="4814638"/>
                <a:ext cx="420284" cy="240982"/>
              </a:xfrm>
              <a:custGeom>
                <a:avLst/>
                <a:gdLst>
                  <a:gd name="T0" fmla="*/ 0 w 293"/>
                  <a:gd name="T1" fmla="*/ 0 h 168"/>
                  <a:gd name="T2" fmla="*/ 0 w 293"/>
                  <a:gd name="T3" fmla="*/ 0 h 168"/>
                  <a:gd name="T4" fmla="*/ 465138 w 293"/>
                  <a:gd name="T5" fmla="*/ 0 h 168"/>
                  <a:gd name="T6" fmla="*/ 465138 w 293"/>
                  <a:gd name="T7" fmla="*/ 0 h 168"/>
                  <a:gd name="T8" fmla="*/ 438150 w 293"/>
                  <a:gd name="T9" fmla="*/ 222250 h 168"/>
                  <a:gd name="T10" fmla="*/ 438150 w 293"/>
                  <a:gd name="T11" fmla="*/ 222250 h 168"/>
                  <a:gd name="T12" fmla="*/ 436563 w 293"/>
                  <a:gd name="T13" fmla="*/ 233363 h 168"/>
                  <a:gd name="T14" fmla="*/ 431800 w 293"/>
                  <a:gd name="T15" fmla="*/ 241300 h 168"/>
                  <a:gd name="T16" fmla="*/ 425450 w 293"/>
                  <a:gd name="T17" fmla="*/ 247650 h 168"/>
                  <a:gd name="T18" fmla="*/ 415925 w 293"/>
                  <a:gd name="T19" fmla="*/ 254000 h 168"/>
                  <a:gd name="T20" fmla="*/ 407988 w 293"/>
                  <a:gd name="T21" fmla="*/ 258763 h 168"/>
                  <a:gd name="T22" fmla="*/ 396875 w 293"/>
                  <a:gd name="T23" fmla="*/ 263525 h 168"/>
                  <a:gd name="T24" fmla="*/ 388938 w 293"/>
                  <a:gd name="T25" fmla="*/ 265113 h 168"/>
                  <a:gd name="T26" fmla="*/ 379413 w 293"/>
                  <a:gd name="T27" fmla="*/ 266700 h 168"/>
                  <a:gd name="T28" fmla="*/ 379413 w 293"/>
                  <a:gd name="T29" fmla="*/ 266700 h 168"/>
                  <a:gd name="T30" fmla="*/ 0 w 293"/>
                  <a:gd name="T31" fmla="*/ 258763 h 168"/>
                  <a:gd name="T32" fmla="*/ 0 w 293"/>
                  <a:gd name="T33" fmla="*/ 258763 h 168"/>
                  <a:gd name="T34" fmla="*/ 0 w 293"/>
                  <a:gd name="T35" fmla="*/ 0 h 168"/>
                  <a:gd name="T36" fmla="*/ 0 w 293"/>
                  <a:gd name="T37" fmla="*/ 0 h 16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293" h="168">
                    <a:moveTo>
                      <a:pt x="0" y="0"/>
                    </a:moveTo>
                    <a:lnTo>
                      <a:pt x="0" y="0"/>
                    </a:lnTo>
                    <a:lnTo>
                      <a:pt x="293" y="0"/>
                    </a:lnTo>
                    <a:lnTo>
                      <a:pt x="276" y="140"/>
                    </a:lnTo>
                    <a:lnTo>
                      <a:pt x="275" y="147"/>
                    </a:lnTo>
                    <a:lnTo>
                      <a:pt x="272" y="152"/>
                    </a:lnTo>
                    <a:lnTo>
                      <a:pt x="268" y="156"/>
                    </a:lnTo>
                    <a:lnTo>
                      <a:pt x="262" y="160"/>
                    </a:lnTo>
                    <a:lnTo>
                      <a:pt x="257" y="163"/>
                    </a:lnTo>
                    <a:lnTo>
                      <a:pt x="250" y="166"/>
                    </a:lnTo>
                    <a:lnTo>
                      <a:pt x="245" y="167"/>
                    </a:lnTo>
                    <a:lnTo>
                      <a:pt x="239" y="168"/>
                    </a:lnTo>
                    <a:lnTo>
                      <a:pt x="0" y="1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8989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22" name="íŝ1idè">
                <a:extLst>
                  <a:ext uri="{FF2B5EF4-FFF2-40B4-BE49-F238E27FC236}">
                    <a16:creationId xmlns:a16="http://schemas.microsoft.com/office/drawing/2014/main" id="{20F13E56-AF70-50D9-53F2-C73A98A933EB}"/>
                  </a:ext>
                </a:extLst>
              </p:cNvPr>
              <p:cNvSpPr/>
              <p:nvPr/>
            </p:nvSpPr>
            <p:spPr bwMode="auto">
              <a:xfrm>
                <a:off x="2607276" y="4814638"/>
                <a:ext cx="414547" cy="240982"/>
              </a:xfrm>
              <a:custGeom>
                <a:avLst/>
                <a:gdLst>
                  <a:gd name="T0" fmla="*/ 0 w 289"/>
                  <a:gd name="T1" fmla="*/ 0 h 168"/>
                  <a:gd name="T2" fmla="*/ 0 w 289"/>
                  <a:gd name="T3" fmla="*/ 0 h 168"/>
                  <a:gd name="T4" fmla="*/ 458788 w 289"/>
                  <a:gd name="T5" fmla="*/ 0 h 168"/>
                  <a:gd name="T6" fmla="*/ 458788 w 289"/>
                  <a:gd name="T7" fmla="*/ 0 h 168"/>
                  <a:gd name="T8" fmla="*/ 431800 w 289"/>
                  <a:gd name="T9" fmla="*/ 222250 h 168"/>
                  <a:gd name="T10" fmla="*/ 431800 w 289"/>
                  <a:gd name="T11" fmla="*/ 222250 h 168"/>
                  <a:gd name="T12" fmla="*/ 430213 w 289"/>
                  <a:gd name="T13" fmla="*/ 233363 h 168"/>
                  <a:gd name="T14" fmla="*/ 425450 w 289"/>
                  <a:gd name="T15" fmla="*/ 239713 h 168"/>
                  <a:gd name="T16" fmla="*/ 419100 w 289"/>
                  <a:gd name="T17" fmla="*/ 247650 h 168"/>
                  <a:gd name="T18" fmla="*/ 409575 w 289"/>
                  <a:gd name="T19" fmla="*/ 254000 h 168"/>
                  <a:gd name="T20" fmla="*/ 401638 w 289"/>
                  <a:gd name="T21" fmla="*/ 258763 h 168"/>
                  <a:gd name="T22" fmla="*/ 393700 w 289"/>
                  <a:gd name="T23" fmla="*/ 263525 h 168"/>
                  <a:gd name="T24" fmla="*/ 373063 w 289"/>
                  <a:gd name="T25" fmla="*/ 266700 h 168"/>
                  <a:gd name="T26" fmla="*/ 373063 w 289"/>
                  <a:gd name="T27" fmla="*/ 266700 h 168"/>
                  <a:gd name="T28" fmla="*/ 0 w 289"/>
                  <a:gd name="T29" fmla="*/ 255588 h 168"/>
                  <a:gd name="T30" fmla="*/ 0 w 289"/>
                  <a:gd name="T31" fmla="*/ 255588 h 168"/>
                  <a:gd name="T32" fmla="*/ 0 w 289"/>
                  <a:gd name="T33" fmla="*/ 0 h 168"/>
                  <a:gd name="T34" fmla="*/ 0 w 289"/>
                  <a:gd name="T35" fmla="*/ 0 h 16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289" h="168">
                    <a:moveTo>
                      <a:pt x="0" y="0"/>
                    </a:moveTo>
                    <a:lnTo>
                      <a:pt x="0" y="0"/>
                    </a:lnTo>
                    <a:lnTo>
                      <a:pt x="289" y="0"/>
                    </a:lnTo>
                    <a:lnTo>
                      <a:pt x="272" y="140"/>
                    </a:lnTo>
                    <a:lnTo>
                      <a:pt x="271" y="147"/>
                    </a:lnTo>
                    <a:lnTo>
                      <a:pt x="268" y="151"/>
                    </a:lnTo>
                    <a:lnTo>
                      <a:pt x="264" y="156"/>
                    </a:lnTo>
                    <a:lnTo>
                      <a:pt x="258" y="160"/>
                    </a:lnTo>
                    <a:lnTo>
                      <a:pt x="253" y="163"/>
                    </a:lnTo>
                    <a:lnTo>
                      <a:pt x="248" y="166"/>
                    </a:lnTo>
                    <a:lnTo>
                      <a:pt x="235" y="168"/>
                    </a:lnTo>
                    <a:lnTo>
                      <a:pt x="0" y="1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9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23" name="îṣ1íḓé">
                <a:extLst>
                  <a:ext uri="{FF2B5EF4-FFF2-40B4-BE49-F238E27FC236}">
                    <a16:creationId xmlns:a16="http://schemas.microsoft.com/office/drawing/2014/main" id="{DC116D0F-DC02-A2BB-2632-610DD6AAC329}"/>
                  </a:ext>
                </a:extLst>
              </p:cNvPr>
              <p:cNvSpPr/>
              <p:nvPr/>
            </p:nvSpPr>
            <p:spPr bwMode="auto">
              <a:xfrm>
                <a:off x="2613014" y="4814638"/>
                <a:ext cx="408809" cy="239548"/>
              </a:xfrm>
              <a:custGeom>
                <a:avLst/>
                <a:gdLst>
                  <a:gd name="T0" fmla="*/ 0 w 285"/>
                  <a:gd name="T1" fmla="*/ 0 h 167"/>
                  <a:gd name="T2" fmla="*/ 0 w 285"/>
                  <a:gd name="T3" fmla="*/ 0 h 167"/>
                  <a:gd name="T4" fmla="*/ 452438 w 285"/>
                  <a:gd name="T5" fmla="*/ 0 h 167"/>
                  <a:gd name="T6" fmla="*/ 452438 w 285"/>
                  <a:gd name="T7" fmla="*/ 0 h 167"/>
                  <a:gd name="T8" fmla="*/ 425450 w 285"/>
                  <a:gd name="T9" fmla="*/ 222250 h 167"/>
                  <a:gd name="T10" fmla="*/ 425450 w 285"/>
                  <a:gd name="T11" fmla="*/ 222250 h 167"/>
                  <a:gd name="T12" fmla="*/ 423863 w 285"/>
                  <a:gd name="T13" fmla="*/ 233363 h 167"/>
                  <a:gd name="T14" fmla="*/ 419100 w 285"/>
                  <a:gd name="T15" fmla="*/ 239713 h 167"/>
                  <a:gd name="T16" fmla="*/ 412750 w 285"/>
                  <a:gd name="T17" fmla="*/ 247650 h 167"/>
                  <a:gd name="T18" fmla="*/ 403225 w 285"/>
                  <a:gd name="T19" fmla="*/ 254000 h 167"/>
                  <a:gd name="T20" fmla="*/ 395288 w 285"/>
                  <a:gd name="T21" fmla="*/ 258763 h 167"/>
                  <a:gd name="T22" fmla="*/ 387350 w 285"/>
                  <a:gd name="T23" fmla="*/ 263525 h 167"/>
                  <a:gd name="T24" fmla="*/ 366713 w 285"/>
                  <a:gd name="T25" fmla="*/ 265113 h 167"/>
                  <a:gd name="T26" fmla="*/ 366713 w 285"/>
                  <a:gd name="T27" fmla="*/ 265113 h 167"/>
                  <a:gd name="T28" fmla="*/ 0 w 285"/>
                  <a:gd name="T29" fmla="*/ 254000 h 167"/>
                  <a:gd name="T30" fmla="*/ 0 w 285"/>
                  <a:gd name="T31" fmla="*/ 254000 h 167"/>
                  <a:gd name="T32" fmla="*/ 0 w 285"/>
                  <a:gd name="T33" fmla="*/ 0 h 167"/>
                  <a:gd name="T34" fmla="*/ 0 w 285"/>
                  <a:gd name="T35" fmla="*/ 0 h 16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285" h="167">
                    <a:moveTo>
                      <a:pt x="0" y="0"/>
                    </a:moveTo>
                    <a:lnTo>
                      <a:pt x="0" y="0"/>
                    </a:lnTo>
                    <a:lnTo>
                      <a:pt x="285" y="0"/>
                    </a:lnTo>
                    <a:lnTo>
                      <a:pt x="268" y="140"/>
                    </a:lnTo>
                    <a:lnTo>
                      <a:pt x="267" y="147"/>
                    </a:lnTo>
                    <a:lnTo>
                      <a:pt x="264" y="151"/>
                    </a:lnTo>
                    <a:lnTo>
                      <a:pt x="260" y="156"/>
                    </a:lnTo>
                    <a:lnTo>
                      <a:pt x="254" y="160"/>
                    </a:lnTo>
                    <a:lnTo>
                      <a:pt x="249" y="163"/>
                    </a:lnTo>
                    <a:lnTo>
                      <a:pt x="244" y="166"/>
                    </a:lnTo>
                    <a:lnTo>
                      <a:pt x="231" y="167"/>
                    </a:lnTo>
                    <a:lnTo>
                      <a:pt x="0" y="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9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24" name="îŝliḓe">
                <a:extLst>
                  <a:ext uri="{FF2B5EF4-FFF2-40B4-BE49-F238E27FC236}">
                    <a16:creationId xmlns:a16="http://schemas.microsoft.com/office/drawing/2014/main" id="{D3903F0E-02C0-E5A9-1B94-90826EA65F95}"/>
                  </a:ext>
                </a:extLst>
              </p:cNvPr>
              <p:cNvSpPr/>
              <p:nvPr/>
            </p:nvSpPr>
            <p:spPr bwMode="auto">
              <a:xfrm>
                <a:off x="2618752" y="4814638"/>
                <a:ext cx="403071" cy="239548"/>
              </a:xfrm>
              <a:custGeom>
                <a:avLst/>
                <a:gdLst>
                  <a:gd name="T0" fmla="*/ 0 w 281"/>
                  <a:gd name="T1" fmla="*/ 0 h 167"/>
                  <a:gd name="T2" fmla="*/ 0 w 281"/>
                  <a:gd name="T3" fmla="*/ 0 h 167"/>
                  <a:gd name="T4" fmla="*/ 446088 w 281"/>
                  <a:gd name="T5" fmla="*/ 0 h 167"/>
                  <a:gd name="T6" fmla="*/ 446088 w 281"/>
                  <a:gd name="T7" fmla="*/ 0 h 167"/>
                  <a:gd name="T8" fmla="*/ 419100 w 281"/>
                  <a:gd name="T9" fmla="*/ 222250 h 167"/>
                  <a:gd name="T10" fmla="*/ 419100 w 281"/>
                  <a:gd name="T11" fmla="*/ 222250 h 167"/>
                  <a:gd name="T12" fmla="*/ 417513 w 281"/>
                  <a:gd name="T13" fmla="*/ 230188 h 167"/>
                  <a:gd name="T14" fmla="*/ 412750 w 281"/>
                  <a:gd name="T15" fmla="*/ 239713 h 167"/>
                  <a:gd name="T16" fmla="*/ 406400 w 281"/>
                  <a:gd name="T17" fmla="*/ 247650 h 167"/>
                  <a:gd name="T18" fmla="*/ 396875 w 281"/>
                  <a:gd name="T19" fmla="*/ 254000 h 167"/>
                  <a:gd name="T20" fmla="*/ 388938 w 281"/>
                  <a:gd name="T21" fmla="*/ 258763 h 167"/>
                  <a:gd name="T22" fmla="*/ 381000 w 281"/>
                  <a:gd name="T23" fmla="*/ 263525 h 167"/>
                  <a:gd name="T24" fmla="*/ 363538 w 281"/>
                  <a:gd name="T25" fmla="*/ 265113 h 167"/>
                  <a:gd name="T26" fmla="*/ 363538 w 281"/>
                  <a:gd name="T27" fmla="*/ 265113 h 167"/>
                  <a:gd name="T28" fmla="*/ 0 w 281"/>
                  <a:gd name="T29" fmla="*/ 252413 h 167"/>
                  <a:gd name="T30" fmla="*/ 0 w 281"/>
                  <a:gd name="T31" fmla="*/ 252413 h 167"/>
                  <a:gd name="T32" fmla="*/ 0 w 281"/>
                  <a:gd name="T33" fmla="*/ 0 h 167"/>
                  <a:gd name="T34" fmla="*/ 0 w 281"/>
                  <a:gd name="T35" fmla="*/ 0 h 16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281" h="167">
                    <a:moveTo>
                      <a:pt x="0" y="0"/>
                    </a:moveTo>
                    <a:lnTo>
                      <a:pt x="0" y="0"/>
                    </a:lnTo>
                    <a:lnTo>
                      <a:pt x="281" y="0"/>
                    </a:lnTo>
                    <a:lnTo>
                      <a:pt x="264" y="140"/>
                    </a:lnTo>
                    <a:lnTo>
                      <a:pt x="263" y="145"/>
                    </a:lnTo>
                    <a:lnTo>
                      <a:pt x="260" y="151"/>
                    </a:lnTo>
                    <a:lnTo>
                      <a:pt x="256" y="156"/>
                    </a:lnTo>
                    <a:lnTo>
                      <a:pt x="250" y="160"/>
                    </a:lnTo>
                    <a:lnTo>
                      <a:pt x="245" y="163"/>
                    </a:lnTo>
                    <a:lnTo>
                      <a:pt x="240" y="166"/>
                    </a:lnTo>
                    <a:lnTo>
                      <a:pt x="229" y="167"/>
                    </a:lnTo>
                    <a:lnTo>
                      <a:pt x="0" y="1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A9A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25" name="íš1ïḋé">
                <a:extLst>
                  <a:ext uri="{FF2B5EF4-FFF2-40B4-BE49-F238E27FC236}">
                    <a16:creationId xmlns:a16="http://schemas.microsoft.com/office/drawing/2014/main" id="{24112D9B-3F38-807A-C443-ED1C81BCB248}"/>
                  </a:ext>
                </a:extLst>
              </p:cNvPr>
              <p:cNvSpPr/>
              <p:nvPr/>
            </p:nvSpPr>
            <p:spPr bwMode="auto">
              <a:xfrm>
                <a:off x="2623054" y="4814638"/>
                <a:ext cx="398768" cy="239548"/>
              </a:xfrm>
              <a:custGeom>
                <a:avLst/>
                <a:gdLst>
                  <a:gd name="T0" fmla="*/ 1588 w 278"/>
                  <a:gd name="T1" fmla="*/ 0 h 167"/>
                  <a:gd name="T2" fmla="*/ 1588 w 278"/>
                  <a:gd name="T3" fmla="*/ 0 h 167"/>
                  <a:gd name="T4" fmla="*/ 441325 w 278"/>
                  <a:gd name="T5" fmla="*/ 0 h 167"/>
                  <a:gd name="T6" fmla="*/ 441325 w 278"/>
                  <a:gd name="T7" fmla="*/ 0 h 167"/>
                  <a:gd name="T8" fmla="*/ 414338 w 278"/>
                  <a:gd name="T9" fmla="*/ 222250 h 167"/>
                  <a:gd name="T10" fmla="*/ 414338 w 278"/>
                  <a:gd name="T11" fmla="*/ 222250 h 167"/>
                  <a:gd name="T12" fmla="*/ 412750 w 278"/>
                  <a:gd name="T13" fmla="*/ 230188 h 167"/>
                  <a:gd name="T14" fmla="*/ 407988 w 278"/>
                  <a:gd name="T15" fmla="*/ 239713 h 167"/>
                  <a:gd name="T16" fmla="*/ 401638 w 278"/>
                  <a:gd name="T17" fmla="*/ 247650 h 167"/>
                  <a:gd name="T18" fmla="*/ 392113 w 278"/>
                  <a:gd name="T19" fmla="*/ 252413 h 167"/>
                  <a:gd name="T20" fmla="*/ 384175 w 278"/>
                  <a:gd name="T21" fmla="*/ 258763 h 167"/>
                  <a:gd name="T22" fmla="*/ 376238 w 278"/>
                  <a:gd name="T23" fmla="*/ 263525 h 167"/>
                  <a:gd name="T24" fmla="*/ 358775 w 278"/>
                  <a:gd name="T25" fmla="*/ 265113 h 167"/>
                  <a:gd name="T26" fmla="*/ 358775 w 278"/>
                  <a:gd name="T27" fmla="*/ 265113 h 167"/>
                  <a:gd name="T28" fmla="*/ 0 w 278"/>
                  <a:gd name="T29" fmla="*/ 249238 h 167"/>
                  <a:gd name="T30" fmla="*/ 0 w 278"/>
                  <a:gd name="T31" fmla="*/ 249238 h 167"/>
                  <a:gd name="T32" fmla="*/ 1588 w 278"/>
                  <a:gd name="T33" fmla="*/ 0 h 167"/>
                  <a:gd name="T34" fmla="*/ 1588 w 278"/>
                  <a:gd name="T35" fmla="*/ 0 h 16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278" h="167">
                    <a:moveTo>
                      <a:pt x="1" y="0"/>
                    </a:moveTo>
                    <a:lnTo>
                      <a:pt x="1" y="0"/>
                    </a:lnTo>
                    <a:lnTo>
                      <a:pt x="278" y="0"/>
                    </a:lnTo>
                    <a:lnTo>
                      <a:pt x="261" y="140"/>
                    </a:lnTo>
                    <a:lnTo>
                      <a:pt x="260" y="145"/>
                    </a:lnTo>
                    <a:lnTo>
                      <a:pt x="257" y="151"/>
                    </a:lnTo>
                    <a:lnTo>
                      <a:pt x="253" y="156"/>
                    </a:lnTo>
                    <a:lnTo>
                      <a:pt x="247" y="159"/>
                    </a:lnTo>
                    <a:lnTo>
                      <a:pt x="242" y="163"/>
                    </a:lnTo>
                    <a:lnTo>
                      <a:pt x="237" y="166"/>
                    </a:lnTo>
                    <a:lnTo>
                      <a:pt x="226" y="167"/>
                    </a:lnTo>
                    <a:lnTo>
                      <a:pt x="0" y="15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9A9A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26" name="iṧľïḍe">
                <a:extLst>
                  <a:ext uri="{FF2B5EF4-FFF2-40B4-BE49-F238E27FC236}">
                    <a16:creationId xmlns:a16="http://schemas.microsoft.com/office/drawing/2014/main" id="{F9FC8C11-D17D-C06B-185C-83297487AA7F}"/>
                  </a:ext>
                </a:extLst>
              </p:cNvPr>
              <p:cNvSpPr/>
              <p:nvPr/>
            </p:nvSpPr>
            <p:spPr bwMode="auto">
              <a:xfrm>
                <a:off x="2628792" y="4814638"/>
                <a:ext cx="393030" cy="239548"/>
              </a:xfrm>
              <a:custGeom>
                <a:avLst/>
                <a:gdLst>
                  <a:gd name="T0" fmla="*/ 1588 w 274"/>
                  <a:gd name="T1" fmla="*/ 0 h 167"/>
                  <a:gd name="T2" fmla="*/ 1588 w 274"/>
                  <a:gd name="T3" fmla="*/ 0 h 167"/>
                  <a:gd name="T4" fmla="*/ 434975 w 274"/>
                  <a:gd name="T5" fmla="*/ 0 h 167"/>
                  <a:gd name="T6" fmla="*/ 434975 w 274"/>
                  <a:gd name="T7" fmla="*/ 0 h 167"/>
                  <a:gd name="T8" fmla="*/ 407988 w 274"/>
                  <a:gd name="T9" fmla="*/ 222250 h 167"/>
                  <a:gd name="T10" fmla="*/ 407988 w 274"/>
                  <a:gd name="T11" fmla="*/ 222250 h 167"/>
                  <a:gd name="T12" fmla="*/ 406400 w 274"/>
                  <a:gd name="T13" fmla="*/ 230188 h 167"/>
                  <a:gd name="T14" fmla="*/ 401638 w 274"/>
                  <a:gd name="T15" fmla="*/ 239713 h 167"/>
                  <a:gd name="T16" fmla="*/ 395288 w 274"/>
                  <a:gd name="T17" fmla="*/ 247650 h 167"/>
                  <a:gd name="T18" fmla="*/ 388938 w 274"/>
                  <a:gd name="T19" fmla="*/ 252413 h 167"/>
                  <a:gd name="T20" fmla="*/ 379413 w 274"/>
                  <a:gd name="T21" fmla="*/ 258763 h 167"/>
                  <a:gd name="T22" fmla="*/ 369888 w 274"/>
                  <a:gd name="T23" fmla="*/ 260350 h 167"/>
                  <a:gd name="T24" fmla="*/ 352425 w 274"/>
                  <a:gd name="T25" fmla="*/ 265113 h 167"/>
                  <a:gd name="T26" fmla="*/ 352425 w 274"/>
                  <a:gd name="T27" fmla="*/ 265113 h 167"/>
                  <a:gd name="T28" fmla="*/ 0 w 274"/>
                  <a:gd name="T29" fmla="*/ 247650 h 167"/>
                  <a:gd name="T30" fmla="*/ 0 w 274"/>
                  <a:gd name="T31" fmla="*/ 247650 h 167"/>
                  <a:gd name="T32" fmla="*/ 1588 w 274"/>
                  <a:gd name="T33" fmla="*/ 0 h 167"/>
                  <a:gd name="T34" fmla="*/ 1588 w 274"/>
                  <a:gd name="T35" fmla="*/ 0 h 16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274" h="167">
                    <a:moveTo>
                      <a:pt x="1" y="0"/>
                    </a:moveTo>
                    <a:lnTo>
                      <a:pt x="1" y="0"/>
                    </a:lnTo>
                    <a:lnTo>
                      <a:pt x="274" y="0"/>
                    </a:lnTo>
                    <a:lnTo>
                      <a:pt x="257" y="140"/>
                    </a:lnTo>
                    <a:lnTo>
                      <a:pt x="256" y="145"/>
                    </a:lnTo>
                    <a:lnTo>
                      <a:pt x="253" y="151"/>
                    </a:lnTo>
                    <a:lnTo>
                      <a:pt x="249" y="156"/>
                    </a:lnTo>
                    <a:lnTo>
                      <a:pt x="245" y="159"/>
                    </a:lnTo>
                    <a:lnTo>
                      <a:pt x="239" y="163"/>
                    </a:lnTo>
                    <a:lnTo>
                      <a:pt x="233" y="164"/>
                    </a:lnTo>
                    <a:lnTo>
                      <a:pt x="222" y="167"/>
                    </a:lnTo>
                    <a:lnTo>
                      <a:pt x="0" y="15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9B9B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27" name="î$1iḓé">
                <a:extLst>
                  <a:ext uri="{FF2B5EF4-FFF2-40B4-BE49-F238E27FC236}">
                    <a16:creationId xmlns:a16="http://schemas.microsoft.com/office/drawing/2014/main" id="{77090937-47EC-5539-8853-161FB0DE6389}"/>
                  </a:ext>
                </a:extLst>
              </p:cNvPr>
              <p:cNvSpPr/>
              <p:nvPr/>
            </p:nvSpPr>
            <p:spPr bwMode="auto">
              <a:xfrm>
                <a:off x="2634530" y="4814638"/>
                <a:ext cx="387292" cy="239548"/>
              </a:xfrm>
              <a:custGeom>
                <a:avLst/>
                <a:gdLst>
                  <a:gd name="T0" fmla="*/ 0 w 270"/>
                  <a:gd name="T1" fmla="*/ 0 h 167"/>
                  <a:gd name="T2" fmla="*/ 0 w 270"/>
                  <a:gd name="T3" fmla="*/ 0 h 167"/>
                  <a:gd name="T4" fmla="*/ 428625 w 270"/>
                  <a:gd name="T5" fmla="*/ 0 h 167"/>
                  <a:gd name="T6" fmla="*/ 428625 w 270"/>
                  <a:gd name="T7" fmla="*/ 0 h 167"/>
                  <a:gd name="T8" fmla="*/ 401638 w 270"/>
                  <a:gd name="T9" fmla="*/ 222250 h 167"/>
                  <a:gd name="T10" fmla="*/ 401638 w 270"/>
                  <a:gd name="T11" fmla="*/ 222250 h 167"/>
                  <a:gd name="T12" fmla="*/ 400050 w 270"/>
                  <a:gd name="T13" fmla="*/ 230188 h 167"/>
                  <a:gd name="T14" fmla="*/ 395288 w 270"/>
                  <a:gd name="T15" fmla="*/ 239713 h 167"/>
                  <a:gd name="T16" fmla="*/ 388938 w 270"/>
                  <a:gd name="T17" fmla="*/ 246063 h 167"/>
                  <a:gd name="T18" fmla="*/ 382588 w 270"/>
                  <a:gd name="T19" fmla="*/ 252413 h 167"/>
                  <a:gd name="T20" fmla="*/ 373063 w 270"/>
                  <a:gd name="T21" fmla="*/ 258763 h 167"/>
                  <a:gd name="T22" fmla="*/ 365125 w 270"/>
                  <a:gd name="T23" fmla="*/ 260350 h 167"/>
                  <a:gd name="T24" fmla="*/ 347663 w 270"/>
                  <a:gd name="T25" fmla="*/ 265113 h 167"/>
                  <a:gd name="T26" fmla="*/ 347663 w 270"/>
                  <a:gd name="T27" fmla="*/ 265113 h 167"/>
                  <a:gd name="T28" fmla="*/ 0 w 270"/>
                  <a:gd name="T29" fmla="*/ 247650 h 167"/>
                  <a:gd name="T30" fmla="*/ 0 w 270"/>
                  <a:gd name="T31" fmla="*/ 247650 h 167"/>
                  <a:gd name="T32" fmla="*/ 0 w 270"/>
                  <a:gd name="T33" fmla="*/ 0 h 167"/>
                  <a:gd name="T34" fmla="*/ 0 w 270"/>
                  <a:gd name="T35" fmla="*/ 0 h 16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270" h="167">
                    <a:moveTo>
                      <a:pt x="0" y="0"/>
                    </a:moveTo>
                    <a:lnTo>
                      <a:pt x="0" y="0"/>
                    </a:lnTo>
                    <a:lnTo>
                      <a:pt x="270" y="0"/>
                    </a:lnTo>
                    <a:lnTo>
                      <a:pt x="253" y="140"/>
                    </a:lnTo>
                    <a:lnTo>
                      <a:pt x="252" y="145"/>
                    </a:lnTo>
                    <a:lnTo>
                      <a:pt x="249" y="151"/>
                    </a:lnTo>
                    <a:lnTo>
                      <a:pt x="245" y="155"/>
                    </a:lnTo>
                    <a:lnTo>
                      <a:pt x="241" y="159"/>
                    </a:lnTo>
                    <a:lnTo>
                      <a:pt x="235" y="163"/>
                    </a:lnTo>
                    <a:lnTo>
                      <a:pt x="230" y="164"/>
                    </a:lnTo>
                    <a:lnTo>
                      <a:pt x="219" y="167"/>
                    </a:lnTo>
                    <a:lnTo>
                      <a:pt x="0" y="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C9C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28" name="îS1îďê">
                <a:extLst>
                  <a:ext uri="{FF2B5EF4-FFF2-40B4-BE49-F238E27FC236}">
                    <a16:creationId xmlns:a16="http://schemas.microsoft.com/office/drawing/2014/main" id="{742E6180-50A9-5481-EE83-E5EC7722FAAB}"/>
                  </a:ext>
                </a:extLst>
              </p:cNvPr>
              <p:cNvSpPr/>
              <p:nvPr/>
            </p:nvSpPr>
            <p:spPr bwMode="auto">
              <a:xfrm>
                <a:off x="2640267" y="4814638"/>
                <a:ext cx="381555" cy="239548"/>
              </a:xfrm>
              <a:custGeom>
                <a:avLst/>
                <a:gdLst>
                  <a:gd name="T0" fmla="*/ 0 w 266"/>
                  <a:gd name="T1" fmla="*/ 0 h 167"/>
                  <a:gd name="T2" fmla="*/ 0 w 266"/>
                  <a:gd name="T3" fmla="*/ 0 h 167"/>
                  <a:gd name="T4" fmla="*/ 422275 w 266"/>
                  <a:gd name="T5" fmla="*/ 0 h 167"/>
                  <a:gd name="T6" fmla="*/ 422275 w 266"/>
                  <a:gd name="T7" fmla="*/ 0 h 167"/>
                  <a:gd name="T8" fmla="*/ 395288 w 266"/>
                  <a:gd name="T9" fmla="*/ 222250 h 167"/>
                  <a:gd name="T10" fmla="*/ 395288 w 266"/>
                  <a:gd name="T11" fmla="*/ 222250 h 167"/>
                  <a:gd name="T12" fmla="*/ 393700 w 266"/>
                  <a:gd name="T13" fmla="*/ 230188 h 167"/>
                  <a:gd name="T14" fmla="*/ 388938 w 266"/>
                  <a:gd name="T15" fmla="*/ 239713 h 167"/>
                  <a:gd name="T16" fmla="*/ 382588 w 266"/>
                  <a:gd name="T17" fmla="*/ 246063 h 167"/>
                  <a:gd name="T18" fmla="*/ 376238 w 266"/>
                  <a:gd name="T19" fmla="*/ 252413 h 167"/>
                  <a:gd name="T20" fmla="*/ 358775 w 266"/>
                  <a:gd name="T21" fmla="*/ 260350 h 167"/>
                  <a:gd name="T22" fmla="*/ 341313 w 266"/>
                  <a:gd name="T23" fmla="*/ 265113 h 167"/>
                  <a:gd name="T24" fmla="*/ 341313 w 266"/>
                  <a:gd name="T25" fmla="*/ 265113 h 167"/>
                  <a:gd name="T26" fmla="*/ 0 w 266"/>
                  <a:gd name="T27" fmla="*/ 246063 h 167"/>
                  <a:gd name="T28" fmla="*/ 0 w 266"/>
                  <a:gd name="T29" fmla="*/ 246063 h 167"/>
                  <a:gd name="T30" fmla="*/ 0 w 266"/>
                  <a:gd name="T31" fmla="*/ 0 h 167"/>
                  <a:gd name="T32" fmla="*/ 0 w 266"/>
                  <a:gd name="T33" fmla="*/ 0 h 16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66" h="167">
                    <a:moveTo>
                      <a:pt x="0" y="0"/>
                    </a:moveTo>
                    <a:lnTo>
                      <a:pt x="0" y="0"/>
                    </a:lnTo>
                    <a:lnTo>
                      <a:pt x="266" y="0"/>
                    </a:lnTo>
                    <a:lnTo>
                      <a:pt x="249" y="140"/>
                    </a:lnTo>
                    <a:lnTo>
                      <a:pt x="248" y="145"/>
                    </a:lnTo>
                    <a:lnTo>
                      <a:pt x="245" y="151"/>
                    </a:lnTo>
                    <a:lnTo>
                      <a:pt x="241" y="155"/>
                    </a:lnTo>
                    <a:lnTo>
                      <a:pt x="237" y="159"/>
                    </a:lnTo>
                    <a:lnTo>
                      <a:pt x="226" y="164"/>
                    </a:lnTo>
                    <a:lnTo>
                      <a:pt x="215" y="167"/>
                    </a:lnTo>
                    <a:lnTo>
                      <a:pt x="0" y="1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C9C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29" name="iS1íḓê">
                <a:extLst>
                  <a:ext uri="{FF2B5EF4-FFF2-40B4-BE49-F238E27FC236}">
                    <a16:creationId xmlns:a16="http://schemas.microsoft.com/office/drawing/2014/main" id="{03E0CF46-CF3C-F2F4-8718-597FEB5642C2}"/>
                  </a:ext>
                </a:extLst>
              </p:cNvPr>
              <p:cNvSpPr/>
              <p:nvPr/>
            </p:nvSpPr>
            <p:spPr bwMode="auto">
              <a:xfrm>
                <a:off x="2643136" y="4814638"/>
                <a:ext cx="378686" cy="239548"/>
              </a:xfrm>
              <a:custGeom>
                <a:avLst/>
                <a:gdLst>
                  <a:gd name="T0" fmla="*/ 3175 w 264"/>
                  <a:gd name="T1" fmla="*/ 0 h 167"/>
                  <a:gd name="T2" fmla="*/ 3175 w 264"/>
                  <a:gd name="T3" fmla="*/ 0 h 167"/>
                  <a:gd name="T4" fmla="*/ 419100 w 264"/>
                  <a:gd name="T5" fmla="*/ 0 h 167"/>
                  <a:gd name="T6" fmla="*/ 419100 w 264"/>
                  <a:gd name="T7" fmla="*/ 0 h 167"/>
                  <a:gd name="T8" fmla="*/ 392113 w 264"/>
                  <a:gd name="T9" fmla="*/ 222250 h 167"/>
                  <a:gd name="T10" fmla="*/ 392113 w 264"/>
                  <a:gd name="T11" fmla="*/ 222250 h 167"/>
                  <a:gd name="T12" fmla="*/ 390525 w 264"/>
                  <a:gd name="T13" fmla="*/ 230188 h 167"/>
                  <a:gd name="T14" fmla="*/ 385763 w 264"/>
                  <a:gd name="T15" fmla="*/ 239713 h 167"/>
                  <a:gd name="T16" fmla="*/ 379413 w 264"/>
                  <a:gd name="T17" fmla="*/ 246063 h 167"/>
                  <a:gd name="T18" fmla="*/ 373063 w 264"/>
                  <a:gd name="T19" fmla="*/ 252413 h 167"/>
                  <a:gd name="T20" fmla="*/ 355600 w 264"/>
                  <a:gd name="T21" fmla="*/ 260350 h 167"/>
                  <a:gd name="T22" fmla="*/ 338138 w 264"/>
                  <a:gd name="T23" fmla="*/ 265113 h 167"/>
                  <a:gd name="T24" fmla="*/ 338138 w 264"/>
                  <a:gd name="T25" fmla="*/ 265113 h 167"/>
                  <a:gd name="T26" fmla="*/ 0 w 264"/>
                  <a:gd name="T27" fmla="*/ 242888 h 167"/>
                  <a:gd name="T28" fmla="*/ 0 w 264"/>
                  <a:gd name="T29" fmla="*/ 242888 h 167"/>
                  <a:gd name="T30" fmla="*/ 3175 w 264"/>
                  <a:gd name="T31" fmla="*/ 0 h 167"/>
                  <a:gd name="T32" fmla="*/ 3175 w 264"/>
                  <a:gd name="T33" fmla="*/ 0 h 16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64" h="167">
                    <a:moveTo>
                      <a:pt x="2" y="0"/>
                    </a:moveTo>
                    <a:lnTo>
                      <a:pt x="2" y="0"/>
                    </a:lnTo>
                    <a:lnTo>
                      <a:pt x="264" y="0"/>
                    </a:lnTo>
                    <a:lnTo>
                      <a:pt x="247" y="140"/>
                    </a:lnTo>
                    <a:lnTo>
                      <a:pt x="246" y="145"/>
                    </a:lnTo>
                    <a:lnTo>
                      <a:pt x="243" y="151"/>
                    </a:lnTo>
                    <a:lnTo>
                      <a:pt x="239" y="155"/>
                    </a:lnTo>
                    <a:lnTo>
                      <a:pt x="235" y="159"/>
                    </a:lnTo>
                    <a:lnTo>
                      <a:pt x="224" y="164"/>
                    </a:lnTo>
                    <a:lnTo>
                      <a:pt x="213" y="167"/>
                    </a:lnTo>
                    <a:lnTo>
                      <a:pt x="0" y="153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9D9D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30" name="îṥḻíḑê">
                <a:extLst>
                  <a:ext uri="{FF2B5EF4-FFF2-40B4-BE49-F238E27FC236}">
                    <a16:creationId xmlns:a16="http://schemas.microsoft.com/office/drawing/2014/main" id="{37245EC4-3C3F-13CA-2AFE-5EF3599DCC10}"/>
                  </a:ext>
                </a:extLst>
              </p:cNvPr>
              <p:cNvSpPr/>
              <p:nvPr/>
            </p:nvSpPr>
            <p:spPr bwMode="auto">
              <a:xfrm>
                <a:off x="2648874" y="4814638"/>
                <a:ext cx="372948" cy="239548"/>
              </a:xfrm>
              <a:custGeom>
                <a:avLst/>
                <a:gdLst>
                  <a:gd name="T0" fmla="*/ 3175 w 260"/>
                  <a:gd name="T1" fmla="*/ 0 h 167"/>
                  <a:gd name="T2" fmla="*/ 3175 w 260"/>
                  <a:gd name="T3" fmla="*/ 0 h 167"/>
                  <a:gd name="T4" fmla="*/ 412750 w 260"/>
                  <a:gd name="T5" fmla="*/ 0 h 167"/>
                  <a:gd name="T6" fmla="*/ 412750 w 260"/>
                  <a:gd name="T7" fmla="*/ 0 h 167"/>
                  <a:gd name="T8" fmla="*/ 385763 w 260"/>
                  <a:gd name="T9" fmla="*/ 222250 h 167"/>
                  <a:gd name="T10" fmla="*/ 385763 w 260"/>
                  <a:gd name="T11" fmla="*/ 222250 h 167"/>
                  <a:gd name="T12" fmla="*/ 384175 w 260"/>
                  <a:gd name="T13" fmla="*/ 230188 h 167"/>
                  <a:gd name="T14" fmla="*/ 379413 w 260"/>
                  <a:gd name="T15" fmla="*/ 239713 h 167"/>
                  <a:gd name="T16" fmla="*/ 373063 w 260"/>
                  <a:gd name="T17" fmla="*/ 246063 h 167"/>
                  <a:gd name="T18" fmla="*/ 366713 w 260"/>
                  <a:gd name="T19" fmla="*/ 252413 h 167"/>
                  <a:gd name="T20" fmla="*/ 349250 w 260"/>
                  <a:gd name="T21" fmla="*/ 260350 h 167"/>
                  <a:gd name="T22" fmla="*/ 331788 w 260"/>
                  <a:gd name="T23" fmla="*/ 265113 h 167"/>
                  <a:gd name="T24" fmla="*/ 331788 w 260"/>
                  <a:gd name="T25" fmla="*/ 265113 h 167"/>
                  <a:gd name="T26" fmla="*/ 0 w 260"/>
                  <a:gd name="T27" fmla="*/ 241300 h 167"/>
                  <a:gd name="T28" fmla="*/ 0 w 260"/>
                  <a:gd name="T29" fmla="*/ 241300 h 167"/>
                  <a:gd name="T30" fmla="*/ 3175 w 260"/>
                  <a:gd name="T31" fmla="*/ 0 h 167"/>
                  <a:gd name="T32" fmla="*/ 3175 w 260"/>
                  <a:gd name="T33" fmla="*/ 0 h 16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60" h="167">
                    <a:moveTo>
                      <a:pt x="2" y="0"/>
                    </a:moveTo>
                    <a:lnTo>
                      <a:pt x="2" y="0"/>
                    </a:lnTo>
                    <a:lnTo>
                      <a:pt x="260" y="0"/>
                    </a:lnTo>
                    <a:lnTo>
                      <a:pt x="243" y="140"/>
                    </a:lnTo>
                    <a:lnTo>
                      <a:pt x="242" y="145"/>
                    </a:lnTo>
                    <a:lnTo>
                      <a:pt x="239" y="151"/>
                    </a:lnTo>
                    <a:lnTo>
                      <a:pt x="235" y="155"/>
                    </a:lnTo>
                    <a:lnTo>
                      <a:pt x="231" y="159"/>
                    </a:lnTo>
                    <a:lnTo>
                      <a:pt x="220" y="164"/>
                    </a:lnTo>
                    <a:lnTo>
                      <a:pt x="209" y="167"/>
                    </a:lnTo>
                    <a:lnTo>
                      <a:pt x="0" y="15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9D9D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31" name="íṣľídè">
                <a:extLst>
                  <a:ext uri="{FF2B5EF4-FFF2-40B4-BE49-F238E27FC236}">
                    <a16:creationId xmlns:a16="http://schemas.microsoft.com/office/drawing/2014/main" id="{6E7C4E35-99A0-9534-42E9-553A33E80E06}"/>
                  </a:ext>
                </a:extLst>
              </p:cNvPr>
              <p:cNvSpPr/>
              <p:nvPr/>
            </p:nvSpPr>
            <p:spPr bwMode="auto">
              <a:xfrm>
                <a:off x="2656046" y="4814638"/>
                <a:ext cx="365777" cy="239548"/>
              </a:xfrm>
              <a:custGeom>
                <a:avLst/>
                <a:gdLst>
                  <a:gd name="T0" fmla="*/ 1588 w 255"/>
                  <a:gd name="T1" fmla="*/ 0 h 167"/>
                  <a:gd name="T2" fmla="*/ 1588 w 255"/>
                  <a:gd name="T3" fmla="*/ 0 h 167"/>
                  <a:gd name="T4" fmla="*/ 404813 w 255"/>
                  <a:gd name="T5" fmla="*/ 0 h 167"/>
                  <a:gd name="T6" fmla="*/ 404813 w 255"/>
                  <a:gd name="T7" fmla="*/ 0 h 167"/>
                  <a:gd name="T8" fmla="*/ 377825 w 255"/>
                  <a:gd name="T9" fmla="*/ 222250 h 167"/>
                  <a:gd name="T10" fmla="*/ 377825 w 255"/>
                  <a:gd name="T11" fmla="*/ 222250 h 167"/>
                  <a:gd name="T12" fmla="*/ 376238 w 255"/>
                  <a:gd name="T13" fmla="*/ 230188 h 167"/>
                  <a:gd name="T14" fmla="*/ 371475 w 255"/>
                  <a:gd name="T15" fmla="*/ 239713 h 167"/>
                  <a:gd name="T16" fmla="*/ 365125 w 255"/>
                  <a:gd name="T17" fmla="*/ 246063 h 167"/>
                  <a:gd name="T18" fmla="*/ 358775 w 255"/>
                  <a:gd name="T19" fmla="*/ 252413 h 167"/>
                  <a:gd name="T20" fmla="*/ 341313 w 255"/>
                  <a:gd name="T21" fmla="*/ 260350 h 167"/>
                  <a:gd name="T22" fmla="*/ 325438 w 255"/>
                  <a:gd name="T23" fmla="*/ 265113 h 167"/>
                  <a:gd name="T24" fmla="*/ 325438 w 255"/>
                  <a:gd name="T25" fmla="*/ 265113 h 167"/>
                  <a:gd name="T26" fmla="*/ 0 w 255"/>
                  <a:gd name="T27" fmla="*/ 239713 h 167"/>
                  <a:gd name="T28" fmla="*/ 0 w 255"/>
                  <a:gd name="T29" fmla="*/ 239713 h 167"/>
                  <a:gd name="T30" fmla="*/ 1588 w 255"/>
                  <a:gd name="T31" fmla="*/ 0 h 167"/>
                  <a:gd name="T32" fmla="*/ 1588 w 255"/>
                  <a:gd name="T33" fmla="*/ 0 h 16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55" h="167">
                    <a:moveTo>
                      <a:pt x="1" y="0"/>
                    </a:moveTo>
                    <a:lnTo>
                      <a:pt x="1" y="0"/>
                    </a:lnTo>
                    <a:lnTo>
                      <a:pt x="255" y="0"/>
                    </a:lnTo>
                    <a:lnTo>
                      <a:pt x="238" y="140"/>
                    </a:lnTo>
                    <a:lnTo>
                      <a:pt x="237" y="145"/>
                    </a:lnTo>
                    <a:lnTo>
                      <a:pt x="234" y="151"/>
                    </a:lnTo>
                    <a:lnTo>
                      <a:pt x="230" y="155"/>
                    </a:lnTo>
                    <a:lnTo>
                      <a:pt x="226" y="159"/>
                    </a:lnTo>
                    <a:lnTo>
                      <a:pt x="215" y="164"/>
                    </a:lnTo>
                    <a:lnTo>
                      <a:pt x="205" y="167"/>
                    </a:lnTo>
                    <a:lnTo>
                      <a:pt x="0" y="15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9E9E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32" name="ïšlïḑé">
                <a:extLst>
                  <a:ext uri="{FF2B5EF4-FFF2-40B4-BE49-F238E27FC236}">
                    <a16:creationId xmlns:a16="http://schemas.microsoft.com/office/drawing/2014/main" id="{10D741E2-85A4-F458-34B5-AD5A5BD2F962}"/>
                  </a:ext>
                </a:extLst>
              </p:cNvPr>
              <p:cNvSpPr/>
              <p:nvPr/>
            </p:nvSpPr>
            <p:spPr bwMode="auto">
              <a:xfrm>
                <a:off x="2661784" y="4814638"/>
                <a:ext cx="360039" cy="239548"/>
              </a:xfrm>
              <a:custGeom>
                <a:avLst/>
                <a:gdLst>
                  <a:gd name="T0" fmla="*/ 1588 w 251"/>
                  <a:gd name="T1" fmla="*/ 0 h 167"/>
                  <a:gd name="T2" fmla="*/ 1588 w 251"/>
                  <a:gd name="T3" fmla="*/ 0 h 167"/>
                  <a:gd name="T4" fmla="*/ 398463 w 251"/>
                  <a:gd name="T5" fmla="*/ 0 h 167"/>
                  <a:gd name="T6" fmla="*/ 398463 w 251"/>
                  <a:gd name="T7" fmla="*/ 0 h 167"/>
                  <a:gd name="T8" fmla="*/ 371475 w 251"/>
                  <a:gd name="T9" fmla="*/ 222250 h 167"/>
                  <a:gd name="T10" fmla="*/ 371475 w 251"/>
                  <a:gd name="T11" fmla="*/ 222250 h 167"/>
                  <a:gd name="T12" fmla="*/ 369888 w 251"/>
                  <a:gd name="T13" fmla="*/ 230188 h 167"/>
                  <a:gd name="T14" fmla="*/ 365125 w 251"/>
                  <a:gd name="T15" fmla="*/ 239713 h 167"/>
                  <a:gd name="T16" fmla="*/ 358775 w 251"/>
                  <a:gd name="T17" fmla="*/ 246063 h 167"/>
                  <a:gd name="T18" fmla="*/ 352425 w 251"/>
                  <a:gd name="T19" fmla="*/ 252413 h 167"/>
                  <a:gd name="T20" fmla="*/ 336550 w 251"/>
                  <a:gd name="T21" fmla="*/ 260350 h 167"/>
                  <a:gd name="T22" fmla="*/ 319088 w 251"/>
                  <a:gd name="T23" fmla="*/ 265113 h 167"/>
                  <a:gd name="T24" fmla="*/ 319088 w 251"/>
                  <a:gd name="T25" fmla="*/ 265113 h 167"/>
                  <a:gd name="T26" fmla="*/ 0 w 251"/>
                  <a:gd name="T27" fmla="*/ 236538 h 167"/>
                  <a:gd name="T28" fmla="*/ 0 w 251"/>
                  <a:gd name="T29" fmla="*/ 236538 h 167"/>
                  <a:gd name="T30" fmla="*/ 1588 w 251"/>
                  <a:gd name="T31" fmla="*/ 0 h 167"/>
                  <a:gd name="T32" fmla="*/ 1588 w 251"/>
                  <a:gd name="T33" fmla="*/ 0 h 16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51" h="167">
                    <a:moveTo>
                      <a:pt x="1" y="0"/>
                    </a:moveTo>
                    <a:lnTo>
                      <a:pt x="1" y="0"/>
                    </a:lnTo>
                    <a:lnTo>
                      <a:pt x="251" y="0"/>
                    </a:lnTo>
                    <a:lnTo>
                      <a:pt x="234" y="140"/>
                    </a:lnTo>
                    <a:lnTo>
                      <a:pt x="233" y="145"/>
                    </a:lnTo>
                    <a:lnTo>
                      <a:pt x="230" y="151"/>
                    </a:lnTo>
                    <a:lnTo>
                      <a:pt x="226" y="155"/>
                    </a:lnTo>
                    <a:lnTo>
                      <a:pt x="222" y="159"/>
                    </a:lnTo>
                    <a:lnTo>
                      <a:pt x="212" y="164"/>
                    </a:lnTo>
                    <a:lnTo>
                      <a:pt x="201" y="167"/>
                    </a:lnTo>
                    <a:lnTo>
                      <a:pt x="0" y="14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9F9F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33" name="îṣḻîḑé">
                <a:extLst>
                  <a:ext uri="{FF2B5EF4-FFF2-40B4-BE49-F238E27FC236}">
                    <a16:creationId xmlns:a16="http://schemas.microsoft.com/office/drawing/2014/main" id="{982F0FBD-7AFD-A7A2-8BFE-9BCE7DDC05DB}"/>
                  </a:ext>
                </a:extLst>
              </p:cNvPr>
              <p:cNvSpPr/>
              <p:nvPr/>
            </p:nvSpPr>
            <p:spPr bwMode="auto">
              <a:xfrm>
                <a:off x="2664653" y="4814638"/>
                <a:ext cx="357170" cy="238113"/>
              </a:xfrm>
              <a:custGeom>
                <a:avLst/>
                <a:gdLst>
                  <a:gd name="T0" fmla="*/ 3175 w 249"/>
                  <a:gd name="T1" fmla="*/ 0 h 166"/>
                  <a:gd name="T2" fmla="*/ 3175 w 249"/>
                  <a:gd name="T3" fmla="*/ 0 h 166"/>
                  <a:gd name="T4" fmla="*/ 395288 w 249"/>
                  <a:gd name="T5" fmla="*/ 0 h 166"/>
                  <a:gd name="T6" fmla="*/ 395288 w 249"/>
                  <a:gd name="T7" fmla="*/ 0 h 166"/>
                  <a:gd name="T8" fmla="*/ 368300 w 249"/>
                  <a:gd name="T9" fmla="*/ 222250 h 166"/>
                  <a:gd name="T10" fmla="*/ 368300 w 249"/>
                  <a:gd name="T11" fmla="*/ 222250 h 166"/>
                  <a:gd name="T12" fmla="*/ 366713 w 249"/>
                  <a:gd name="T13" fmla="*/ 230188 h 166"/>
                  <a:gd name="T14" fmla="*/ 361950 w 249"/>
                  <a:gd name="T15" fmla="*/ 239713 h 166"/>
                  <a:gd name="T16" fmla="*/ 357188 w 249"/>
                  <a:gd name="T17" fmla="*/ 246063 h 166"/>
                  <a:gd name="T18" fmla="*/ 349250 w 249"/>
                  <a:gd name="T19" fmla="*/ 252413 h 166"/>
                  <a:gd name="T20" fmla="*/ 333375 w 249"/>
                  <a:gd name="T21" fmla="*/ 260350 h 166"/>
                  <a:gd name="T22" fmla="*/ 315913 w 249"/>
                  <a:gd name="T23" fmla="*/ 263525 h 166"/>
                  <a:gd name="T24" fmla="*/ 315913 w 249"/>
                  <a:gd name="T25" fmla="*/ 263525 h 166"/>
                  <a:gd name="T26" fmla="*/ 0 w 249"/>
                  <a:gd name="T27" fmla="*/ 234950 h 166"/>
                  <a:gd name="T28" fmla="*/ 0 w 249"/>
                  <a:gd name="T29" fmla="*/ 234950 h 166"/>
                  <a:gd name="T30" fmla="*/ 3175 w 249"/>
                  <a:gd name="T31" fmla="*/ 0 h 166"/>
                  <a:gd name="T32" fmla="*/ 3175 w 249"/>
                  <a:gd name="T33" fmla="*/ 0 h 16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49" h="166">
                    <a:moveTo>
                      <a:pt x="2" y="0"/>
                    </a:moveTo>
                    <a:lnTo>
                      <a:pt x="2" y="0"/>
                    </a:lnTo>
                    <a:lnTo>
                      <a:pt x="249" y="0"/>
                    </a:lnTo>
                    <a:lnTo>
                      <a:pt x="232" y="140"/>
                    </a:lnTo>
                    <a:lnTo>
                      <a:pt x="231" y="145"/>
                    </a:lnTo>
                    <a:lnTo>
                      <a:pt x="228" y="151"/>
                    </a:lnTo>
                    <a:lnTo>
                      <a:pt x="225" y="155"/>
                    </a:lnTo>
                    <a:lnTo>
                      <a:pt x="220" y="159"/>
                    </a:lnTo>
                    <a:lnTo>
                      <a:pt x="210" y="164"/>
                    </a:lnTo>
                    <a:lnTo>
                      <a:pt x="199" y="166"/>
                    </a:lnTo>
                    <a:lnTo>
                      <a:pt x="0" y="148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9F9F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34" name="ïšḻíďe">
                <a:extLst>
                  <a:ext uri="{FF2B5EF4-FFF2-40B4-BE49-F238E27FC236}">
                    <a16:creationId xmlns:a16="http://schemas.microsoft.com/office/drawing/2014/main" id="{2904B185-9CEB-38A8-7D13-06AD4FB90344}"/>
                  </a:ext>
                </a:extLst>
              </p:cNvPr>
              <p:cNvSpPr/>
              <p:nvPr/>
            </p:nvSpPr>
            <p:spPr bwMode="auto">
              <a:xfrm>
                <a:off x="2670391" y="4814638"/>
                <a:ext cx="351432" cy="238113"/>
              </a:xfrm>
              <a:custGeom>
                <a:avLst/>
                <a:gdLst>
                  <a:gd name="T0" fmla="*/ 3175 w 245"/>
                  <a:gd name="T1" fmla="*/ 0 h 166"/>
                  <a:gd name="T2" fmla="*/ 3175 w 245"/>
                  <a:gd name="T3" fmla="*/ 0 h 166"/>
                  <a:gd name="T4" fmla="*/ 388938 w 245"/>
                  <a:gd name="T5" fmla="*/ 0 h 166"/>
                  <a:gd name="T6" fmla="*/ 388938 w 245"/>
                  <a:gd name="T7" fmla="*/ 0 h 166"/>
                  <a:gd name="T8" fmla="*/ 361950 w 245"/>
                  <a:gd name="T9" fmla="*/ 222250 h 166"/>
                  <a:gd name="T10" fmla="*/ 361950 w 245"/>
                  <a:gd name="T11" fmla="*/ 222250 h 166"/>
                  <a:gd name="T12" fmla="*/ 360363 w 245"/>
                  <a:gd name="T13" fmla="*/ 230188 h 166"/>
                  <a:gd name="T14" fmla="*/ 355600 w 245"/>
                  <a:gd name="T15" fmla="*/ 239713 h 166"/>
                  <a:gd name="T16" fmla="*/ 350838 w 245"/>
                  <a:gd name="T17" fmla="*/ 246063 h 166"/>
                  <a:gd name="T18" fmla="*/ 342900 w 245"/>
                  <a:gd name="T19" fmla="*/ 252413 h 166"/>
                  <a:gd name="T20" fmla="*/ 327025 w 245"/>
                  <a:gd name="T21" fmla="*/ 258763 h 166"/>
                  <a:gd name="T22" fmla="*/ 309563 w 245"/>
                  <a:gd name="T23" fmla="*/ 263525 h 166"/>
                  <a:gd name="T24" fmla="*/ 309563 w 245"/>
                  <a:gd name="T25" fmla="*/ 263525 h 166"/>
                  <a:gd name="T26" fmla="*/ 0 w 245"/>
                  <a:gd name="T27" fmla="*/ 234950 h 166"/>
                  <a:gd name="T28" fmla="*/ 0 w 245"/>
                  <a:gd name="T29" fmla="*/ 234950 h 166"/>
                  <a:gd name="T30" fmla="*/ 3175 w 245"/>
                  <a:gd name="T31" fmla="*/ 0 h 166"/>
                  <a:gd name="T32" fmla="*/ 3175 w 245"/>
                  <a:gd name="T33" fmla="*/ 0 h 16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45" h="166">
                    <a:moveTo>
                      <a:pt x="2" y="0"/>
                    </a:moveTo>
                    <a:lnTo>
                      <a:pt x="2" y="0"/>
                    </a:lnTo>
                    <a:lnTo>
                      <a:pt x="245" y="0"/>
                    </a:lnTo>
                    <a:lnTo>
                      <a:pt x="228" y="140"/>
                    </a:lnTo>
                    <a:lnTo>
                      <a:pt x="227" y="145"/>
                    </a:lnTo>
                    <a:lnTo>
                      <a:pt x="224" y="151"/>
                    </a:lnTo>
                    <a:lnTo>
                      <a:pt x="221" y="155"/>
                    </a:lnTo>
                    <a:lnTo>
                      <a:pt x="216" y="159"/>
                    </a:lnTo>
                    <a:lnTo>
                      <a:pt x="206" y="163"/>
                    </a:lnTo>
                    <a:lnTo>
                      <a:pt x="195" y="166"/>
                    </a:lnTo>
                    <a:lnTo>
                      <a:pt x="0" y="148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A0A0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35" name="îṧḻídê">
                <a:extLst>
                  <a:ext uri="{FF2B5EF4-FFF2-40B4-BE49-F238E27FC236}">
                    <a16:creationId xmlns:a16="http://schemas.microsoft.com/office/drawing/2014/main" id="{308A3A5E-B5C5-0C5E-5F02-EA7990D010C9}"/>
                  </a:ext>
                </a:extLst>
              </p:cNvPr>
              <p:cNvSpPr/>
              <p:nvPr/>
            </p:nvSpPr>
            <p:spPr bwMode="auto">
              <a:xfrm>
                <a:off x="2676128" y="4814638"/>
                <a:ext cx="345695" cy="238113"/>
              </a:xfrm>
              <a:custGeom>
                <a:avLst/>
                <a:gdLst>
                  <a:gd name="T0" fmla="*/ 3175 w 241"/>
                  <a:gd name="T1" fmla="*/ 0 h 166"/>
                  <a:gd name="T2" fmla="*/ 3175 w 241"/>
                  <a:gd name="T3" fmla="*/ 0 h 166"/>
                  <a:gd name="T4" fmla="*/ 382588 w 241"/>
                  <a:gd name="T5" fmla="*/ 0 h 166"/>
                  <a:gd name="T6" fmla="*/ 382588 w 241"/>
                  <a:gd name="T7" fmla="*/ 0 h 166"/>
                  <a:gd name="T8" fmla="*/ 355600 w 241"/>
                  <a:gd name="T9" fmla="*/ 222250 h 166"/>
                  <a:gd name="T10" fmla="*/ 355600 w 241"/>
                  <a:gd name="T11" fmla="*/ 222250 h 166"/>
                  <a:gd name="T12" fmla="*/ 354013 w 241"/>
                  <a:gd name="T13" fmla="*/ 230188 h 166"/>
                  <a:gd name="T14" fmla="*/ 349250 w 241"/>
                  <a:gd name="T15" fmla="*/ 239713 h 166"/>
                  <a:gd name="T16" fmla="*/ 344488 w 241"/>
                  <a:gd name="T17" fmla="*/ 246063 h 166"/>
                  <a:gd name="T18" fmla="*/ 336550 w 241"/>
                  <a:gd name="T19" fmla="*/ 249238 h 166"/>
                  <a:gd name="T20" fmla="*/ 320675 w 241"/>
                  <a:gd name="T21" fmla="*/ 258763 h 166"/>
                  <a:gd name="T22" fmla="*/ 306388 w 241"/>
                  <a:gd name="T23" fmla="*/ 263525 h 166"/>
                  <a:gd name="T24" fmla="*/ 306388 w 241"/>
                  <a:gd name="T25" fmla="*/ 263525 h 166"/>
                  <a:gd name="T26" fmla="*/ 0 w 241"/>
                  <a:gd name="T27" fmla="*/ 233363 h 166"/>
                  <a:gd name="T28" fmla="*/ 0 w 241"/>
                  <a:gd name="T29" fmla="*/ 233363 h 166"/>
                  <a:gd name="T30" fmla="*/ 3175 w 241"/>
                  <a:gd name="T31" fmla="*/ 0 h 166"/>
                  <a:gd name="T32" fmla="*/ 3175 w 241"/>
                  <a:gd name="T33" fmla="*/ 0 h 16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41" h="166">
                    <a:moveTo>
                      <a:pt x="2" y="0"/>
                    </a:moveTo>
                    <a:lnTo>
                      <a:pt x="2" y="0"/>
                    </a:lnTo>
                    <a:lnTo>
                      <a:pt x="241" y="0"/>
                    </a:lnTo>
                    <a:lnTo>
                      <a:pt x="224" y="140"/>
                    </a:lnTo>
                    <a:lnTo>
                      <a:pt x="223" y="145"/>
                    </a:lnTo>
                    <a:lnTo>
                      <a:pt x="220" y="151"/>
                    </a:lnTo>
                    <a:lnTo>
                      <a:pt x="217" y="155"/>
                    </a:lnTo>
                    <a:lnTo>
                      <a:pt x="212" y="157"/>
                    </a:lnTo>
                    <a:lnTo>
                      <a:pt x="202" y="163"/>
                    </a:lnTo>
                    <a:lnTo>
                      <a:pt x="193" y="166"/>
                    </a:lnTo>
                    <a:lnTo>
                      <a:pt x="0" y="147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A1A1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36" name="iśļiḑe">
                <a:extLst>
                  <a:ext uri="{FF2B5EF4-FFF2-40B4-BE49-F238E27FC236}">
                    <a16:creationId xmlns:a16="http://schemas.microsoft.com/office/drawing/2014/main" id="{0C4C8169-3FC7-6D00-EDAB-1184DBCF99D2}"/>
                  </a:ext>
                </a:extLst>
              </p:cNvPr>
              <p:cNvSpPr/>
              <p:nvPr/>
            </p:nvSpPr>
            <p:spPr bwMode="auto">
              <a:xfrm>
                <a:off x="2683300" y="4814638"/>
                <a:ext cx="338522" cy="238113"/>
              </a:xfrm>
              <a:custGeom>
                <a:avLst/>
                <a:gdLst>
                  <a:gd name="T0" fmla="*/ 1588 w 236"/>
                  <a:gd name="T1" fmla="*/ 0 h 166"/>
                  <a:gd name="T2" fmla="*/ 1588 w 236"/>
                  <a:gd name="T3" fmla="*/ 0 h 166"/>
                  <a:gd name="T4" fmla="*/ 374650 w 236"/>
                  <a:gd name="T5" fmla="*/ 0 h 166"/>
                  <a:gd name="T6" fmla="*/ 374650 w 236"/>
                  <a:gd name="T7" fmla="*/ 0 h 166"/>
                  <a:gd name="T8" fmla="*/ 347663 w 236"/>
                  <a:gd name="T9" fmla="*/ 222250 h 166"/>
                  <a:gd name="T10" fmla="*/ 347663 w 236"/>
                  <a:gd name="T11" fmla="*/ 222250 h 166"/>
                  <a:gd name="T12" fmla="*/ 346075 w 236"/>
                  <a:gd name="T13" fmla="*/ 230188 h 166"/>
                  <a:gd name="T14" fmla="*/ 341313 w 236"/>
                  <a:gd name="T15" fmla="*/ 239713 h 166"/>
                  <a:gd name="T16" fmla="*/ 336550 w 236"/>
                  <a:gd name="T17" fmla="*/ 246063 h 166"/>
                  <a:gd name="T18" fmla="*/ 330200 w 236"/>
                  <a:gd name="T19" fmla="*/ 249238 h 166"/>
                  <a:gd name="T20" fmla="*/ 312738 w 236"/>
                  <a:gd name="T21" fmla="*/ 258763 h 166"/>
                  <a:gd name="T22" fmla="*/ 298450 w 236"/>
                  <a:gd name="T23" fmla="*/ 263525 h 166"/>
                  <a:gd name="T24" fmla="*/ 298450 w 236"/>
                  <a:gd name="T25" fmla="*/ 263525 h 166"/>
                  <a:gd name="T26" fmla="*/ 0 w 236"/>
                  <a:gd name="T27" fmla="*/ 230188 h 166"/>
                  <a:gd name="T28" fmla="*/ 0 w 236"/>
                  <a:gd name="T29" fmla="*/ 230188 h 166"/>
                  <a:gd name="T30" fmla="*/ 1588 w 236"/>
                  <a:gd name="T31" fmla="*/ 0 h 166"/>
                  <a:gd name="T32" fmla="*/ 1588 w 236"/>
                  <a:gd name="T33" fmla="*/ 0 h 16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36" h="166">
                    <a:moveTo>
                      <a:pt x="1" y="0"/>
                    </a:moveTo>
                    <a:lnTo>
                      <a:pt x="1" y="0"/>
                    </a:lnTo>
                    <a:lnTo>
                      <a:pt x="236" y="0"/>
                    </a:lnTo>
                    <a:lnTo>
                      <a:pt x="219" y="140"/>
                    </a:lnTo>
                    <a:lnTo>
                      <a:pt x="218" y="145"/>
                    </a:lnTo>
                    <a:lnTo>
                      <a:pt x="215" y="151"/>
                    </a:lnTo>
                    <a:lnTo>
                      <a:pt x="212" y="155"/>
                    </a:lnTo>
                    <a:lnTo>
                      <a:pt x="208" y="157"/>
                    </a:lnTo>
                    <a:lnTo>
                      <a:pt x="197" y="163"/>
                    </a:lnTo>
                    <a:lnTo>
                      <a:pt x="188" y="166"/>
                    </a:lnTo>
                    <a:lnTo>
                      <a:pt x="0" y="14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A1A1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37" name="is1ïḑe">
                <a:extLst>
                  <a:ext uri="{FF2B5EF4-FFF2-40B4-BE49-F238E27FC236}">
                    <a16:creationId xmlns:a16="http://schemas.microsoft.com/office/drawing/2014/main" id="{D6135B9E-9655-1CEF-FCD1-3CEAE2FA6F5A}"/>
                  </a:ext>
                </a:extLst>
              </p:cNvPr>
              <p:cNvSpPr/>
              <p:nvPr/>
            </p:nvSpPr>
            <p:spPr bwMode="auto">
              <a:xfrm>
                <a:off x="2689038" y="4814638"/>
                <a:ext cx="332784" cy="238113"/>
              </a:xfrm>
              <a:custGeom>
                <a:avLst/>
                <a:gdLst>
                  <a:gd name="T0" fmla="*/ 1588 w 232"/>
                  <a:gd name="T1" fmla="*/ 0 h 166"/>
                  <a:gd name="T2" fmla="*/ 1588 w 232"/>
                  <a:gd name="T3" fmla="*/ 0 h 166"/>
                  <a:gd name="T4" fmla="*/ 368300 w 232"/>
                  <a:gd name="T5" fmla="*/ 0 h 166"/>
                  <a:gd name="T6" fmla="*/ 368300 w 232"/>
                  <a:gd name="T7" fmla="*/ 0 h 166"/>
                  <a:gd name="T8" fmla="*/ 341313 w 232"/>
                  <a:gd name="T9" fmla="*/ 222250 h 166"/>
                  <a:gd name="T10" fmla="*/ 341313 w 232"/>
                  <a:gd name="T11" fmla="*/ 222250 h 166"/>
                  <a:gd name="T12" fmla="*/ 339725 w 232"/>
                  <a:gd name="T13" fmla="*/ 230188 h 166"/>
                  <a:gd name="T14" fmla="*/ 334963 w 232"/>
                  <a:gd name="T15" fmla="*/ 239713 h 166"/>
                  <a:gd name="T16" fmla="*/ 330200 w 232"/>
                  <a:gd name="T17" fmla="*/ 246063 h 166"/>
                  <a:gd name="T18" fmla="*/ 323850 w 232"/>
                  <a:gd name="T19" fmla="*/ 249238 h 166"/>
                  <a:gd name="T20" fmla="*/ 309563 w 232"/>
                  <a:gd name="T21" fmla="*/ 258763 h 166"/>
                  <a:gd name="T22" fmla="*/ 292100 w 232"/>
                  <a:gd name="T23" fmla="*/ 263525 h 166"/>
                  <a:gd name="T24" fmla="*/ 292100 w 232"/>
                  <a:gd name="T25" fmla="*/ 263525 h 166"/>
                  <a:gd name="T26" fmla="*/ 0 w 232"/>
                  <a:gd name="T27" fmla="*/ 228600 h 166"/>
                  <a:gd name="T28" fmla="*/ 0 w 232"/>
                  <a:gd name="T29" fmla="*/ 228600 h 166"/>
                  <a:gd name="T30" fmla="*/ 1588 w 232"/>
                  <a:gd name="T31" fmla="*/ 0 h 166"/>
                  <a:gd name="T32" fmla="*/ 1588 w 232"/>
                  <a:gd name="T33" fmla="*/ 0 h 16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32" h="166">
                    <a:moveTo>
                      <a:pt x="1" y="0"/>
                    </a:moveTo>
                    <a:lnTo>
                      <a:pt x="1" y="0"/>
                    </a:lnTo>
                    <a:lnTo>
                      <a:pt x="232" y="0"/>
                    </a:lnTo>
                    <a:lnTo>
                      <a:pt x="215" y="140"/>
                    </a:lnTo>
                    <a:lnTo>
                      <a:pt x="214" y="145"/>
                    </a:lnTo>
                    <a:lnTo>
                      <a:pt x="211" y="151"/>
                    </a:lnTo>
                    <a:lnTo>
                      <a:pt x="208" y="155"/>
                    </a:lnTo>
                    <a:lnTo>
                      <a:pt x="204" y="157"/>
                    </a:lnTo>
                    <a:lnTo>
                      <a:pt x="195" y="163"/>
                    </a:lnTo>
                    <a:lnTo>
                      <a:pt x="184" y="166"/>
                    </a:lnTo>
                    <a:lnTo>
                      <a:pt x="0" y="14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A2A2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38" name="îSľîḓe">
                <a:extLst>
                  <a:ext uri="{FF2B5EF4-FFF2-40B4-BE49-F238E27FC236}">
                    <a16:creationId xmlns:a16="http://schemas.microsoft.com/office/drawing/2014/main" id="{0E58F7B0-7622-694F-FB7D-B0C2E0142304}"/>
                  </a:ext>
                </a:extLst>
              </p:cNvPr>
              <p:cNvSpPr/>
              <p:nvPr/>
            </p:nvSpPr>
            <p:spPr bwMode="auto">
              <a:xfrm>
                <a:off x="2691906" y="4814638"/>
                <a:ext cx="329916" cy="238113"/>
              </a:xfrm>
              <a:custGeom>
                <a:avLst/>
                <a:gdLst>
                  <a:gd name="T0" fmla="*/ 4763 w 230"/>
                  <a:gd name="T1" fmla="*/ 0 h 166"/>
                  <a:gd name="T2" fmla="*/ 4763 w 230"/>
                  <a:gd name="T3" fmla="*/ 0 h 166"/>
                  <a:gd name="T4" fmla="*/ 365125 w 230"/>
                  <a:gd name="T5" fmla="*/ 0 h 166"/>
                  <a:gd name="T6" fmla="*/ 365125 w 230"/>
                  <a:gd name="T7" fmla="*/ 0 h 166"/>
                  <a:gd name="T8" fmla="*/ 338138 w 230"/>
                  <a:gd name="T9" fmla="*/ 222250 h 166"/>
                  <a:gd name="T10" fmla="*/ 338138 w 230"/>
                  <a:gd name="T11" fmla="*/ 222250 h 166"/>
                  <a:gd name="T12" fmla="*/ 336550 w 230"/>
                  <a:gd name="T13" fmla="*/ 230188 h 166"/>
                  <a:gd name="T14" fmla="*/ 331788 w 230"/>
                  <a:gd name="T15" fmla="*/ 236538 h 166"/>
                  <a:gd name="T16" fmla="*/ 327025 w 230"/>
                  <a:gd name="T17" fmla="*/ 242888 h 166"/>
                  <a:gd name="T18" fmla="*/ 320675 w 230"/>
                  <a:gd name="T19" fmla="*/ 249238 h 166"/>
                  <a:gd name="T20" fmla="*/ 306388 w 230"/>
                  <a:gd name="T21" fmla="*/ 258763 h 166"/>
                  <a:gd name="T22" fmla="*/ 290513 w 230"/>
                  <a:gd name="T23" fmla="*/ 263525 h 166"/>
                  <a:gd name="T24" fmla="*/ 290513 w 230"/>
                  <a:gd name="T25" fmla="*/ 263525 h 166"/>
                  <a:gd name="T26" fmla="*/ 0 w 230"/>
                  <a:gd name="T27" fmla="*/ 227013 h 166"/>
                  <a:gd name="T28" fmla="*/ 0 w 230"/>
                  <a:gd name="T29" fmla="*/ 227013 h 166"/>
                  <a:gd name="T30" fmla="*/ 4763 w 230"/>
                  <a:gd name="T31" fmla="*/ 0 h 166"/>
                  <a:gd name="T32" fmla="*/ 4763 w 230"/>
                  <a:gd name="T33" fmla="*/ 0 h 16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30" h="166">
                    <a:moveTo>
                      <a:pt x="3" y="0"/>
                    </a:moveTo>
                    <a:lnTo>
                      <a:pt x="3" y="0"/>
                    </a:lnTo>
                    <a:lnTo>
                      <a:pt x="230" y="0"/>
                    </a:lnTo>
                    <a:lnTo>
                      <a:pt x="213" y="140"/>
                    </a:lnTo>
                    <a:lnTo>
                      <a:pt x="212" y="145"/>
                    </a:lnTo>
                    <a:lnTo>
                      <a:pt x="209" y="149"/>
                    </a:lnTo>
                    <a:lnTo>
                      <a:pt x="206" y="153"/>
                    </a:lnTo>
                    <a:lnTo>
                      <a:pt x="202" y="157"/>
                    </a:lnTo>
                    <a:lnTo>
                      <a:pt x="193" y="163"/>
                    </a:lnTo>
                    <a:lnTo>
                      <a:pt x="183" y="166"/>
                    </a:lnTo>
                    <a:lnTo>
                      <a:pt x="0" y="143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A2A2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39" name="ïsḻiḍé">
                <a:extLst>
                  <a:ext uri="{FF2B5EF4-FFF2-40B4-BE49-F238E27FC236}">
                    <a16:creationId xmlns:a16="http://schemas.microsoft.com/office/drawing/2014/main" id="{46643044-F854-94B3-CE11-E4253BE473EE}"/>
                  </a:ext>
                </a:extLst>
              </p:cNvPr>
              <p:cNvSpPr/>
              <p:nvPr/>
            </p:nvSpPr>
            <p:spPr bwMode="auto">
              <a:xfrm>
                <a:off x="2697644" y="4814638"/>
                <a:ext cx="324178" cy="238113"/>
              </a:xfrm>
              <a:custGeom>
                <a:avLst/>
                <a:gdLst>
                  <a:gd name="T0" fmla="*/ 4763 w 226"/>
                  <a:gd name="T1" fmla="*/ 0 h 166"/>
                  <a:gd name="T2" fmla="*/ 4763 w 226"/>
                  <a:gd name="T3" fmla="*/ 0 h 166"/>
                  <a:gd name="T4" fmla="*/ 358775 w 226"/>
                  <a:gd name="T5" fmla="*/ 0 h 166"/>
                  <a:gd name="T6" fmla="*/ 358775 w 226"/>
                  <a:gd name="T7" fmla="*/ 0 h 166"/>
                  <a:gd name="T8" fmla="*/ 331788 w 226"/>
                  <a:gd name="T9" fmla="*/ 222250 h 166"/>
                  <a:gd name="T10" fmla="*/ 331788 w 226"/>
                  <a:gd name="T11" fmla="*/ 222250 h 166"/>
                  <a:gd name="T12" fmla="*/ 330200 w 226"/>
                  <a:gd name="T13" fmla="*/ 230188 h 166"/>
                  <a:gd name="T14" fmla="*/ 325438 w 226"/>
                  <a:gd name="T15" fmla="*/ 236538 h 166"/>
                  <a:gd name="T16" fmla="*/ 320675 w 226"/>
                  <a:gd name="T17" fmla="*/ 242888 h 166"/>
                  <a:gd name="T18" fmla="*/ 314325 w 226"/>
                  <a:gd name="T19" fmla="*/ 249238 h 166"/>
                  <a:gd name="T20" fmla="*/ 300038 w 226"/>
                  <a:gd name="T21" fmla="*/ 258763 h 166"/>
                  <a:gd name="T22" fmla="*/ 284163 w 226"/>
                  <a:gd name="T23" fmla="*/ 263525 h 166"/>
                  <a:gd name="T24" fmla="*/ 284163 w 226"/>
                  <a:gd name="T25" fmla="*/ 263525 h 166"/>
                  <a:gd name="T26" fmla="*/ 0 w 226"/>
                  <a:gd name="T27" fmla="*/ 223838 h 166"/>
                  <a:gd name="T28" fmla="*/ 0 w 226"/>
                  <a:gd name="T29" fmla="*/ 223838 h 166"/>
                  <a:gd name="T30" fmla="*/ 4763 w 226"/>
                  <a:gd name="T31" fmla="*/ 0 h 166"/>
                  <a:gd name="T32" fmla="*/ 4763 w 226"/>
                  <a:gd name="T33" fmla="*/ 0 h 16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26" h="166">
                    <a:moveTo>
                      <a:pt x="3" y="0"/>
                    </a:moveTo>
                    <a:lnTo>
                      <a:pt x="3" y="0"/>
                    </a:lnTo>
                    <a:lnTo>
                      <a:pt x="226" y="0"/>
                    </a:lnTo>
                    <a:lnTo>
                      <a:pt x="209" y="140"/>
                    </a:lnTo>
                    <a:lnTo>
                      <a:pt x="208" y="145"/>
                    </a:lnTo>
                    <a:lnTo>
                      <a:pt x="205" y="149"/>
                    </a:lnTo>
                    <a:lnTo>
                      <a:pt x="202" y="153"/>
                    </a:lnTo>
                    <a:lnTo>
                      <a:pt x="198" y="157"/>
                    </a:lnTo>
                    <a:lnTo>
                      <a:pt x="189" y="163"/>
                    </a:lnTo>
                    <a:lnTo>
                      <a:pt x="179" y="166"/>
                    </a:lnTo>
                    <a:lnTo>
                      <a:pt x="0" y="141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A3A3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40" name="isḷíḓè">
                <a:extLst>
                  <a:ext uri="{FF2B5EF4-FFF2-40B4-BE49-F238E27FC236}">
                    <a16:creationId xmlns:a16="http://schemas.microsoft.com/office/drawing/2014/main" id="{68EE6E8F-EDF2-31E4-ECF3-8283BE985231}"/>
                  </a:ext>
                </a:extLst>
              </p:cNvPr>
              <p:cNvSpPr/>
              <p:nvPr/>
            </p:nvSpPr>
            <p:spPr bwMode="auto">
              <a:xfrm>
                <a:off x="2703382" y="4814638"/>
                <a:ext cx="318440" cy="238113"/>
              </a:xfrm>
              <a:custGeom>
                <a:avLst/>
                <a:gdLst>
                  <a:gd name="T0" fmla="*/ 3175 w 222"/>
                  <a:gd name="T1" fmla="*/ 0 h 166"/>
                  <a:gd name="T2" fmla="*/ 3175 w 222"/>
                  <a:gd name="T3" fmla="*/ 0 h 166"/>
                  <a:gd name="T4" fmla="*/ 352425 w 222"/>
                  <a:gd name="T5" fmla="*/ 0 h 166"/>
                  <a:gd name="T6" fmla="*/ 352425 w 222"/>
                  <a:gd name="T7" fmla="*/ 0 h 166"/>
                  <a:gd name="T8" fmla="*/ 325438 w 222"/>
                  <a:gd name="T9" fmla="*/ 222250 h 166"/>
                  <a:gd name="T10" fmla="*/ 325438 w 222"/>
                  <a:gd name="T11" fmla="*/ 222250 h 166"/>
                  <a:gd name="T12" fmla="*/ 323850 w 222"/>
                  <a:gd name="T13" fmla="*/ 230188 h 166"/>
                  <a:gd name="T14" fmla="*/ 319088 w 222"/>
                  <a:gd name="T15" fmla="*/ 236538 h 166"/>
                  <a:gd name="T16" fmla="*/ 314325 w 222"/>
                  <a:gd name="T17" fmla="*/ 242888 h 166"/>
                  <a:gd name="T18" fmla="*/ 307975 w 222"/>
                  <a:gd name="T19" fmla="*/ 249238 h 166"/>
                  <a:gd name="T20" fmla="*/ 293688 w 222"/>
                  <a:gd name="T21" fmla="*/ 258763 h 166"/>
                  <a:gd name="T22" fmla="*/ 277813 w 222"/>
                  <a:gd name="T23" fmla="*/ 263525 h 166"/>
                  <a:gd name="T24" fmla="*/ 277813 w 222"/>
                  <a:gd name="T25" fmla="*/ 263525 h 166"/>
                  <a:gd name="T26" fmla="*/ 0 w 222"/>
                  <a:gd name="T27" fmla="*/ 223838 h 166"/>
                  <a:gd name="T28" fmla="*/ 0 w 222"/>
                  <a:gd name="T29" fmla="*/ 223838 h 166"/>
                  <a:gd name="T30" fmla="*/ 3175 w 222"/>
                  <a:gd name="T31" fmla="*/ 0 h 166"/>
                  <a:gd name="T32" fmla="*/ 3175 w 222"/>
                  <a:gd name="T33" fmla="*/ 0 h 16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22" h="166">
                    <a:moveTo>
                      <a:pt x="2" y="0"/>
                    </a:moveTo>
                    <a:lnTo>
                      <a:pt x="2" y="0"/>
                    </a:lnTo>
                    <a:lnTo>
                      <a:pt x="222" y="0"/>
                    </a:lnTo>
                    <a:lnTo>
                      <a:pt x="205" y="140"/>
                    </a:lnTo>
                    <a:lnTo>
                      <a:pt x="204" y="145"/>
                    </a:lnTo>
                    <a:lnTo>
                      <a:pt x="201" y="149"/>
                    </a:lnTo>
                    <a:lnTo>
                      <a:pt x="198" y="153"/>
                    </a:lnTo>
                    <a:lnTo>
                      <a:pt x="194" y="157"/>
                    </a:lnTo>
                    <a:lnTo>
                      <a:pt x="185" y="163"/>
                    </a:lnTo>
                    <a:lnTo>
                      <a:pt x="175" y="166"/>
                    </a:lnTo>
                    <a:lnTo>
                      <a:pt x="0" y="14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A4A4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41" name="íṥḷíḓè">
                <a:extLst>
                  <a:ext uri="{FF2B5EF4-FFF2-40B4-BE49-F238E27FC236}">
                    <a16:creationId xmlns:a16="http://schemas.microsoft.com/office/drawing/2014/main" id="{1D8B6928-2A89-B7D6-FC1F-5E59D3FD6AB7}"/>
                  </a:ext>
                </a:extLst>
              </p:cNvPr>
              <p:cNvSpPr/>
              <p:nvPr/>
            </p:nvSpPr>
            <p:spPr bwMode="auto">
              <a:xfrm>
                <a:off x="2709119" y="4814638"/>
                <a:ext cx="312703" cy="238113"/>
              </a:xfrm>
              <a:custGeom>
                <a:avLst/>
                <a:gdLst>
                  <a:gd name="T0" fmla="*/ 3175 w 218"/>
                  <a:gd name="T1" fmla="*/ 0 h 166"/>
                  <a:gd name="T2" fmla="*/ 3175 w 218"/>
                  <a:gd name="T3" fmla="*/ 0 h 166"/>
                  <a:gd name="T4" fmla="*/ 346075 w 218"/>
                  <a:gd name="T5" fmla="*/ 0 h 166"/>
                  <a:gd name="T6" fmla="*/ 346075 w 218"/>
                  <a:gd name="T7" fmla="*/ 0 h 166"/>
                  <a:gd name="T8" fmla="*/ 319088 w 218"/>
                  <a:gd name="T9" fmla="*/ 222250 h 166"/>
                  <a:gd name="T10" fmla="*/ 319088 w 218"/>
                  <a:gd name="T11" fmla="*/ 222250 h 166"/>
                  <a:gd name="T12" fmla="*/ 317500 w 218"/>
                  <a:gd name="T13" fmla="*/ 230188 h 166"/>
                  <a:gd name="T14" fmla="*/ 312738 w 218"/>
                  <a:gd name="T15" fmla="*/ 236538 h 166"/>
                  <a:gd name="T16" fmla="*/ 307975 w 218"/>
                  <a:gd name="T17" fmla="*/ 242888 h 166"/>
                  <a:gd name="T18" fmla="*/ 301625 w 218"/>
                  <a:gd name="T19" fmla="*/ 249238 h 166"/>
                  <a:gd name="T20" fmla="*/ 287338 w 218"/>
                  <a:gd name="T21" fmla="*/ 258763 h 166"/>
                  <a:gd name="T22" fmla="*/ 271463 w 218"/>
                  <a:gd name="T23" fmla="*/ 263525 h 166"/>
                  <a:gd name="T24" fmla="*/ 271463 w 218"/>
                  <a:gd name="T25" fmla="*/ 263525 h 166"/>
                  <a:gd name="T26" fmla="*/ 0 w 218"/>
                  <a:gd name="T27" fmla="*/ 222250 h 166"/>
                  <a:gd name="T28" fmla="*/ 0 w 218"/>
                  <a:gd name="T29" fmla="*/ 222250 h 166"/>
                  <a:gd name="T30" fmla="*/ 3175 w 218"/>
                  <a:gd name="T31" fmla="*/ 0 h 166"/>
                  <a:gd name="T32" fmla="*/ 3175 w 218"/>
                  <a:gd name="T33" fmla="*/ 0 h 16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18" h="166">
                    <a:moveTo>
                      <a:pt x="2" y="0"/>
                    </a:moveTo>
                    <a:lnTo>
                      <a:pt x="2" y="0"/>
                    </a:lnTo>
                    <a:lnTo>
                      <a:pt x="218" y="0"/>
                    </a:lnTo>
                    <a:lnTo>
                      <a:pt x="201" y="140"/>
                    </a:lnTo>
                    <a:lnTo>
                      <a:pt x="200" y="145"/>
                    </a:lnTo>
                    <a:lnTo>
                      <a:pt x="197" y="149"/>
                    </a:lnTo>
                    <a:lnTo>
                      <a:pt x="194" y="153"/>
                    </a:lnTo>
                    <a:lnTo>
                      <a:pt x="190" y="157"/>
                    </a:lnTo>
                    <a:lnTo>
                      <a:pt x="181" y="163"/>
                    </a:lnTo>
                    <a:lnTo>
                      <a:pt x="171" y="166"/>
                    </a:lnTo>
                    <a:lnTo>
                      <a:pt x="0" y="14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A4A4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42" name="ïṡḻïḍé">
                <a:extLst>
                  <a:ext uri="{FF2B5EF4-FFF2-40B4-BE49-F238E27FC236}">
                    <a16:creationId xmlns:a16="http://schemas.microsoft.com/office/drawing/2014/main" id="{C523F8C2-1C0F-F1CA-A4DB-C7A5899A5C28}"/>
                  </a:ext>
                </a:extLst>
              </p:cNvPr>
              <p:cNvSpPr/>
              <p:nvPr/>
            </p:nvSpPr>
            <p:spPr bwMode="auto">
              <a:xfrm>
                <a:off x="2713423" y="4814638"/>
                <a:ext cx="308400" cy="235244"/>
              </a:xfrm>
              <a:custGeom>
                <a:avLst/>
                <a:gdLst>
                  <a:gd name="T0" fmla="*/ 4763 w 215"/>
                  <a:gd name="T1" fmla="*/ 0 h 164"/>
                  <a:gd name="T2" fmla="*/ 4763 w 215"/>
                  <a:gd name="T3" fmla="*/ 0 h 164"/>
                  <a:gd name="T4" fmla="*/ 341313 w 215"/>
                  <a:gd name="T5" fmla="*/ 0 h 164"/>
                  <a:gd name="T6" fmla="*/ 341313 w 215"/>
                  <a:gd name="T7" fmla="*/ 0 h 164"/>
                  <a:gd name="T8" fmla="*/ 314325 w 215"/>
                  <a:gd name="T9" fmla="*/ 222250 h 164"/>
                  <a:gd name="T10" fmla="*/ 314325 w 215"/>
                  <a:gd name="T11" fmla="*/ 222250 h 164"/>
                  <a:gd name="T12" fmla="*/ 312738 w 215"/>
                  <a:gd name="T13" fmla="*/ 230188 h 164"/>
                  <a:gd name="T14" fmla="*/ 309563 w 215"/>
                  <a:gd name="T15" fmla="*/ 236538 h 164"/>
                  <a:gd name="T16" fmla="*/ 303213 w 215"/>
                  <a:gd name="T17" fmla="*/ 242888 h 164"/>
                  <a:gd name="T18" fmla="*/ 296863 w 215"/>
                  <a:gd name="T19" fmla="*/ 249238 h 164"/>
                  <a:gd name="T20" fmla="*/ 282575 w 215"/>
                  <a:gd name="T21" fmla="*/ 258763 h 164"/>
                  <a:gd name="T22" fmla="*/ 268288 w 215"/>
                  <a:gd name="T23" fmla="*/ 260350 h 164"/>
                  <a:gd name="T24" fmla="*/ 268288 w 215"/>
                  <a:gd name="T25" fmla="*/ 260350 h 164"/>
                  <a:gd name="T26" fmla="*/ 0 w 215"/>
                  <a:gd name="T27" fmla="*/ 219075 h 164"/>
                  <a:gd name="T28" fmla="*/ 0 w 215"/>
                  <a:gd name="T29" fmla="*/ 219075 h 164"/>
                  <a:gd name="T30" fmla="*/ 4763 w 215"/>
                  <a:gd name="T31" fmla="*/ 0 h 164"/>
                  <a:gd name="T32" fmla="*/ 4763 w 215"/>
                  <a:gd name="T33" fmla="*/ 0 h 16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15" h="164">
                    <a:moveTo>
                      <a:pt x="3" y="0"/>
                    </a:moveTo>
                    <a:lnTo>
                      <a:pt x="3" y="0"/>
                    </a:lnTo>
                    <a:lnTo>
                      <a:pt x="215" y="0"/>
                    </a:lnTo>
                    <a:lnTo>
                      <a:pt x="198" y="140"/>
                    </a:lnTo>
                    <a:lnTo>
                      <a:pt x="197" y="145"/>
                    </a:lnTo>
                    <a:lnTo>
                      <a:pt x="195" y="149"/>
                    </a:lnTo>
                    <a:lnTo>
                      <a:pt x="191" y="153"/>
                    </a:lnTo>
                    <a:lnTo>
                      <a:pt x="187" y="157"/>
                    </a:lnTo>
                    <a:lnTo>
                      <a:pt x="178" y="163"/>
                    </a:lnTo>
                    <a:lnTo>
                      <a:pt x="169" y="164"/>
                    </a:lnTo>
                    <a:lnTo>
                      <a:pt x="0" y="138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A5A5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43" name="îsľïḓê">
                <a:extLst>
                  <a:ext uri="{FF2B5EF4-FFF2-40B4-BE49-F238E27FC236}">
                    <a16:creationId xmlns:a16="http://schemas.microsoft.com/office/drawing/2014/main" id="{B97CAE13-725F-2A95-5FD0-8821903ED25C}"/>
                  </a:ext>
                </a:extLst>
              </p:cNvPr>
              <p:cNvSpPr/>
              <p:nvPr/>
            </p:nvSpPr>
            <p:spPr bwMode="auto">
              <a:xfrm>
                <a:off x="2719161" y="4814638"/>
                <a:ext cx="302662" cy="235244"/>
              </a:xfrm>
              <a:custGeom>
                <a:avLst/>
                <a:gdLst>
                  <a:gd name="T0" fmla="*/ 4763 w 211"/>
                  <a:gd name="T1" fmla="*/ 0 h 164"/>
                  <a:gd name="T2" fmla="*/ 4763 w 211"/>
                  <a:gd name="T3" fmla="*/ 0 h 164"/>
                  <a:gd name="T4" fmla="*/ 334963 w 211"/>
                  <a:gd name="T5" fmla="*/ 0 h 164"/>
                  <a:gd name="T6" fmla="*/ 334963 w 211"/>
                  <a:gd name="T7" fmla="*/ 0 h 164"/>
                  <a:gd name="T8" fmla="*/ 307975 w 211"/>
                  <a:gd name="T9" fmla="*/ 222250 h 164"/>
                  <a:gd name="T10" fmla="*/ 307975 w 211"/>
                  <a:gd name="T11" fmla="*/ 222250 h 164"/>
                  <a:gd name="T12" fmla="*/ 306388 w 211"/>
                  <a:gd name="T13" fmla="*/ 230188 h 164"/>
                  <a:gd name="T14" fmla="*/ 303213 w 211"/>
                  <a:gd name="T15" fmla="*/ 236538 h 164"/>
                  <a:gd name="T16" fmla="*/ 296863 w 211"/>
                  <a:gd name="T17" fmla="*/ 242888 h 164"/>
                  <a:gd name="T18" fmla="*/ 290513 w 211"/>
                  <a:gd name="T19" fmla="*/ 249238 h 164"/>
                  <a:gd name="T20" fmla="*/ 277813 w 211"/>
                  <a:gd name="T21" fmla="*/ 255588 h 164"/>
                  <a:gd name="T22" fmla="*/ 261938 w 211"/>
                  <a:gd name="T23" fmla="*/ 260350 h 164"/>
                  <a:gd name="T24" fmla="*/ 261938 w 211"/>
                  <a:gd name="T25" fmla="*/ 260350 h 164"/>
                  <a:gd name="T26" fmla="*/ 0 w 211"/>
                  <a:gd name="T27" fmla="*/ 217488 h 164"/>
                  <a:gd name="T28" fmla="*/ 0 w 211"/>
                  <a:gd name="T29" fmla="*/ 217488 h 164"/>
                  <a:gd name="T30" fmla="*/ 4763 w 211"/>
                  <a:gd name="T31" fmla="*/ 0 h 164"/>
                  <a:gd name="T32" fmla="*/ 4763 w 211"/>
                  <a:gd name="T33" fmla="*/ 0 h 16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11" h="164">
                    <a:moveTo>
                      <a:pt x="3" y="0"/>
                    </a:moveTo>
                    <a:lnTo>
                      <a:pt x="3" y="0"/>
                    </a:lnTo>
                    <a:lnTo>
                      <a:pt x="211" y="0"/>
                    </a:lnTo>
                    <a:lnTo>
                      <a:pt x="194" y="140"/>
                    </a:lnTo>
                    <a:lnTo>
                      <a:pt x="193" y="145"/>
                    </a:lnTo>
                    <a:lnTo>
                      <a:pt x="191" y="149"/>
                    </a:lnTo>
                    <a:lnTo>
                      <a:pt x="187" y="153"/>
                    </a:lnTo>
                    <a:lnTo>
                      <a:pt x="183" y="157"/>
                    </a:lnTo>
                    <a:lnTo>
                      <a:pt x="175" y="161"/>
                    </a:lnTo>
                    <a:lnTo>
                      <a:pt x="165" y="164"/>
                    </a:lnTo>
                    <a:lnTo>
                      <a:pt x="0" y="137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A6A6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44" name="ïSḻïḑe">
                <a:extLst>
                  <a:ext uri="{FF2B5EF4-FFF2-40B4-BE49-F238E27FC236}">
                    <a16:creationId xmlns:a16="http://schemas.microsoft.com/office/drawing/2014/main" id="{9373DF2C-2A0F-61A9-131A-5115B45C0039}"/>
                  </a:ext>
                </a:extLst>
              </p:cNvPr>
              <p:cNvSpPr/>
              <p:nvPr/>
            </p:nvSpPr>
            <p:spPr bwMode="auto">
              <a:xfrm>
                <a:off x="2724898" y="4814638"/>
                <a:ext cx="296925" cy="235244"/>
              </a:xfrm>
              <a:custGeom>
                <a:avLst/>
                <a:gdLst>
                  <a:gd name="T0" fmla="*/ 4763 w 207"/>
                  <a:gd name="T1" fmla="*/ 0 h 164"/>
                  <a:gd name="T2" fmla="*/ 4763 w 207"/>
                  <a:gd name="T3" fmla="*/ 0 h 164"/>
                  <a:gd name="T4" fmla="*/ 328613 w 207"/>
                  <a:gd name="T5" fmla="*/ 0 h 164"/>
                  <a:gd name="T6" fmla="*/ 328613 w 207"/>
                  <a:gd name="T7" fmla="*/ 0 h 164"/>
                  <a:gd name="T8" fmla="*/ 301625 w 207"/>
                  <a:gd name="T9" fmla="*/ 222250 h 164"/>
                  <a:gd name="T10" fmla="*/ 301625 w 207"/>
                  <a:gd name="T11" fmla="*/ 222250 h 164"/>
                  <a:gd name="T12" fmla="*/ 300038 w 207"/>
                  <a:gd name="T13" fmla="*/ 230188 h 164"/>
                  <a:gd name="T14" fmla="*/ 296863 w 207"/>
                  <a:gd name="T15" fmla="*/ 236538 h 164"/>
                  <a:gd name="T16" fmla="*/ 290513 w 207"/>
                  <a:gd name="T17" fmla="*/ 242888 h 164"/>
                  <a:gd name="T18" fmla="*/ 284163 w 207"/>
                  <a:gd name="T19" fmla="*/ 247650 h 164"/>
                  <a:gd name="T20" fmla="*/ 271463 w 207"/>
                  <a:gd name="T21" fmla="*/ 255588 h 164"/>
                  <a:gd name="T22" fmla="*/ 255588 w 207"/>
                  <a:gd name="T23" fmla="*/ 260350 h 164"/>
                  <a:gd name="T24" fmla="*/ 255588 w 207"/>
                  <a:gd name="T25" fmla="*/ 260350 h 164"/>
                  <a:gd name="T26" fmla="*/ 0 w 207"/>
                  <a:gd name="T27" fmla="*/ 215900 h 164"/>
                  <a:gd name="T28" fmla="*/ 0 w 207"/>
                  <a:gd name="T29" fmla="*/ 215900 h 164"/>
                  <a:gd name="T30" fmla="*/ 4763 w 207"/>
                  <a:gd name="T31" fmla="*/ 0 h 164"/>
                  <a:gd name="T32" fmla="*/ 4763 w 207"/>
                  <a:gd name="T33" fmla="*/ 0 h 16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07" h="164">
                    <a:moveTo>
                      <a:pt x="3" y="0"/>
                    </a:moveTo>
                    <a:lnTo>
                      <a:pt x="3" y="0"/>
                    </a:lnTo>
                    <a:lnTo>
                      <a:pt x="207" y="0"/>
                    </a:lnTo>
                    <a:lnTo>
                      <a:pt x="190" y="140"/>
                    </a:lnTo>
                    <a:lnTo>
                      <a:pt x="189" y="145"/>
                    </a:lnTo>
                    <a:lnTo>
                      <a:pt x="187" y="149"/>
                    </a:lnTo>
                    <a:lnTo>
                      <a:pt x="183" y="153"/>
                    </a:lnTo>
                    <a:lnTo>
                      <a:pt x="179" y="156"/>
                    </a:lnTo>
                    <a:lnTo>
                      <a:pt x="171" y="161"/>
                    </a:lnTo>
                    <a:lnTo>
                      <a:pt x="161" y="164"/>
                    </a:lnTo>
                    <a:lnTo>
                      <a:pt x="0" y="136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A6A6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45" name="ïşḻïḋé">
                <a:extLst>
                  <a:ext uri="{FF2B5EF4-FFF2-40B4-BE49-F238E27FC236}">
                    <a16:creationId xmlns:a16="http://schemas.microsoft.com/office/drawing/2014/main" id="{78801387-166B-2B35-7B91-0EEA24CFD65E}"/>
                  </a:ext>
                </a:extLst>
              </p:cNvPr>
              <p:cNvSpPr/>
              <p:nvPr/>
            </p:nvSpPr>
            <p:spPr bwMode="auto">
              <a:xfrm>
                <a:off x="2730636" y="4814638"/>
                <a:ext cx="291187" cy="235244"/>
              </a:xfrm>
              <a:custGeom>
                <a:avLst/>
                <a:gdLst>
                  <a:gd name="T0" fmla="*/ 4763 w 203"/>
                  <a:gd name="T1" fmla="*/ 0 h 164"/>
                  <a:gd name="T2" fmla="*/ 4763 w 203"/>
                  <a:gd name="T3" fmla="*/ 0 h 164"/>
                  <a:gd name="T4" fmla="*/ 322263 w 203"/>
                  <a:gd name="T5" fmla="*/ 0 h 164"/>
                  <a:gd name="T6" fmla="*/ 322263 w 203"/>
                  <a:gd name="T7" fmla="*/ 0 h 164"/>
                  <a:gd name="T8" fmla="*/ 295275 w 203"/>
                  <a:gd name="T9" fmla="*/ 222250 h 164"/>
                  <a:gd name="T10" fmla="*/ 295275 w 203"/>
                  <a:gd name="T11" fmla="*/ 222250 h 164"/>
                  <a:gd name="T12" fmla="*/ 293688 w 203"/>
                  <a:gd name="T13" fmla="*/ 230188 h 164"/>
                  <a:gd name="T14" fmla="*/ 290513 w 203"/>
                  <a:gd name="T15" fmla="*/ 236538 h 164"/>
                  <a:gd name="T16" fmla="*/ 284163 w 203"/>
                  <a:gd name="T17" fmla="*/ 242888 h 164"/>
                  <a:gd name="T18" fmla="*/ 279400 w 203"/>
                  <a:gd name="T19" fmla="*/ 247650 h 164"/>
                  <a:gd name="T20" fmla="*/ 265113 w 203"/>
                  <a:gd name="T21" fmla="*/ 255588 h 164"/>
                  <a:gd name="T22" fmla="*/ 249238 w 203"/>
                  <a:gd name="T23" fmla="*/ 260350 h 164"/>
                  <a:gd name="T24" fmla="*/ 249238 w 203"/>
                  <a:gd name="T25" fmla="*/ 260350 h 164"/>
                  <a:gd name="T26" fmla="*/ 0 w 203"/>
                  <a:gd name="T27" fmla="*/ 212725 h 164"/>
                  <a:gd name="T28" fmla="*/ 0 w 203"/>
                  <a:gd name="T29" fmla="*/ 212725 h 164"/>
                  <a:gd name="T30" fmla="*/ 4763 w 203"/>
                  <a:gd name="T31" fmla="*/ 0 h 164"/>
                  <a:gd name="T32" fmla="*/ 4763 w 203"/>
                  <a:gd name="T33" fmla="*/ 0 h 16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03" h="164">
                    <a:moveTo>
                      <a:pt x="3" y="0"/>
                    </a:moveTo>
                    <a:lnTo>
                      <a:pt x="3" y="0"/>
                    </a:lnTo>
                    <a:lnTo>
                      <a:pt x="203" y="0"/>
                    </a:lnTo>
                    <a:lnTo>
                      <a:pt x="186" y="140"/>
                    </a:lnTo>
                    <a:lnTo>
                      <a:pt x="185" y="145"/>
                    </a:lnTo>
                    <a:lnTo>
                      <a:pt x="183" y="149"/>
                    </a:lnTo>
                    <a:lnTo>
                      <a:pt x="179" y="153"/>
                    </a:lnTo>
                    <a:lnTo>
                      <a:pt x="176" y="156"/>
                    </a:lnTo>
                    <a:lnTo>
                      <a:pt x="167" y="161"/>
                    </a:lnTo>
                    <a:lnTo>
                      <a:pt x="157" y="164"/>
                    </a:lnTo>
                    <a:lnTo>
                      <a:pt x="0" y="134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A7A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46" name="íṧlïḑe">
                <a:extLst>
                  <a:ext uri="{FF2B5EF4-FFF2-40B4-BE49-F238E27FC236}">
                    <a16:creationId xmlns:a16="http://schemas.microsoft.com/office/drawing/2014/main" id="{A3326E77-3346-E518-75B0-D8EF316B0788}"/>
                  </a:ext>
                </a:extLst>
              </p:cNvPr>
              <p:cNvSpPr/>
              <p:nvPr/>
            </p:nvSpPr>
            <p:spPr bwMode="auto">
              <a:xfrm>
                <a:off x="2734939" y="4814638"/>
                <a:ext cx="286883" cy="235244"/>
              </a:xfrm>
              <a:custGeom>
                <a:avLst/>
                <a:gdLst>
                  <a:gd name="T0" fmla="*/ 4763 w 200"/>
                  <a:gd name="T1" fmla="*/ 0 h 164"/>
                  <a:gd name="T2" fmla="*/ 4763 w 200"/>
                  <a:gd name="T3" fmla="*/ 0 h 164"/>
                  <a:gd name="T4" fmla="*/ 317500 w 200"/>
                  <a:gd name="T5" fmla="*/ 0 h 164"/>
                  <a:gd name="T6" fmla="*/ 317500 w 200"/>
                  <a:gd name="T7" fmla="*/ 0 h 164"/>
                  <a:gd name="T8" fmla="*/ 290513 w 200"/>
                  <a:gd name="T9" fmla="*/ 222250 h 164"/>
                  <a:gd name="T10" fmla="*/ 290513 w 200"/>
                  <a:gd name="T11" fmla="*/ 222250 h 164"/>
                  <a:gd name="T12" fmla="*/ 288925 w 200"/>
                  <a:gd name="T13" fmla="*/ 230188 h 164"/>
                  <a:gd name="T14" fmla="*/ 285750 w 200"/>
                  <a:gd name="T15" fmla="*/ 236538 h 164"/>
                  <a:gd name="T16" fmla="*/ 279400 w 200"/>
                  <a:gd name="T17" fmla="*/ 242888 h 164"/>
                  <a:gd name="T18" fmla="*/ 274638 w 200"/>
                  <a:gd name="T19" fmla="*/ 247650 h 164"/>
                  <a:gd name="T20" fmla="*/ 260350 w 200"/>
                  <a:gd name="T21" fmla="*/ 255588 h 164"/>
                  <a:gd name="T22" fmla="*/ 247650 w 200"/>
                  <a:gd name="T23" fmla="*/ 260350 h 164"/>
                  <a:gd name="T24" fmla="*/ 247650 w 200"/>
                  <a:gd name="T25" fmla="*/ 260350 h 164"/>
                  <a:gd name="T26" fmla="*/ 0 w 200"/>
                  <a:gd name="T27" fmla="*/ 212725 h 164"/>
                  <a:gd name="T28" fmla="*/ 0 w 200"/>
                  <a:gd name="T29" fmla="*/ 212725 h 164"/>
                  <a:gd name="T30" fmla="*/ 4763 w 200"/>
                  <a:gd name="T31" fmla="*/ 0 h 164"/>
                  <a:gd name="T32" fmla="*/ 4763 w 200"/>
                  <a:gd name="T33" fmla="*/ 0 h 16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00" h="164">
                    <a:moveTo>
                      <a:pt x="3" y="0"/>
                    </a:moveTo>
                    <a:lnTo>
                      <a:pt x="3" y="0"/>
                    </a:lnTo>
                    <a:lnTo>
                      <a:pt x="200" y="0"/>
                    </a:lnTo>
                    <a:lnTo>
                      <a:pt x="183" y="140"/>
                    </a:lnTo>
                    <a:lnTo>
                      <a:pt x="182" y="145"/>
                    </a:lnTo>
                    <a:lnTo>
                      <a:pt x="180" y="149"/>
                    </a:lnTo>
                    <a:lnTo>
                      <a:pt x="176" y="153"/>
                    </a:lnTo>
                    <a:lnTo>
                      <a:pt x="173" y="156"/>
                    </a:lnTo>
                    <a:lnTo>
                      <a:pt x="164" y="161"/>
                    </a:lnTo>
                    <a:lnTo>
                      <a:pt x="156" y="164"/>
                    </a:lnTo>
                    <a:lnTo>
                      <a:pt x="0" y="134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A7A7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47" name="íślïḓè">
                <a:extLst>
                  <a:ext uri="{FF2B5EF4-FFF2-40B4-BE49-F238E27FC236}">
                    <a16:creationId xmlns:a16="http://schemas.microsoft.com/office/drawing/2014/main" id="{A959BC47-959D-2EE4-A224-CBD28CF7360F}"/>
                  </a:ext>
                </a:extLst>
              </p:cNvPr>
              <p:cNvSpPr/>
              <p:nvPr/>
            </p:nvSpPr>
            <p:spPr bwMode="auto">
              <a:xfrm>
                <a:off x="2740677" y="4814638"/>
                <a:ext cx="281146" cy="235244"/>
              </a:xfrm>
              <a:custGeom>
                <a:avLst/>
                <a:gdLst>
                  <a:gd name="T0" fmla="*/ 4763 w 196"/>
                  <a:gd name="T1" fmla="*/ 0 h 164"/>
                  <a:gd name="T2" fmla="*/ 4763 w 196"/>
                  <a:gd name="T3" fmla="*/ 0 h 164"/>
                  <a:gd name="T4" fmla="*/ 311150 w 196"/>
                  <a:gd name="T5" fmla="*/ 0 h 164"/>
                  <a:gd name="T6" fmla="*/ 311150 w 196"/>
                  <a:gd name="T7" fmla="*/ 0 h 164"/>
                  <a:gd name="T8" fmla="*/ 284163 w 196"/>
                  <a:gd name="T9" fmla="*/ 222250 h 164"/>
                  <a:gd name="T10" fmla="*/ 284163 w 196"/>
                  <a:gd name="T11" fmla="*/ 222250 h 164"/>
                  <a:gd name="T12" fmla="*/ 282575 w 196"/>
                  <a:gd name="T13" fmla="*/ 230188 h 164"/>
                  <a:gd name="T14" fmla="*/ 279400 w 196"/>
                  <a:gd name="T15" fmla="*/ 236538 h 164"/>
                  <a:gd name="T16" fmla="*/ 273050 w 196"/>
                  <a:gd name="T17" fmla="*/ 242888 h 164"/>
                  <a:gd name="T18" fmla="*/ 268288 w 196"/>
                  <a:gd name="T19" fmla="*/ 247650 h 164"/>
                  <a:gd name="T20" fmla="*/ 254000 w 196"/>
                  <a:gd name="T21" fmla="*/ 255588 h 164"/>
                  <a:gd name="T22" fmla="*/ 241300 w 196"/>
                  <a:gd name="T23" fmla="*/ 260350 h 164"/>
                  <a:gd name="T24" fmla="*/ 241300 w 196"/>
                  <a:gd name="T25" fmla="*/ 260350 h 164"/>
                  <a:gd name="T26" fmla="*/ 0 w 196"/>
                  <a:gd name="T27" fmla="*/ 211138 h 164"/>
                  <a:gd name="T28" fmla="*/ 0 w 196"/>
                  <a:gd name="T29" fmla="*/ 211138 h 164"/>
                  <a:gd name="T30" fmla="*/ 4763 w 196"/>
                  <a:gd name="T31" fmla="*/ 0 h 164"/>
                  <a:gd name="T32" fmla="*/ 4763 w 196"/>
                  <a:gd name="T33" fmla="*/ 0 h 16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96" h="164">
                    <a:moveTo>
                      <a:pt x="3" y="0"/>
                    </a:moveTo>
                    <a:lnTo>
                      <a:pt x="3" y="0"/>
                    </a:lnTo>
                    <a:lnTo>
                      <a:pt x="196" y="0"/>
                    </a:lnTo>
                    <a:lnTo>
                      <a:pt x="179" y="140"/>
                    </a:lnTo>
                    <a:lnTo>
                      <a:pt x="178" y="145"/>
                    </a:lnTo>
                    <a:lnTo>
                      <a:pt x="176" y="149"/>
                    </a:lnTo>
                    <a:lnTo>
                      <a:pt x="172" y="153"/>
                    </a:lnTo>
                    <a:lnTo>
                      <a:pt x="169" y="156"/>
                    </a:lnTo>
                    <a:lnTo>
                      <a:pt x="160" y="161"/>
                    </a:lnTo>
                    <a:lnTo>
                      <a:pt x="152" y="164"/>
                    </a:lnTo>
                    <a:lnTo>
                      <a:pt x="0" y="133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A8A8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48" name="iSļíḑè">
                <a:extLst>
                  <a:ext uri="{FF2B5EF4-FFF2-40B4-BE49-F238E27FC236}">
                    <a16:creationId xmlns:a16="http://schemas.microsoft.com/office/drawing/2014/main" id="{BD204969-984E-A15F-D835-95A24CF9B53B}"/>
                  </a:ext>
                </a:extLst>
              </p:cNvPr>
              <p:cNvSpPr/>
              <p:nvPr/>
            </p:nvSpPr>
            <p:spPr bwMode="auto">
              <a:xfrm>
                <a:off x="2746414" y="4814638"/>
                <a:ext cx="275408" cy="235244"/>
              </a:xfrm>
              <a:custGeom>
                <a:avLst/>
                <a:gdLst>
                  <a:gd name="T0" fmla="*/ 4763 w 192"/>
                  <a:gd name="T1" fmla="*/ 0 h 164"/>
                  <a:gd name="T2" fmla="*/ 4763 w 192"/>
                  <a:gd name="T3" fmla="*/ 0 h 164"/>
                  <a:gd name="T4" fmla="*/ 304800 w 192"/>
                  <a:gd name="T5" fmla="*/ 0 h 164"/>
                  <a:gd name="T6" fmla="*/ 304800 w 192"/>
                  <a:gd name="T7" fmla="*/ 0 h 164"/>
                  <a:gd name="T8" fmla="*/ 277813 w 192"/>
                  <a:gd name="T9" fmla="*/ 222250 h 164"/>
                  <a:gd name="T10" fmla="*/ 277813 w 192"/>
                  <a:gd name="T11" fmla="*/ 222250 h 164"/>
                  <a:gd name="T12" fmla="*/ 276225 w 192"/>
                  <a:gd name="T13" fmla="*/ 230188 h 164"/>
                  <a:gd name="T14" fmla="*/ 273050 w 192"/>
                  <a:gd name="T15" fmla="*/ 236538 h 164"/>
                  <a:gd name="T16" fmla="*/ 268288 w 192"/>
                  <a:gd name="T17" fmla="*/ 242888 h 164"/>
                  <a:gd name="T18" fmla="*/ 261938 w 192"/>
                  <a:gd name="T19" fmla="*/ 247650 h 164"/>
                  <a:gd name="T20" fmla="*/ 249238 w 192"/>
                  <a:gd name="T21" fmla="*/ 255588 h 164"/>
                  <a:gd name="T22" fmla="*/ 234950 w 192"/>
                  <a:gd name="T23" fmla="*/ 260350 h 164"/>
                  <a:gd name="T24" fmla="*/ 234950 w 192"/>
                  <a:gd name="T25" fmla="*/ 260350 h 164"/>
                  <a:gd name="T26" fmla="*/ 0 w 192"/>
                  <a:gd name="T27" fmla="*/ 209550 h 164"/>
                  <a:gd name="T28" fmla="*/ 0 w 192"/>
                  <a:gd name="T29" fmla="*/ 209550 h 164"/>
                  <a:gd name="T30" fmla="*/ 4763 w 192"/>
                  <a:gd name="T31" fmla="*/ 0 h 164"/>
                  <a:gd name="T32" fmla="*/ 4763 w 192"/>
                  <a:gd name="T33" fmla="*/ 0 h 16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92" h="164">
                    <a:moveTo>
                      <a:pt x="3" y="0"/>
                    </a:moveTo>
                    <a:lnTo>
                      <a:pt x="3" y="0"/>
                    </a:lnTo>
                    <a:lnTo>
                      <a:pt x="192" y="0"/>
                    </a:lnTo>
                    <a:lnTo>
                      <a:pt x="175" y="140"/>
                    </a:lnTo>
                    <a:lnTo>
                      <a:pt x="174" y="145"/>
                    </a:lnTo>
                    <a:lnTo>
                      <a:pt x="172" y="149"/>
                    </a:lnTo>
                    <a:lnTo>
                      <a:pt x="169" y="153"/>
                    </a:lnTo>
                    <a:lnTo>
                      <a:pt x="165" y="156"/>
                    </a:lnTo>
                    <a:lnTo>
                      <a:pt x="157" y="161"/>
                    </a:lnTo>
                    <a:lnTo>
                      <a:pt x="148" y="164"/>
                    </a:lnTo>
                    <a:lnTo>
                      <a:pt x="0" y="132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A9A9A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49" name="í$ľïḑê">
                <a:extLst>
                  <a:ext uri="{FF2B5EF4-FFF2-40B4-BE49-F238E27FC236}">
                    <a16:creationId xmlns:a16="http://schemas.microsoft.com/office/drawing/2014/main" id="{025440CA-3587-9757-7D9D-A45CCB59CD87}"/>
                  </a:ext>
                </a:extLst>
              </p:cNvPr>
              <p:cNvSpPr/>
              <p:nvPr/>
            </p:nvSpPr>
            <p:spPr bwMode="auto">
              <a:xfrm>
                <a:off x="2752152" y="4814638"/>
                <a:ext cx="269670" cy="235244"/>
              </a:xfrm>
              <a:custGeom>
                <a:avLst/>
                <a:gdLst>
                  <a:gd name="T0" fmla="*/ 4763 w 188"/>
                  <a:gd name="T1" fmla="*/ 0 h 164"/>
                  <a:gd name="T2" fmla="*/ 4763 w 188"/>
                  <a:gd name="T3" fmla="*/ 0 h 164"/>
                  <a:gd name="T4" fmla="*/ 298450 w 188"/>
                  <a:gd name="T5" fmla="*/ 0 h 164"/>
                  <a:gd name="T6" fmla="*/ 298450 w 188"/>
                  <a:gd name="T7" fmla="*/ 0 h 164"/>
                  <a:gd name="T8" fmla="*/ 271463 w 188"/>
                  <a:gd name="T9" fmla="*/ 222250 h 164"/>
                  <a:gd name="T10" fmla="*/ 271463 w 188"/>
                  <a:gd name="T11" fmla="*/ 222250 h 164"/>
                  <a:gd name="T12" fmla="*/ 269875 w 188"/>
                  <a:gd name="T13" fmla="*/ 230188 h 164"/>
                  <a:gd name="T14" fmla="*/ 266700 w 188"/>
                  <a:gd name="T15" fmla="*/ 236538 h 164"/>
                  <a:gd name="T16" fmla="*/ 261938 w 188"/>
                  <a:gd name="T17" fmla="*/ 242888 h 164"/>
                  <a:gd name="T18" fmla="*/ 255588 w 188"/>
                  <a:gd name="T19" fmla="*/ 247650 h 164"/>
                  <a:gd name="T20" fmla="*/ 242888 w 188"/>
                  <a:gd name="T21" fmla="*/ 255588 h 164"/>
                  <a:gd name="T22" fmla="*/ 228600 w 188"/>
                  <a:gd name="T23" fmla="*/ 260350 h 164"/>
                  <a:gd name="T24" fmla="*/ 228600 w 188"/>
                  <a:gd name="T25" fmla="*/ 260350 h 164"/>
                  <a:gd name="T26" fmla="*/ 0 w 188"/>
                  <a:gd name="T27" fmla="*/ 206375 h 164"/>
                  <a:gd name="T28" fmla="*/ 0 w 188"/>
                  <a:gd name="T29" fmla="*/ 206375 h 164"/>
                  <a:gd name="T30" fmla="*/ 4763 w 188"/>
                  <a:gd name="T31" fmla="*/ 0 h 164"/>
                  <a:gd name="T32" fmla="*/ 4763 w 188"/>
                  <a:gd name="T33" fmla="*/ 0 h 16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88" h="164">
                    <a:moveTo>
                      <a:pt x="3" y="0"/>
                    </a:moveTo>
                    <a:lnTo>
                      <a:pt x="3" y="0"/>
                    </a:lnTo>
                    <a:lnTo>
                      <a:pt x="188" y="0"/>
                    </a:lnTo>
                    <a:lnTo>
                      <a:pt x="171" y="140"/>
                    </a:lnTo>
                    <a:lnTo>
                      <a:pt x="170" y="145"/>
                    </a:lnTo>
                    <a:lnTo>
                      <a:pt x="168" y="149"/>
                    </a:lnTo>
                    <a:lnTo>
                      <a:pt x="165" y="153"/>
                    </a:lnTo>
                    <a:lnTo>
                      <a:pt x="161" y="156"/>
                    </a:lnTo>
                    <a:lnTo>
                      <a:pt x="153" y="161"/>
                    </a:lnTo>
                    <a:lnTo>
                      <a:pt x="144" y="164"/>
                    </a:lnTo>
                    <a:lnTo>
                      <a:pt x="0" y="13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A9A9A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50" name="íṩḻîḋê">
                <a:extLst>
                  <a:ext uri="{FF2B5EF4-FFF2-40B4-BE49-F238E27FC236}">
                    <a16:creationId xmlns:a16="http://schemas.microsoft.com/office/drawing/2014/main" id="{184A5163-04A7-D5A6-DD26-8404BAD855D2}"/>
                  </a:ext>
                </a:extLst>
              </p:cNvPr>
              <p:cNvSpPr/>
              <p:nvPr/>
            </p:nvSpPr>
            <p:spPr bwMode="auto">
              <a:xfrm>
                <a:off x="2757890" y="4814638"/>
                <a:ext cx="263933" cy="235244"/>
              </a:xfrm>
              <a:custGeom>
                <a:avLst/>
                <a:gdLst>
                  <a:gd name="T0" fmla="*/ 4763 w 184"/>
                  <a:gd name="T1" fmla="*/ 0 h 164"/>
                  <a:gd name="T2" fmla="*/ 4763 w 184"/>
                  <a:gd name="T3" fmla="*/ 0 h 164"/>
                  <a:gd name="T4" fmla="*/ 292100 w 184"/>
                  <a:gd name="T5" fmla="*/ 0 h 164"/>
                  <a:gd name="T6" fmla="*/ 292100 w 184"/>
                  <a:gd name="T7" fmla="*/ 0 h 164"/>
                  <a:gd name="T8" fmla="*/ 265113 w 184"/>
                  <a:gd name="T9" fmla="*/ 222250 h 164"/>
                  <a:gd name="T10" fmla="*/ 265113 w 184"/>
                  <a:gd name="T11" fmla="*/ 222250 h 164"/>
                  <a:gd name="T12" fmla="*/ 263525 w 184"/>
                  <a:gd name="T13" fmla="*/ 230188 h 164"/>
                  <a:gd name="T14" fmla="*/ 260350 w 184"/>
                  <a:gd name="T15" fmla="*/ 236538 h 164"/>
                  <a:gd name="T16" fmla="*/ 249238 w 184"/>
                  <a:gd name="T17" fmla="*/ 247650 h 164"/>
                  <a:gd name="T18" fmla="*/ 236538 w 184"/>
                  <a:gd name="T19" fmla="*/ 255588 h 164"/>
                  <a:gd name="T20" fmla="*/ 223838 w 184"/>
                  <a:gd name="T21" fmla="*/ 260350 h 164"/>
                  <a:gd name="T22" fmla="*/ 223838 w 184"/>
                  <a:gd name="T23" fmla="*/ 260350 h 164"/>
                  <a:gd name="T24" fmla="*/ 0 w 184"/>
                  <a:gd name="T25" fmla="*/ 204788 h 164"/>
                  <a:gd name="T26" fmla="*/ 0 w 184"/>
                  <a:gd name="T27" fmla="*/ 204788 h 164"/>
                  <a:gd name="T28" fmla="*/ 4763 w 184"/>
                  <a:gd name="T29" fmla="*/ 0 h 164"/>
                  <a:gd name="T30" fmla="*/ 4763 w 184"/>
                  <a:gd name="T31" fmla="*/ 0 h 16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84" h="164">
                    <a:moveTo>
                      <a:pt x="3" y="0"/>
                    </a:moveTo>
                    <a:lnTo>
                      <a:pt x="3" y="0"/>
                    </a:lnTo>
                    <a:lnTo>
                      <a:pt x="184" y="0"/>
                    </a:lnTo>
                    <a:lnTo>
                      <a:pt x="167" y="140"/>
                    </a:lnTo>
                    <a:lnTo>
                      <a:pt x="166" y="145"/>
                    </a:lnTo>
                    <a:lnTo>
                      <a:pt x="164" y="149"/>
                    </a:lnTo>
                    <a:lnTo>
                      <a:pt x="157" y="156"/>
                    </a:lnTo>
                    <a:lnTo>
                      <a:pt x="149" y="161"/>
                    </a:lnTo>
                    <a:lnTo>
                      <a:pt x="141" y="164"/>
                    </a:lnTo>
                    <a:lnTo>
                      <a:pt x="0" y="129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AAAAA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51" name="íşlíḑé">
                <a:extLst>
                  <a:ext uri="{FF2B5EF4-FFF2-40B4-BE49-F238E27FC236}">
                    <a16:creationId xmlns:a16="http://schemas.microsoft.com/office/drawing/2014/main" id="{B76BE5FF-137C-BE7F-0613-B2AE719C87B1}"/>
                  </a:ext>
                </a:extLst>
              </p:cNvPr>
              <p:cNvSpPr/>
              <p:nvPr/>
            </p:nvSpPr>
            <p:spPr bwMode="auto">
              <a:xfrm>
                <a:off x="2762193" y="4814638"/>
                <a:ext cx="259630" cy="235244"/>
              </a:xfrm>
              <a:custGeom>
                <a:avLst/>
                <a:gdLst>
                  <a:gd name="T0" fmla="*/ 6350 w 181"/>
                  <a:gd name="T1" fmla="*/ 0 h 164"/>
                  <a:gd name="T2" fmla="*/ 6350 w 181"/>
                  <a:gd name="T3" fmla="*/ 0 h 164"/>
                  <a:gd name="T4" fmla="*/ 287338 w 181"/>
                  <a:gd name="T5" fmla="*/ 0 h 164"/>
                  <a:gd name="T6" fmla="*/ 287338 w 181"/>
                  <a:gd name="T7" fmla="*/ 0 h 164"/>
                  <a:gd name="T8" fmla="*/ 260350 w 181"/>
                  <a:gd name="T9" fmla="*/ 222250 h 164"/>
                  <a:gd name="T10" fmla="*/ 260350 w 181"/>
                  <a:gd name="T11" fmla="*/ 222250 h 164"/>
                  <a:gd name="T12" fmla="*/ 258763 w 181"/>
                  <a:gd name="T13" fmla="*/ 230188 h 164"/>
                  <a:gd name="T14" fmla="*/ 255588 w 181"/>
                  <a:gd name="T15" fmla="*/ 236538 h 164"/>
                  <a:gd name="T16" fmla="*/ 244475 w 181"/>
                  <a:gd name="T17" fmla="*/ 247650 h 164"/>
                  <a:gd name="T18" fmla="*/ 231775 w 181"/>
                  <a:gd name="T19" fmla="*/ 254000 h 164"/>
                  <a:gd name="T20" fmla="*/ 219075 w 181"/>
                  <a:gd name="T21" fmla="*/ 260350 h 164"/>
                  <a:gd name="T22" fmla="*/ 219075 w 181"/>
                  <a:gd name="T23" fmla="*/ 260350 h 164"/>
                  <a:gd name="T24" fmla="*/ 0 w 181"/>
                  <a:gd name="T25" fmla="*/ 203200 h 164"/>
                  <a:gd name="T26" fmla="*/ 0 w 181"/>
                  <a:gd name="T27" fmla="*/ 203200 h 164"/>
                  <a:gd name="T28" fmla="*/ 6350 w 181"/>
                  <a:gd name="T29" fmla="*/ 0 h 164"/>
                  <a:gd name="T30" fmla="*/ 6350 w 181"/>
                  <a:gd name="T31" fmla="*/ 0 h 16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81" h="164">
                    <a:moveTo>
                      <a:pt x="4" y="0"/>
                    </a:moveTo>
                    <a:lnTo>
                      <a:pt x="4" y="0"/>
                    </a:lnTo>
                    <a:lnTo>
                      <a:pt x="181" y="0"/>
                    </a:lnTo>
                    <a:lnTo>
                      <a:pt x="164" y="140"/>
                    </a:lnTo>
                    <a:lnTo>
                      <a:pt x="163" y="145"/>
                    </a:lnTo>
                    <a:lnTo>
                      <a:pt x="161" y="149"/>
                    </a:lnTo>
                    <a:lnTo>
                      <a:pt x="154" y="156"/>
                    </a:lnTo>
                    <a:lnTo>
                      <a:pt x="146" y="160"/>
                    </a:lnTo>
                    <a:lnTo>
                      <a:pt x="138" y="164"/>
                    </a:lnTo>
                    <a:lnTo>
                      <a:pt x="0" y="128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AAAA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52" name="išľíḑè">
                <a:extLst>
                  <a:ext uri="{FF2B5EF4-FFF2-40B4-BE49-F238E27FC236}">
                    <a16:creationId xmlns:a16="http://schemas.microsoft.com/office/drawing/2014/main" id="{0A4A71C2-B912-AF0D-5ADF-0DF6ADBD2D9B}"/>
                  </a:ext>
                </a:extLst>
              </p:cNvPr>
              <p:cNvSpPr/>
              <p:nvPr/>
            </p:nvSpPr>
            <p:spPr bwMode="auto">
              <a:xfrm>
                <a:off x="2767931" y="4814638"/>
                <a:ext cx="253892" cy="233810"/>
              </a:xfrm>
              <a:custGeom>
                <a:avLst/>
                <a:gdLst>
                  <a:gd name="T0" fmla="*/ 6350 w 177"/>
                  <a:gd name="T1" fmla="*/ 0 h 163"/>
                  <a:gd name="T2" fmla="*/ 6350 w 177"/>
                  <a:gd name="T3" fmla="*/ 0 h 163"/>
                  <a:gd name="T4" fmla="*/ 280988 w 177"/>
                  <a:gd name="T5" fmla="*/ 0 h 163"/>
                  <a:gd name="T6" fmla="*/ 280988 w 177"/>
                  <a:gd name="T7" fmla="*/ 0 h 163"/>
                  <a:gd name="T8" fmla="*/ 254000 w 177"/>
                  <a:gd name="T9" fmla="*/ 222250 h 163"/>
                  <a:gd name="T10" fmla="*/ 254000 w 177"/>
                  <a:gd name="T11" fmla="*/ 222250 h 163"/>
                  <a:gd name="T12" fmla="*/ 252413 w 177"/>
                  <a:gd name="T13" fmla="*/ 230188 h 163"/>
                  <a:gd name="T14" fmla="*/ 249238 w 177"/>
                  <a:gd name="T15" fmla="*/ 236538 h 163"/>
                  <a:gd name="T16" fmla="*/ 238125 w 177"/>
                  <a:gd name="T17" fmla="*/ 247650 h 163"/>
                  <a:gd name="T18" fmla="*/ 225425 w 177"/>
                  <a:gd name="T19" fmla="*/ 254000 h 163"/>
                  <a:gd name="T20" fmla="*/ 212725 w 177"/>
                  <a:gd name="T21" fmla="*/ 258763 h 163"/>
                  <a:gd name="T22" fmla="*/ 212725 w 177"/>
                  <a:gd name="T23" fmla="*/ 258763 h 163"/>
                  <a:gd name="T24" fmla="*/ 0 w 177"/>
                  <a:gd name="T25" fmla="*/ 203200 h 163"/>
                  <a:gd name="T26" fmla="*/ 0 w 177"/>
                  <a:gd name="T27" fmla="*/ 203200 h 163"/>
                  <a:gd name="T28" fmla="*/ 6350 w 177"/>
                  <a:gd name="T29" fmla="*/ 0 h 163"/>
                  <a:gd name="T30" fmla="*/ 6350 w 177"/>
                  <a:gd name="T31" fmla="*/ 0 h 16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77" h="163">
                    <a:moveTo>
                      <a:pt x="4" y="0"/>
                    </a:moveTo>
                    <a:lnTo>
                      <a:pt x="4" y="0"/>
                    </a:lnTo>
                    <a:lnTo>
                      <a:pt x="177" y="0"/>
                    </a:lnTo>
                    <a:lnTo>
                      <a:pt x="160" y="140"/>
                    </a:lnTo>
                    <a:lnTo>
                      <a:pt x="159" y="145"/>
                    </a:lnTo>
                    <a:lnTo>
                      <a:pt x="157" y="149"/>
                    </a:lnTo>
                    <a:lnTo>
                      <a:pt x="150" y="156"/>
                    </a:lnTo>
                    <a:lnTo>
                      <a:pt x="142" y="160"/>
                    </a:lnTo>
                    <a:lnTo>
                      <a:pt x="134" y="163"/>
                    </a:lnTo>
                    <a:lnTo>
                      <a:pt x="0" y="128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ABABA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53" name="îṧľîḑé">
                <a:extLst>
                  <a:ext uri="{FF2B5EF4-FFF2-40B4-BE49-F238E27FC236}">
                    <a16:creationId xmlns:a16="http://schemas.microsoft.com/office/drawing/2014/main" id="{E2B007C6-6422-FE77-C6A6-79A4081E6496}"/>
                  </a:ext>
                </a:extLst>
              </p:cNvPr>
              <p:cNvSpPr/>
              <p:nvPr/>
            </p:nvSpPr>
            <p:spPr bwMode="auto">
              <a:xfrm>
                <a:off x="2773669" y="4814638"/>
                <a:ext cx="248154" cy="233810"/>
              </a:xfrm>
              <a:custGeom>
                <a:avLst/>
                <a:gdLst>
                  <a:gd name="T0" fmla="*/ 4763 w 173"/>
                  <a:gd name="T1" fmla="*/ 0 h 163"/>
                  <a:gd name="T2" fmla="*/ 4763 w 173"/>
                  <a:gd name="T3" fmla="*/ 0 h 163"/>
                  <a:gd name="T4" fmla="*/ 274638 w 173"/>
                  <a:gd name="T5" fmla="*/ 0 h 163"/>
                  <a:gd name="T6" fmla="*/ 274638 w 173"/>
                  <a:gd name="T7" fmla="*/ 0 h 163"/>
                  <a:gd name="T8" fmla="*/ 247650 w 173"/>
                  <a:gd name="T9" fmla="*/ 222250 h 163"/>
                  <a:gd name="T10" fmla="*/ 247650 w 173"/>
                  <a:gd name="T11" fmla="*/ 222250 h 163"/>
                  <a:gd name="T12" fmla="*/ 246063 w 173"/>
                  <a:gd name="T13" fmla="*/ 230188 h 163"/>
                  <a:gd name="T14" fmla="*/ 242888 w 173"/>
                  <a:gd name="T15" fmla="*/ 236538 h 163"/>
                  <a:gd name="T16" fmla="*/ 231775 w 173"/>
                  <a:gd name="T17" fmla="*/ 247650 h 163"/>
                  <a:gd name="T18" fmla="*/ 222250 w 173"/>
                  <a:gd name="T19" fmla="*/ 254000 h 163"/>
                  <a:gd name="T20" fmla="*/ 209550 w 173"/>
                  <a:gd name="T21" fmla="*/ 258763 h 163"/>
                  <a:gd name="T22" fmla="*/ 209550 w 173"/>
                  <a:gd name="T23" fmla="*/ 258763 h 163"/>
                  <a:gd name="T24" fmla="*/ 0 w 173"/>
                  <a:gd name="T25" fmla="*/ 200025 h 163"/>
                  <a:gd name="T26" fmla="*/ 0 w 173"/>
                  <a:gd name="T27" fmla="*/ 200025 h 163"/>
                  <a:gd name="T28" fmla="*/ 4763 w 173"/>
                  <a:gd name="T29" fmla="*/ 0 h 163"/>
                  <a:gd name="T30" fmla="*/ 4763 w 173"/>
                  <a:gd name="T31" fmla="*/ 0 h 16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73" h="163">
                    <a:moveTo>
                      <a:pt x="3" y="0"/>
                    </a:moveTo>
                    <a:lnTo>
                      <a:pt x="3" y="0"/>
                    </a:lnTo>
                    <a:lnTo>
                      <a:pt x="173" y="0"/>
                    </a:lnTo>
                    <a:lnTo>
                      <a:pt x="156" y="140"/>
                    </a:lnTo>
                    <a:lnTo>
                      <a:pt x="155" y="145"/>
                    </a:lnTo>
                    <a:lnTo>
                      <a:pt x="153" y="149"/>
                    </a:lnTo>
                    <a:lnTo>
                      <a:pt x="146" y="156"/>
                    </a:lnTo>
                    <a:lnTo>
                      <a:pt x="140" y="160"/>
                    </a:lnTo>
                    <a:lnTo>
                      <a:pt x="132" y="163"/>
                    </a:lnTo>
                    <a:lnTo>
                      <a:pt x="0" y="126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ACACA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54" name="íṥľîḑe">
                <a:extLst>
                  <a:ext uri="{FF2B5EF4-FFF2-40B4-BE49-F238E27FC236}">
                    <a16:creationId xmlns:a16="http://schemas.microsoft.com/office/drawing/2014/main" id="{474115ED-BCC1-BDFD-8D63-B721D0F6AF20}"/>
                  </a:ext>
                </a:extLst>
              </p:cNvPr>
              <p:cNvSpPr/>
              <p:nvPr/>
            </p:nvSpPr>
            <p:spPr bwMode="auto">
              <a:xfrm>
                <a:off x="2779406" y="4814638"/>
                <a:ext cx="242417" cy="233810"/>
              </a:xfrm>
              <a:custGeom>
                <a:avLst/>
                <a:gdLst>
                  <a:gd name="T0" fmla="*/ 4763 w 169"/>
                  <a:gd name="T1" fmla="*/ 0 h 163"/>
                  <a:gd name="T2" fmla="*/ 4763 w 169"/>
                  <a:gd name="T3" fmla="*/ 0 h 163"/>
                  <a:gd name="T4" fmla="*/ 268288 w 169"/>
                  <a:gd name="T5" fmla="*/ 0 h 163"/>
                  <a:gd name="T6" fmla="*/ 268288 w 169"/>
                  <a:gd name="T7" fmla="*/ 0 h 163"/>
                  <a:gd name="T8" fmla="*/ 241300 w 169"/>
                  <a:gd name="T9" fmla="*/ 222250 h 163"/>
                  <a:gd name="T10" fmla="*/ 241300 w 169"/>
                  <a:gd name="T11" fmla="*/ 222250 h 163"/>
                  <a:gd name="T12" fmla="*/ 239713 w 169"/>
                  <a:gd name="T13" fmla="*/ 228600 h 163"/>
                  <a:gd name="T14" fmla="*/ 236538 w 169"/>
                  <a:gd name="T15" fmla="*/ 234950 h 163"/>
                  <a:gd name="T16" fmla="*/ 225425 w 169"/>
                  <a:gd name="T17" fmla="*/ 246063 h 163"/>
                  <a:gd name="T18" fmla="*/ 215900 w 169"/>
                  <a:gd name="T19" fmla="*/ 254000 h 163"/>
                  <a:gd name="T20" fmla="*/ 203200 w 169"/>
                  <a:gd name="T21" fmla="*/ 258763 h 163"/>
                  <a:gd name="T22" fmla="*/ 203200 w 169"/>
                  <a:gd name="T23" fmla="*/ 258763 h 163"/>
                  <a:gd name="T24" fmla="*/ 0 w 169"/>
                  <a:gd name="T25" fmla="*/ 198438 h 163"/>
                  <a:gd name="T26" fmla="*/ 0 w 169"/>
                  <a:gd name="T27" fmla="*/ 198438 h 163"/>
                  <a:gd name="T28" fmla="*/ 4763 w 169"/>
                  <a:gd name="T29" fmla="*/ 0 h 163"/>
                  <a:gd name="T30" fmla="*/ 4763 w 169"/>
                  <a:gd name="T31" fmla="*/ 0 h 16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9" h="163">
                    <a:moveTo>
                      <a:pt x="3" y="0"/>
                    </a:moveTo>
                    <a:lnTo>
                      <a:pt x="3" y="0"/>
                    </a:lnTo>
                    <a:lnTo>
                      <a:pt x="169" y="0"/>
                    </a:lnTo>
                    <a:lnTo>
                      <a:pt x="152" y="140"/>
                    </a:lnTo>
                    <a:lnTo>
                      <a:pt x="151" y="144"/>
                    </a:lnTo>
                    <a:lnTo>
                      <a:pt x="149" y="148"/>
                    </a:lnTo>
                    <a:lnTo>
                      <a:pt x="142" y="155"/>
                    </a:lnTo>
                    <a:lnTo>
                      <a:pt x="136" y="160"/>
                    </a:lnTo>
                    <a:lnTo>
                      <a:pt x="128" y="163"/>
                    </a:lnTo>
                    <a:lnTo>
                      <a:pt x="0" y="12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ACAC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55" name="iṩlîḍe">
                <a:extLst>
                  <a:ext uri="{FF2B5EF4-FFF2-40B4-BE49-F238E27FC236}">
                    <a16:creationId xmlns:a16="http://schemas.microsoft.com/office/drawing/2014/main" id="{C5E324B7-F277-E7DC-A8C4-BDA2D94C5266}"/>
                  </a:ext>
                </a:extLst>
              </p:cNvPr>
              <p:cNvSpPr/>
              <p:nvPr/>
            </p:nvSpPr>
            <p:spPr bwMode="auto">
              <a:xfrm>
                <a:off x="2783709" y="4814638"/>
                <a:ext cx="238113" cy="233810"/>
              </a:xfrm>
              <a:custGeom>
                <a:avLst/>
                <a:gdLst>
                  <a:gd name="T0" fmla="*/ 6350 w 166"/>
                  <a:gd name="T1" fmla="*/ 0 h 163"/>
                  <a:gd name="T2" fmla="*/ 6350 w 166"/>
                  <a:gd name="T3" fmla="*/ 0 h 163"/>
                  <a:gd name="T4" fmla="*/ 263525 w 166"/>
                  <a:gd name="T5" fmla="*/ 0 h 163"/>
                  <a:gd name="T6" fmla="*/ 263525 w 166"/>
                  <a:gd name="T7" fmla="*/ 0 h 163"/>
                  <a:gd name="T8" fmla="*/ 236538 w 166"/>
                  <a:gd name="T9" fmla="*/ 222250 h 163"/>
                  <a:gd name="T10" fmla="*/ 236538 w 166"/>
                  <a:gd name="T11" fmla="*/ 222250 h 163"/>
                  <a:gd name="T12" fmla="*/ 234950 w 166"/>
                  <a:gd name="T13" fmla="*/ 228600 h 163"/>
                  <a:gd name="T14" fmla="*/ 231775 w 166"/>
                  <a:gd name="T15" fmla="*/ 234950 h 163"/>
                  <a:gd name="T16" fmla="*/ 223838 w 166"/>
                  <a:gd name="T17" fmla="*/ 246063 h 163"/>
                  <a:gd name="T18" fmla="*/ 211138 w 166"/>
                  <a:gd name="T19" fmla="*/ 254000 h 163"/>
                  <a:gd name="T20" fmla="*/ 198438 w 166"/>
                  <a:gd name="T21" fmla="*/ 258763 h 163"/>
                  <a:gd name="T22" fmla="*/ 198438 w 166"/>
                  <a:gd name="T23" fmla="*/ 258763 h 163"/>
                  <a:gd name="T24" fmla="*/ 0 w 166"/>
                  <a:gd name="T25" fmla="*/ 196850 h 163"/>
                  <a:gd name="T26" fmla="*/ 0 w 166"/>
                  <a:gd name="T27" fmla="*/ 196850 h 163"/>
                  <a:gd name="T28" fmla="*/ 6350 w 166"/>
                  <a:gd name="T29" fmla="*/ 0 h 163"/>
                  <a:gd name="T30" fmla="*/ 6350 w 166"/>
                  <a:gd name="T31" fmla="*/ 0 h 16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6" h="163">
                    <a:moveTo>
                      <a:pt x="4" y="0"/>
                    </a:moveTo>
                    <a:lnTo>
                      <a:pt x="4" y="0"/>
                    </a:lnTo>
                    <a:lnTo>
                      <a:pt x="166" y="0"/>
                    </a:lnTo>
                    <a:lnTo>
                      <a:pt x="149" y="140"/>
                    </a:lnTo>
                    <a:lnTo>
                      <a:pt x="148" y="144"/>
                    </a:lnTo>
                    <a:lnTo>
                      <a:pt x="146" y="148"/>
                    </a:lnTo>
                    <a:lnTo>
                      <a:pt x="141" y="155"/>
                    </a:lnTo>
                    <a:lnTo>
                      <a:pt x="133" y="160"/>
                    </a:lnTo>
                    <a:lnTo>
                      <a:pt x="125" y="163"/>
                    </a:lnTo>
                    <a:lnTo>
                      <a:pt x="0" y="124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ADAD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56" name="iṣḻíḍé">
                <a:extLst>
                  <a:ext uri="{FF2B5EF4-FFF2-40B4-BE49-F238E27FC236}">
                    <a16:creationId xmlns:a16="http://schemas.microsoft.com/office/drawing/2014/main" id="{F71E16F0-34AE-9F6B-99D9-1FC4E7D2274D}"/>
                  </a:ext>
                </a:extLst>
              </p:cNvPr>
              <p:cNvSpPr/>
              <p:nvPr/>
            </p:nvSpPr>
            <p:spPr bwMode="auto">
              <a:xfrm>
                <a:off x="2789447" y="4814638"/>
                <a:ext cx="232375" cy="233810"/>
              </a:xfrm>
              <a:custGeom>
                <a:avLst/>
                <a:gdLst>
                  <a:gd name="T0" fmla="*/ 6350 w 162"/>
                  <a:gd name="T1" fmla="*/ 0 h 163"/>
                  <a:gd name="T2" fmla="*/ 6350 w 162"/>
                  <a:gd name="T3" fmla="*/ 0 h 163"/>
                  <a:gd name="T4" fmla="*/ 257175 w 162"/>
                  <a:gd name="T5" fmla="*/ 0 h 163"/>
                  <a:gd name="T6" fmla="*/ 257175 w 162"/>
                  <a:gd name="T7" fmla="*/ 0 h 163"/>
                  <a:gd name="T8" fmla="*/ 230188 w 162"/>
                  <a:gd name="T9" fmla="*/ 222250 h 163"/>
                  <a:gd name="T10" fmla="*/ 230188 w 162"/>
                  <a:gd name="T11" fmla="*/ 222250 h 163"/>
                  <a:gd name="T12" fmla="*/ 228600 w 162"/>
                  <a:gd name="T13" fmla="*/ 228600 h 163"/>
                  <a:gd name="T14" fmla="*/ 225425 w 162"/>
                  <a:gd name="T15" fmla="*/ 234950 h 163"/>
                  <a:gd name="T16" fmla="*/ 217488 w 162"/>
                  <a:gd name="T17" fmla="*/ 246063 h 163"/>
                  <a:gd name="T18" fmla="*/ 204788 w 162"/>
                  <a:gd name="T19" fmla="*/ 254000 h 163"/>
                  <a:gd name="T20" fmla="*/ 192088 w 162"/>
                  <a:gd name="T21" fmla="*/ 258763 h 163"/>
                  <a:gd name="T22" fmla="*/ 192088 w 162"/>
                  <a:gd name="T23" fmla="*/ 258763 h 163"/>
                  <a:gd name="T24" fmla="*/ 0 w 162"/>
                  <a:gd name="T25" fmla="*/ 193675 h 163"/>
                  <a:gd name="T26" fmla="*/ 0 w 162"/>
                  <a:gd name="T27" fmla="*/ 193675 h 163"/>
                  <a:gd name="T28" fmla="*/ 6350 w 162"/>
                  <a:gd name="T29" fmla="*/ 0 h 163"/>
                  <a:gd name="T30" fmla="*/ 6350 w 162"/>
                  <a:gd name="T31" fmla="*/ 0 h 16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2" h="163">
                    <a:moveTo>
                      <a:pt x="4" y="0"/>
                    </a:moveTo>
                    <a:lnTo>
                      <a:pt x="4" y="0"/>
                    </a:lnTo>
                    <a:lnTo>
                      <a:pt x="162" y="0"/>
                    </a:lnTo>
                    <a:lnTo>
                      <a:pt x="145" y="140"/>
                    </a:lnTo>
                    <a:lnTo>
                      <a:pt x="144" y="144"/>
                    </a:lnTo>
                    <a:lnTo>
                      <a:pt x="142" y="148"/>
                    </a:lnTo>
                    <a:lnTo>
                      <a:pt x="137" y="155"/>
                    </a:lnTo>
                    <a:lnTo>
                      <a:pt x="129" y="160"/>
                    </a:lnTo>
                    <a:lnTo>
                      <a:pt x="121" y="163"/>
                    </a:lnTo>
                    <a:lnTo>
                      <a:pt x="0" y="122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AEAE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57" name="iṧľïḋé">
                <a:extLst>
                  <a:ext uri="{FF2B5EF4-FFF2-40B4-BE49-F238E27FC236}">
                    <a16:creationId xmlns:a16="http://schemas.microsoft.com/office/drawing/2014/main" id="{5ABF2147-6E4F-D39C-DC88-F1A3A97875B5}"/>
                  </a:ext>
                </a:extLst>
              </p:cNvPr>
              <p:cNvSpPr/>
              <p:nvPr/>
            </p:nvSpPr>
            <p:spPr bwMode="auto">
              <a:xfrm>
                <a:off x="2795184" y="4814638"/>
                <a:ext cx="226638" cy="233810"/>
              </a:xfrm>
              <a:custGeom>
                <a:avLst/>
                <a:gdLst>
                  <a:gd name="T0" fmla="*/ 6350 w 158"/>
                  <a:gd name="T1" fmla="*/ 0 h 163"/>
                  <a:gd name="T2" fmla="*/ 6350 w 158"/>
                  <a:gd name="T3" fmla="*/ 0 h 163"/>
                  <a:gd name="T4" fmla="*/ 250825 w 158"/>
                  <a:gd name="T5" fmla="*/ 0 h 163"/>
                  <a:gd name="T6" fmla="*/ 250825 w 158"/>
                  <a:gd name="T7" fmla="*/ 0 h 163"/>
                  <a:gd name="T8" fmla="*/ 223838 w 158"/>
                  <a:gd name="T9" fmla="*/ 222250 h 163"/>
                  <a:gd name="T10" fmla="*/ 223838 w 158"/>
                  <a:gd name="T11" fmla="*/ 222250 h 163"/>
                  <a:gd name="T12" fmla="*/ 222250 w 158"/>
                  <a:gd name="T13" fmla="*/ 228600 h 163"/>
                  <a:gd name="T14" fmla="*/ 219075 w 158"/>
                  <a:gd name="T15" fmla="*/ 234950 h 163"/>
                  <a:gd name="T16" fmla="*/ 211138 w 158"/>
                  <a:gd name="T17" fmla="*/ 246063 h 163"/>
                  <a:gd name="T18" fmla="*/ 198438 w 158"/>
                  <a:gd name="T19" fmla="*/ 254000 h 163"/>
                  <a:gd name="T20" fmla="*/ 187325 w 158"/>
                  <a:gd name="T21" fmla="*/ 258763 h 163"/>
                  <a:gd name="T22" fmla="*/ 187325 w 158"/>
                  <a:gd name="T23" fmla="*/ 258763 h 163"/>
                  <a:gd name="T24" fmla="*/ 0 w 158"/>
                  <a:gd name="T25" fmla="*/ 192088 h 163"/>
                  <a:gd name="T26" fmla="*/ 0 w 158"/>
                  <a:gd name="T27" fmla="*/ 192088 h 163"/>
                  <a:gd name="T28" fmla="*/ 6350 w 158"/>
                  <a:gd name="T29" fmla="*/ 0 h 163"/>
                  <a:gd name="T30" fmla="*/ 6350 w 158"/>
                  <a:gd name="T31" fmla="*/ 0 h 16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58" h="163">
                    <a:moveTo>
                      <a:pt x="4" y="0"/>
                    </a:moveTo>
                    <a:lnTo>
                      <a:pt x="4" y="0"/>
                    </a:lnTo>
                    <a:lnTo>
                      <a:pt x="158" y="0"/>
                    </a:lnTo>
                    <a:lnTo>
                      <a:pt x="141" y="140"/>
                    </a:lnTo>
                    <a:lnTo>
                      <a:pt x="140" y="144"/>
                    </a:lnTo>
                    <a:lnTo>
                      <a:pt x="138" y="148"/>
                    </a:lnTo>
                    <a:lnTo>
                      <a:pt x="133" y="155"/>
                    </a:lnTo>
                    <a:lnTo>
                      <a:pt x="125" y="160"/>
                    </a:lnTo>
                    <a:lnTo>
                      <a:pt x="118" y="163"/>
                    </a:lnTo>
                    <a:lnTo>
                      <a:pt x="0" y="121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AEAE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58" name="ïSļiḍé">
                <a:extLst>
                  <a:ext uri="{FF2B5EF4-FFF2-40B4-BE49-F238E27FC236}">
                    <a16:creationId xmlns:a16="http://schemas.microsoft.com/office/drawing/2014/main" id="{45347671-F6C8-6792-6DE6-F2D1BCBDC3CF}"/>
                  </a:ext>
                </a:extLst>
              </p:cNvPr>
              <p:cNvSpPr/>
              <p:nvPr/>
            </p:nvSpPr>
            <p:spPr bwMode="auto">
              <a:xfrm>
                <a:off x="2800922" y="4814638"/>
                <a:ext cx="220900" cy="233810"/>
              </a:xfrm>
              <a:custGeom>
                <a:avLst/>
                <a:gdLst>
                  <a:gd name="T0" fmla="*/ 6350 w 154"/>
                  <a:gd name="T1" fmla="*/ 0 h 163"/>
                  <a:gd name="T2" fmla="*/ 6350 w 154"/>
                  <a:gd name="T3" fmla="*/ 0 h 163"/>
                  <a:gd name="T4" fmla="*/ 244475 w 154"/>
                  <a:gd name="T5" fmla="*/ 0 h 163"/>
                  <a:gd name="T6" fmla="*/ 244475 w 154"/>
                  <a:gd name="T7" fmla="*/ 0 h 163"/>
                  <a:gd name="T8" fmla="*/ 217488 w 154"/>
                  <a:gd name="T9" fmla="*/ 222250 h 163"/>
                  <a:gd name="T10" fmla="*/ 217488 w 154"/>
                  <a:gd name="T11" fmla="*/ 222250 h 163"/>
                  <a:gd name="T12" fmla="*/ 215900 w 154"/>
                  <a:gd name="T13" fmla="*/ 228600 h 163"/>
                  <a:gd name="T14" fmla="*/ 212725 w 154"/>
                  <a:gd name="T15" fmla="*/ 234950 h 163"/>
                  <a:gd name="T16" fmla="*/ 204788 w 154"/>
                  <a:gd name="T17" fmla="*/ 246063 h 163"/>
                  <a:gd name="T18" fmla="*/ 193675 w 154"/>
                  <a:gd name="T19" fmla="*/ 254000 h 163"/>
                  <a:gd name="T20" fmla="*/ 180975 w 154"/>
                  <a:gd name="T21" fmla="*/ 258763 h 163"/>
                  <a:gd name="T22" fmla="*/ 180975 w 154"/>
                  <a:gd name="T23" fmla="*/ 258763 h 163"/>
                  <a:gd name="T24" fmla="*/ 0 w 154"/>
                  <a:gd name="T25" fmla="*/ 188913 h 163"/>
                  <a:gd name="T26" fmla="*/ 0 w 154"/>
                  <a:gd name="T27" fmla="*/ 188913 h 163"/>
                  <a:gd name="T28" fmla="*/ 6350 w 154"/>
                  <a:gd name="T29" fmla="*/ 0 h 163"/>
                  <a:gd name="T30" fmla="*/ 6350 w 154"/>
                  <a:gd name="T31" fmla="*/ 0 h 16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54" h="163">
                    <a:moveTo>
                      <a:pt x="4" y="0"/>
                    </a:moveTo>
                    <a:lnTo>
                      <a:pt x="4" y="0"/>
                    </a:lnTo>
                    <a:lnTo>
                      <a:pt x="154" y="0"/>
                    </a:lnTo>
                    <a:lnTo>
                      <a:pt x="137" y="140"/>
                    </a:lnTo>
                    <a:lnTo>
                      <a:pt x="136" y="144"/>
                    </a:lnTo>
                    <a:lnTo>
                      <a:pt x="134" y="148"/>
                    </a:lnTo>
                    <a:lnTo>
                      <a:pt x="129" y="155"/>
                    </a:lnTo>
                    <a:lnTo>
                      <a:pt x="122" y="160"/>
                    </a:lnTo>
                    <a:lnTo>
                      <a:pt x="114" y="163"/>
                    </a:lnTo>
                    <a:lnTo>
                      <a:pt x="0" y="119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AFAF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59" name="íṧḷíḋê">
                <a:extLst>
                  <a:ext uri="{FF2B5EF4-FFF2-40B4-BE49-F238E27FC236}">
                    <a16:creationId xmlns:a16="http://schemas.microsoft.com/office/drawing/2014/main" id="{FDBD14DD-E5C7-78A9-1224-EAD5BAB82C1E}"/>
                  </a:ext>
                </a:extLst>
              </p:cNvPr>
              <p:cNvSpPr/>
              <p:nvPr/>
            </p:nvSpPr>
            <p:spPr bwMode="auto">
              <a:xfrm>
                <a:off x="2805226" y="4814638"/>
                <a:ext cx="216597" cy="233810"/>
              </a:xfrm>
              <a:custGeom>
                <a:avLst/>
                <a:gdLst>
                  <a:gd name="T0" fmla="*/ 6350 w 151"/>
                  <a:gd name="T1" fmla="*/ 0 h 163"/>
                  <a:gd name="T2" fmla="*/ 6350 w 151"/>
                  <a:gd name="T3" fmla="*/ 0 h 163"/>
                  <a:gd name="T4" fmla="*/ 239713 w 151"/>
                  <a:gd name="T5" fmla="*/ 0 h 163"/>
                  <a:gd name="T6" fmla="*/ 239713 w 151"/>
                  <a:gd name="T7" fmla="*/ 0 h 163"/>
                  <a:gd name="T8" fmla="*/ 212725 w 151"/>
                  <a:gd name="T9" fmla="*/ 222250 h 163"/>
                  <a:gd name="T10" fmla="*/ 212725 w 151"/>
                  <a:gd name="T11" fmla="*/ 222250 h 163"/>
                  <a:gd name="T12" fmla="*/ 211138 w 151"/>
                  <a:gd name="T13" fmla="*/ 228600 h 163"/>
                  <a:gd name="T14" fmla="*/ 207963 w 151"/>
                  <a:gd name="T15" fmla="*/ 234950 h 163"/>
                  <a:gd name="T16" fmla="*/ 200025 w 151"/>
                  <a:gd name="T17" fmla="*/ 246063 h 163"/>
                  <a:gd name="T18" fmla="*/ 188913 w 151"/>
                  <a:gd name="T19" fmla="*/ 254000 h 163"/>
                  <a:gd name="T20" fmla="*/ 176213 w 151"/>
                  <a:gd name="T21" fmla="*/ 258763 h 163"/>
                  <a:gd name="T22" fmla="*/ 176213 w 151"/>
                  <a:gd name="T23" fmla="*/ 258763 h 163"/>
                  <a:gd name="T24" fmla="*/ 0 w 151"/>
                  <a:gd name="T25" fmla="*/ 188913 h 163"/>
                  <a:gd name="T26" fmla="*/ 0 w 151"/>
                  <a:gd name="T27" fmla="*/ 188913 h 163"/>
                  <a:gd name="T28" fmla="*/ 6350 w 151"/>
                  <a:gd name="T29" fmla="*/ 0 h 163"/>
                  <a:gd name="T30" fmla="*/ 6350 w 151"/>
                  <a:gd name="T31" fmla="*/ 0 h 16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51" h="163">
                    <a:moveTo>
                      <a:pt x="4" y="0"/>
                    </a:moveTo>
                    <a:lnTo>
                      <a:pt x="4" y="0"/>
                    </a:lnTo>
                    <a:lnTo>
                      <a:pt x="151" y="0"/>
                    </a:lnTo>
                    <a:lnTo>
                      <a:pt x="134" y="140"/>
                    </a:lnTo>
                    <a:lnTo>
                      <a:pt x="133" y="144"/>
                    </a:lnTo>
                    <a:lnTo>
                      <a:pt x="131" y="148"/>
                    </a:lnTo>
                    <a:lnTo>
                      <a:pt x="126" y="155"/>
                    </a:lnTo>
                    <a:lnTo>
                      <a:pt x="119" y="160"/>
                    </a:lnTo>
                    <a:lnTo>
                      <a:pt x="111" y="163"/>
                    </a:lnTo>
                    <a:lnTo>
                      <a:pt x="0" y="119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AFAFB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60" name="íšľiḋe">
                <a:extLst>
                  <a:ext uri="{FF2B5EF4-FFF2-40B4-BE49-F238E27FC236}">
                    <a16:creationId xmlns:a16="http://schemas.microsoft.com/office/drawing/2014/main" id="{3DB02D90-307C-E000-75AF-FC0E22550F2F}"/>
                  </a:ext>
                </a:extLst>
              </p:cNvPr>
              <p:cNvSpPr/>
              <p:nvPr/>
            </p:nvSpPr>
            <p:spPr bwMode="auto">
              <a:xfrm>
                <a:off x="2810963" y="4814638"/>
                <a:ext cx="210860" cy="233810"/>
              </a:xfrm>
              <a:custGeom>
                <a:avLst/>
                <a:gdLst>
                  <a:gd name="T0" fmla="*/ 6350 w 147"/>
                  <a:gd name="T1" fmla="*/ 0 h 163"/>
                  <a:gd name="T2" fmla="*/ 6350 w 147"/>
                  <a:gd name="T3" fmla="*/ 0 h 163"/>
                  <a:gd name="T4" fmla="*/ 233363 w 147"/>
                  <a:gd name="T5" fmla="*/ 0 h 163"/>
                  <a:gd name="T6" fmla="*/ 233363 w 147"/>
                  <a:gd name="T7" fmla="*/ 0 h 163"/>
                  <a:gd name="T8" fmla="*/ 206375 w 147"/>
                  <a:gd name="T9" fmla="*/ 222250 h 163"/>
                  <a:gd name="T10" fmla="*/ 206375 w 147"/>
                  <a:gd name="T11" fmla="*/ 222250 h 163"/>
                  <a:gd name="T12" fmla="*/ 204788 w 147"/>
                  <a:gd name="T13" fmla="*/ 228600 h 163"/>
                  <a:gd name="T14" fmla="*/ 201613 w 147"/>
                  <a:gd name="T15" fmla="*/ 234950 h 163"/>
                  <a:gd name="T16" fmla="*/ 193675 w 147"/>
                  <a:gd name="T17" fmla="*/ 246063 h 163"/>
                  <a:gd name="T18" fmla="*/ 182563 w 147"/>
                  <a:gd name="T19" fmla="*/ 252413 h 163"/>
                  <a:gd name="T20" fmla="*/ 169863 w 147"/>
                  <a:gd name="T21" fmla="*/ 258763 h 163"/>
                  <a:gd name="T22" fmla="*/ 169863 w 147"/>
                  <a:gd name="T23" fmla="*/ 258763 h 163"/>
                  <a:gd name="T24" fmla="*/ 0 w 147"/>
                  <a:gd name="T25" fmla="*/ 187325 h 163"/>
                  <a:gd name="T26" fmla="*/ 0 w 147"/>
                  <a:gd name="T27" fmla="*/ 187325 h 163"/>
                  <a:gd name="T28" fmla="*/ 6350 w 147"/>
                  <a:gd name="T29" fmla="*/ 0 h 163"/>
                  <a:gd name="T30" fmla="*/ 6350 w 147"/>
                  <a:gd name="T31" fmla="*/ 0 h 16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47" h="163">
                    <a:moveTo>
                      <a:pt x="4" y="0"/>
                    </a:moveTo>
                    <a:lnTo>
                      <a:pt x="4" y="0"/>
                    </a:lnTo>
                    <a:lnTo>
                      <a:pt x="147" y="0"/>
                    </a:lnTo>
                    <a:lnTo>
                      <a:pt x="130" y="140"/>
                    </a:lnTo>
                    <a:lnTo>
                      <a:pt x="129" y="144"/>
                    </a:lnTo>
                    <a:lnTo>
                      <a:pt x="127" y="148"/>
                    </a:lnTo>
                    <a:lnTo>
                      <a:pt x="122" y="155"/>
                    </a:lnTo>
                    <a:lnTo>
                      <a:pt x="115" y="159"/>
                    </a:lnTo>
                    <a:lnTo>
                      <a:pt x="107" y="163"/>
                    </a:lnTo>
                    <a:lnTo>
                      <a:pt x="0" y="118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B0B0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61" name="íŝľíḋê">
                <a:extLst>
                  <a:ext uri="{FF2B5EF4-FFF2-40B4-BE49-F238E27FC236}">
                    <a16:creationId xmlns:a16="http://schemas.microsoft.com/office/drawing/2014/main" id="{57481FE0-C9F1-5324-4027-9B40CCC760DB}"/>
                  </a:ext>
                </a:extLst>
              </p:cNvPr>
              <p:cNvSpPr/>
              <p:nvPr/>
            </p:nvSpPr>
            <p:spPr bwMode="auto">
              <a:xfrm>
                <a:off x="2816701" y="4814638"/>
                <a:ext cx="205122" cy="233810"/>
              </a:xfrm>
              <a:custGeom>
                <a:avLst/>
                <a:gdLst>
                  <a:gd name="T0" fmla="*/ 6350 w 143"/>
                  <a:gd name="T1" fmla="*/ 0 h 163"/>
                  <a:gd name="T2" fmla="*/ 6350 w 143"/>
                  <a:gd name="T3" fmla="*/ 0 h 163"/>
                  <a:gd name="T4" fmla="*/ 227013 w 143"/>
                  <a:gd name="T5" fmla="*/ 0 h 163"/>
                  <a:gd name="T6" fmla="*/ 227013 w 143"/>
                  <a:gd name="T7" fmla="*/ 0 h 163"/>
                  <a:gd name="T8" fmla="*/ 200025 w 143"/>
                  <a:gd name="T9" fmla="*/ 222250 h 163"/>
                  <a:gd name="T10" fmla="*/ 200025 w 143"/>
                  <a:gd name="T11" fmla="*/ 222250 h 163"/>
                  <a:gd name="T12" fmla="*/ 198438 w 143"/>
                  <a:gd name="T13" fmla="*/ 228600 h 163"/>
                  <a:gd name="T14" fmla="*/ 195263 w 143"/>
                  <a:gd name="T15" fmla="*/ 234950 h 163"/>
                  <a:gd name="T16" fmla="*/ 187325 w 143"/>
                  <a:gd name="T17" fmla="*/ 246063 h 163"/>
                  <a:gd name="T18" fmla="*/ 176213 w 143"/>
                  <a:gd name="T19" fmla="*/ 252413 h 163"/>
                  <a:gd name="T20" fmla="*/ 165100 w 143"/>
                  <a:gd name="T21" fmla="*/ 258763 h 163"/>
                  <a:gd name="T22" fmla="*/ 165100 w 143"/>
                  <a:gd name="T23" fmla="*/ 258763 h 163"/>
                  <a:gd name="T24" fmla="*/ 0 w 143"/>
                  <a:gd name="T25" fmla="*/ 185738 h 163"/>
                  <a:gd name="T26" fmla="*/ 0 w 143"/>
                  <a:gd name="T27" fmla="*/ 185738 h 163"/>
                  <a:gd name="T28" fmla="*/ 6350 w 143"/>
                  <a:gd name="T29" fmla="*/ 0 h 163"/>
                  <a:gd name="T30" fmla="*/ 6350 w 143"/>
                  <a:gd name="T31" fmla="*/ 0 h 16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43" h="163">
                    <a:moveTo>
                      <a:pt x="4" y="0"/>
                    </a:moveTo>
                    <a:lnTo>
                      <a:pt x="4" y="0"/>
                    </a:lnTo>
                    <a:lnTo>
                      <a:pt x="143" y="0"/>
                    </a:lnTo>
                    <a:lnTo>
                      <a:pt x="126" y="140"/>
                    </a:lnTo>
                    <a:lnTo>
                      <a:pt x="125" y="144"/>
                    </a:lnTo>
                    <a:lnTo>
                      <a:pt x="123" y="148"/>
                    </a:lnTo>
                    <a:lnTo>
                      <a:pt x="118" y="155"/>
                    </a:lnTo>
                    <a:lnTo>
                      <a:pt x="111" y="159"/>
                    </a:lnTo>
                    <a:lnTo>
                      <a:pt x="104" y="163"/>
                    </a:lnTo>
                    <a:lnTo>
                      <a:pt x="0" y="117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B1B1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62" name="ísľîḋê">
                <a:extLst>
                  <a:ext uri="{FF2B5EF4-FFF2-40B4-BE49-F238E27FC236}">
                    <a16:creationId xmlns:a16="http://schemas.microsoft.com/office/drawing/2014/main" id="{8D49C69C-4178-F161-7C09-4A083420597F}"/>
                  </a:ext>
                </a:extLst>
              </p:cNvPr>
              <p:cNvSpPr/>
              <p:nvPr/>
            </p:nvSpPr>
            <p:spPr bwMode="auto">
              <a:xfrm>
                <a:off x="2822439" y="4814638"/>
                <a:ext cx="199384" cy="230942"/>
              </a:xfrm>
              <a:custGeom>
                <a:avLst/>
                <a:gdLst>
                  <a:gd name="T0" fmla="*/ 6350 w 139"/>
                  <a:gd name="T1" fmla="*/ 0 h 161"/>
                  <a:gd name="T2" fmla="*/ 6350 w 139"/>
                  <a:gd name="T3" fmla="*/ 0 h 161"/>
                  <a:gd name="T4" fmla="*/ 220663 w 139"/>
                  <a:gd name="T5" fmla="*/ 0 h 161"/>
                  <a:gd name="T6" fmla="*/ 220663 w 139"/>
                  <a:gd name="T7" fmla="*/ 0 h 161"/>
                  <a:gd name="T8" fmla="*/ 193675 w 139"/>
                  <a:gd name="T9" fmla="*/ 222250 h 161"/>
                  <a:gd name="T10" fmla="*/ 193675 w 139"/>
                  <a:gd name="T11" fmla="*/ 222250 h 161"/>
                  <a:gd name="T12" fmla="*/ 192088 w 139"/>
                  <a:gd name="T13" fmla="*/ 228600 h 161"/>
                  <a:gd name="T14" fmla="*/ 188913 w 139"/>
                  <a:gd name="T15" fmla="*/ 234950 h 161"/>
                  <a:gd name="T16" fmla="*/ 180975 w 139"/>
                  <a:gd name="T17" fmla="*/ 246063 h 161"/>
                  <a:gd name="T18" fmla="*/ 169863 w 139"/>
                  <a:gd name="T19" fmla="*/ 252413 h 161"/>
                  <a:gd name="T20" fmla="*/ 158750 w 139"/>
                  <a:gd name="T21" fmla="*/ 255588 h 161"/>
                  <a:gd name="T22" fmla="*/ 158750 w 139"/>
                  <a:gd name="T23" fmla="*/ 255588 h 161"/>
                  <a:gd name="T24" fmla="*/ 0 w 139"/>
                  <a:gd name="T25" fmla="*/ 182563 h 161"/>
                  <a:gd name="T26" fmla="*/ 0 w 139"/>
                  <a:gd name="T27" fmla="*/ 182563 h 161"/>
                  <a:gd name="T28" fmla="*/ 6350 w 139"/>
                  <a:gd name="T29" fmla="*/ 0 h 161"/>
                  <a:gd name="T30" fmla="*/ 6350 w 139"/>
                  <a:gd name="T31" fmla="*/ 0 h 161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39" h="161">
                    <a:moveTo>
                      <a:pt x="4" y="0"/>
                    </a:moveTo>
                    <a:lnTo>
                      <a:pt x="4" y="0"/>
                    </a:lnTo>
                    <a:lnTo>
                      <a:pt x="139" y="0"/>
                    </a:lnTo>
                    <a:lnTo>
                      <a:pt x="122" y="140"/>
                    </a:lnTo>
                    <a:lnTo>
                      <a:pt x="121" y="144"/>
                    </a:lnTo>
                    <a:lnTo>
                      <a:pt x="119" y="148"/>
                    </a:lnTo>
                    <a:lnTo>
                      <a:pt x="114" y="155"/>
                    </a:lnTo>
                    <a:lnTo>
                      <a:pt x="107" y="159"/>
                    </a:lnTo>
                    <a:lnTo>
                      <a:pt x="100" y="161"/>
                    </a:lnTo>
                    <a:lnTo>
                      <a:pt x="0" y="11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B1B1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63" name="iṩľîďé">
                <a:extLst>
                  <a:ext uri="{FF2B5EF4-FFF2-40B4-BE49-F238E27FC236}">
                    <a16:creationId xmlns:a16="http://schemas.microsoft.com/office/drawing/2014/main" id="{6E8737F5-807A-3238-8CCE-EE6A5CF03CE5}"/>
                  </a:ext>
                </a:extLst>
              </p:cNvPr>
              <p:cNvSpPr/>
              <p:nvPr/>
            </p:nvSpPr>
            <p:spPr bwMode="auto">
              <a:xfrm>
                <a:off x="2828176" y="4814638"/>
                <a:ext cx="193647" cy="230942"/>
              </a:xfrm>
              <a:custGeom>
                <a:avLst/>
                <a:gdLst>
                  <a:gd name="T0" fmla="*/ 6350 w 135"/>
                  <a:gd name="T1" fmla="*/ 0 h 161"/>
                  <a:gd name="T2" fmla="*/ 6350 w 135"/>
                  <a:gd name="T3" fmla="*/ 0 h 161"/>
                  <a:gd name="T4" fmla="*/ 214313 w 135"/>
                  <a:gd name="T5" fmla="*/ 0 h 161"/>
                  <a:gd name="T6" fmla="*/ 214313 w 135"/>
                  <a:gd name="T7" fmla="*/ 0 h 161"/>
                  <a:gd name="T8" fmla="*/ 187325 w 135"/>
                  <a:gd name="T9" fmla="*/ 222250 h 161"/>
                  <a:gd name="T10" fmla="*/ 187325 w 135"/>
                  <a:gd name="T11" fmla="*/ 222250 h 161"/>
                  <a:gd name="T12" fmla="*/ 185738 w 135"/>
                  <a:gd name="T13" fmla="*/ 228600 h 161"/>
                  <a:gd name="T14" fmla="*/ 182563 w 135"/>
                  <a:gd name="T15" fmla="*/ 234950 h 161"/>
                  <a:gd name="T16" fmla="*/ 174625 w 135"/>
                  <a:gd name="T17" fmla="*/ 246063 h 161"/>
                  <a:gd name="T18" fmla="*/ 163513 w 135"/>
                  <a:gd name="T19" fmla="*/ 252413 h 161"/>
                  <a:gd name="T20" fmla="*/ 152400 w 135"/>
                  <a:gd name="T21" fmla="*/ 255588 h 161"/>
                  <a:gd name="T22" fmla="*/ 152400 w 135"/>
                  <a:gd name="T23" fmla="*/ 255588 h 161"/>
                  <a:gd name="T24" fmla="*/ 0 w 135"/>
                  <a:gd name="T25" fmla="*/ 180975 h 161"/>
                  <a:gd name="T26" fmla="*/ 0 w 135"/>
                  <a:gd name="T27" fmla="*/ 180975 h 161"/>
                  <a:gd name="T28" fmla="*/ 6350 w 135"/>
                  <a:gd name="T29" fmla="*/ 0 h 161"/>
                  <a:gd name="T30" fmla="*/ 6350 w 135"/>
                  <a:gd name="T31" fmla="*/ 0 h 161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35" h="161">
                    <a:moveTo>
                      <a:pt x="4" y="0"/>
                    </a:moveTo>
                    <a:lnTo>
                      <a:pt x="4" y="0"/>
                    </a:lnTo>
                    <a:lnTo>
                      <a:pt x="135" y="0"/>
                    </a:lnTo>
                    <a:lnTo>
                      <a:pt x="118" y="140"/>
                    </a:lnTo>
                    <a:lnTo>
                      <a:pt x="117" y="144"/>
                    </a:lnTo>
                    <a:lnTo>
                      <a:pt x="115" y="148"/>
                    </a:lnTo>
                    <a:lnTo>
                      <a:pt x="110" y="155"/>
                    </a:lnTo>
                    <a:lnTo>
                      <a:pt x="103" y="159"/>
                    </a:lnTo>
                    <a:lnTo>
                      <a:pt x="96" y="161"/>
                    </a:lnTo>
                    <a:lnTo>
                      <a:pt x="0" y="114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B2B2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64" name="ís1îdé">
                <a:extLst>
                  <a:ext uri="{FF2B5EF4-FFF2-40B4-BE49-F238E27FC236}">
                    <a16:creationId xmlns:a16="http://schemas.microsoft.com/office/drawing/2014/main" id="{CD3DA6E5-5839-6E09-9F1C-755652470423}"/>
                  </a:ext>
                </a:extLst>
              </p:cNvPr>
              <p:cNvSpPr/>
              <p:nvPr/>
            </p:nvSpPr>
            <p:spPr bwMode="auto">
              <a:xfrm>
                <a:off x="2832479" y="4814638"/>
                <a:ext cx="189343" cy="230942"/>
              </a:xfrm>
              <a:custGeom>
                <a:avLst/>
                <a:gdLst>
                  <a:gd name="T0" fmla="*/ 7938 w 132"/>
                  <a:gd name="T1" fmla="*/ 0 h 161"/>
                  <a:gd name="T2" fmla="*/ 7938 w 132"/>
                  <a:gd name="T3" fmla="*/ 0 h 161"/>
                  <a:gd name="T4" fmla="*/ 209550 w 132"/>
                  <a:gd name="T5" fmla="*/ 0 h 161"/>
                  <a:gd name="T6" fmla="*/ 209550 w 132"/>
                  <a:gd name="T7" fmla="*/ 0 h 161"/>
                  <a:gd name="T8" fmla="*/ 182563 w 132"/>
                  <a:gd name="T9" fmla="*/ 222250 h 161"/>
                  <a:gd name="T10" fmla="*/ 182563 w 132"/>
                  <a:gd name="T11" fmla="*/ 222250 h 161"/>
                  <a:gd name="T12" fmla="*/ 180975 w 132"/>
                  <a:gd name="T13" fmla="*/ 228600 h 161"/>
                  <a:gd name="T14" fmla="*/ 177800 w 132"/>
                  <a:gd name="T15" fmla="*/ 234950 h 161"/>
                  <a:gd name="T16" fmla="*/ 171450 w 132"/>
                  <a:gd name="T17" fmla="*/ 242888 h 161"/>
                  <a:gd name="T18" fmla="*/ 160338 w 132"/>
                  <a:gd name="T19" fmla="*/ 252413 h 161"/>
                  <a:gd name="T20" fmla="*/ 150813 w 132"/>
                  <a:gd name="T21" fmla="*/ 255588 h 161"/>
                  <a:gd name="T22" fmla="*/ 150813 w 132"/>
                  <a:gd name="T23" fmla="*/ 255588 h 161"/>
                  <a:gd name="T24" fmla="*/ 0 w 132"/>
                  <a:gd name="T25" fmla="*/ 179388 h 161"/>
                  <a:gd name="T26" fmla="*/ 0 w 132"/>
                  <a:gd name="T27" fmla="*/ 179388 h 161"/>
                  <a:gd name="T28" fmla="*/ 7938 w 132"/>
                  <a:gd name="T29" fmla="*/ 0 h 161"/>
                  <a:gd name="T30" fmla="*/ 7938 w 132"/>
                  <a:gd name="T31" fmla="*/ 0 h 161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32" h="161">
                    <a:moveTo>
                      <a:pt x="5" y="0"/>
                    </a:moveTo>
                    <a:lnTo>
                      <a:pt x="5" y="0"/>
                    </a:lnTo>
                    <a:lnTo>
                      <a:pt x="132" y="0"/>
                    </a:lnTo>
                    <a:lnTo>
                      <a:pt x="115" y="140"/>
                    </a:lnTo>
                    <a:lnTo>
                      <a:pt x="114" y="144"/>
                    </a:lnTo>
                    <a:lnTo>
                      <a:pt x="112" y="148"/>
                    </a:lnTo>
                    <a:lnTo>
                      <a:pt x="108" y="153"/>
                    </a:lnTo>
                    <a:lnTo>
                      <a:pt x="101" y="159"/>
                    </a:lnTo>
                    <a:lnTo>
                      <a:pt x="95" y="161"/>
                    </a:lnTo>
                    <a:lnTo>
                      <a:pt x="0" y="113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B2B2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65" name="íŝlidé">
                <a:extLst>
                  <a:ext uri="{FF2B5EF4-FFF2-40B4-BE49-F238E27FC236}">
                    <a16:creationId xmlns:a16="http://schemas.microsoft.com/office/drawing/2014/main" id="{D57E15E4-6C35-8F47-7A93-37278D650D56}"/>
                  </a:ext>
                </a:extLst>
              </p:cNvPr>
              <p:cNvSpPr/>
              <p:nvPr/>
            </p:nvSpPr>
            <p:spPr bwMode="auto">
              <a:xfrm>
                <a:off x="2838217" y="4814638"/>
                <a:ext cx="183605" cy="230942"/>
              </a:xfrm>
              <a:custGeom>
                <a:avLst/>
                <a:gdLst>
                  <a:gd name="T0" fmla="*/ 6350 w 128"/>
                  <a:gd name="T1" fmla="*/ 0 h 161"/>
                  <a:gd name="T2" fmla="*/ 6350 w 128"/>
                  <a:gd name="T3" fmla="*/ 0 h 161"/>
                  <a:gd name="T4" fmla="*/ 203200 w 128"/>
                  <a:gd name="T5" fmla="*/ 0 h 161"/>
                  <a:gd name="T6" fmla="*/ 203200 w 128"/>
                  <a:gd name="T7" fmla="*/ 0 h 161"/>
                  <a:gd name="T8" fmla="*/ 176213 w 128"/>
                  <a:gd name="T9" fmla="*/ 222250 h 161"/>
                  <a:gd name="T10" fmla="*/ 176213 w 128"/>
                  <a:gd name="T11" fmla="*/ 222250 h 161"/>
                  <a:gd name="T12" fmla="*/ 176213 w 128"/>
                  <a:gd name="T13" fmla="*/ 228600 h 161"/>
                  <a:gd name="T14" fmla="*/ 171450 w 128"/>
                  <a:gd name="T15" fmla="*/ 234950 h 161"/>
                  <a:gd name="T16" fmla="*/ 165100 w 128"/>
                  <a:gd name="T17" fmla="*/ 242888 h 161"/>
                  <a:gd name="T18" fmla="*/ 153988 w 128"/>
                  <a:gd name="T19" fmla="*/ 252413 h 161"/>
                  <a:gd name="T20" fmla="*/ 144463 w 128"/>
                  <a:gd name="T21" fmla="*/ 255588 h 161"/>
                  <a:gd name="T22" fmla="*/ 144463 w 128"/>
                  <a:gd name="T23" fmla="*/ 255588 h 161"/>
                  <a:gd name="T24" fmla="*/ 0 w 128"/>
                  <a:gd name="T25" fmla="*/ 179388 h 161"/>
                  <a:gd name="T26" fmla="*/ 0 w 128"/>
                  <a:gd name="T27" fmla="*/ 179388 h 161"/>
                  <a:gd name="T28" fmla="*/ 6350 w 128"/>
                  <a:gd name="T29" fmla="*/ 0 h 161"/>
                  <a:gd name="T30" fmla="*/ 6350 w 128"/>
                  <a:gd name="T31" fmla="*/ 0 h 161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28" h="161">
                    <a:moveTo>
                      <a:pt x="4" y="0"/>
                    </a:moveTo>
                    <a:lnTo>
                      <a:pt x="4" y="0"/>
                    </a:lnTo>
                    <a:lnTo>
                      <a:pt x="128" y="0"/>
                    </a:lnTo>
                    <a:lnTo>
                      <a:pt x="111" y="140"/>
                    </a:lnTo>
                    <a:lnTo>
                      <a:pt x="111" y="144"/>
                    </a:lnTo>
                    <a:lnTo>
                      <a:pt x="108" y="148"/>
                    </a:lnTo>
                    <a:lnTo>
                      <a:pt x="104" y="153"/>
                    </a:lnTo>
                    <a:lnTo>
                      <a:pt x="97" y="159"/>
                    </a:lnTo>
                    <a:lnTo>
                      <a:pt x="91" y="161"/>
                    </a:lnTo>
                    <a:lnTo>
                      <a:pt x="0" y="113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B3B3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66" name="ísļíḑè">
                <a:extLst>
                  <a:ext uri="{FF2B5EF4-FFF2-40B4-BE49-F238E27FC236}">
                    <a16:creationId xmlns:a16="http://schemas.microsoft.com/office/drawing/2014/main" id="{0FD175F0-9B9D-975C-60C1-1D763A98BFF1}"/>
                  </a:ext>
                </a:extLst>
              </p:cNvPr>
              <p:cNvSpPr/>
              <p:nvPr/>
            </p:nvSpPr>
            <p:spPr bwMode="auto">
              <a:xfrm>
                <a:off x="2843955" y="4814638"/>
                <a:ext cx="177868" cy="230942"/>
              </a:xfrm>
              <a:custGeom>
                <a:avLst/>
                <a:gdLst>
                  <a:gd name="T0" fmla="*/ 6350 w 124"/>
                  <a:gd name="T1" fmla="*/ 0 h 161"/>
                  <a:gd name="T2" fmla="*/ 6350 w 124"/>
                  <a:gd name="T3" fmla="*/ 0 h 161"/>
                  <a:gd name="T4" fmla="*/ 196850 w 124"/>
                  <a:gd name="T5" fmla="*/ 0 h 161"/>
                  <a:gd name="T6" fmla="*/ 196850 w 124"/>
                  <a:gd name="T7" fmla="*/ 0 h 161"/>
                  <a:gd name="T8" fmla="*/ 169863 w 124"/>
                  <a:gd name="T9" fmla="*/ 222250 h 161"/>
                  <a:gd name="T10" fmla="*/ 169863 w 124"/>
                  <a:gd name="T11" fmla="*/ 222250 h 161"/>
                  <a:gd name="T12" fmla="*/ 165100 w 124"/>
                  <a:gd name="T13" fmla="*/ 234950 h 161"/>
                  <a:gd name="T14" fmla="*/ 158750 w 124"/>
                  <a:gd name="T15" fmla="*/ 242888 h 161"/>
                  <a:gd name="T16" fmla="*/ 147638 w 124"/>
                  <a:gd name="T17" fmla="*/ 252413 h 161"/>
                  <a:gd name="T18" fmla="*/ 138113 w 124"/>
                  <a:gd name="T19" fmla="*/ 255588 h 161"/>
                  <a:gd name="T20" fmla="*/ 138113 w 124"/>
                  <a:gd name="T21" fmla="*/ 255588 h 161"/>
                  <a:gd name="T22" fmla="*/ 0 w 124"/>
                  <a:gd name="T23" fmla="*/ 176213 h 161"/>
                  <a:gd name="T24" fmla="*/ 0 w 124"/>
                  <a:gd name="T25" fmla="*/ 176213 h 161"/>
                  <a:gd name="T26" fmla="*/ 6350 w 124"/>
                  <a:gd name="T27" fmla="*/ 0 h 161"/>
                  <a:gd name="T28" fmla="*/ 6350 w 124"/>
                  <a:gd name="T29" fmla="*/ 0 h 16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24" h="161">
                    <a:moveTo>
                      <a:pt x="4" y="0"/>
                    </a:moveTo>
                    <a:lnTo>
                      <a:pt x="4" y="0"/>
                    </a:lnTo>
                    <a:lnTo>
                      <a:pt x="124" y="0"/>
                    </a:lnTo>
                    <a:lnTo>
                      <a:pt x="107" y="140"/>
                    </a:lnTo>
                    <a:lnTo>
                      <a:pt x="104" y="148"/>
                    </a:lnTo>
                    <a:lnTo>
                      <a:pt x="100" y="153"/>
                    </a:lnTo>
                    <a:lnTo>
                      <a:pt x="93" y="159"/>
                    </a:lnTo>
                    <a:lnTo>
                      <a:pt x="87" y="161"/>
                    </a:lnTo>
                    <a:lnTo>
                      <a:pt x="0" y="111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B4B4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67" name="íṩḻïḑe">
                <a:extLst>
                  <a:ext uri="{FF2B5EF4-FFF2-40B4-BE49-F238E27FC236}">
                    <a16:creationId xmlns:a16="http://schemas.microsoft.com/office/drawing/2014/main" id="{702D96EB-ADAA-5121-42B9-0A77E4521DA8}"/>
                  </a:ext>
                </a:extLst>
              </p:cNvPr>
              <p:cNvSpPr/>
              <p:nvPr/>
            </p:nvSpPr>
            <p:spPr bwMode="auto">
              <a:xfrm>
                <a:off x="2849692" y="4814638"/>
                <a:ext cx="172130" cy="230942"/>
              </a:xfrm>
              <a:custGeom>
                <a:avLst/>
                <a:gdLst>
                  <a:gd name="T0" fmla="*/ 6350 w 120"/>
                  <a:gd name="T1" fmla="*/ 0 h 161"/>
                  <a:gd name="T2" fmla="*/ 6350 w 120"/>
                  <a:gd name="T3" fmla="*/ 0 h 161"/>
                  <a:gd name="T4" fmla="*/ 190500 w 120"/>
                  <a:gd name="T5" fmla="*/ 0 h 161"/>
                  <a:gd name="T6" fmla="*/ 190500 w 120"/>
                  <a:gd name="T7" fmla="*/ 0 h 161"/>
                  <a:gd name="T8" fmla="*/ 163513 w 120"/>
                  <a:gd name="T9" fmla="*/ 222250 h 161"/>
                  <a:gd name="T10" fmla="*/ 163513 w 120"/>
                  <a:gd name="T11" fmla="*/ 222250 h 161"/>
                  <a:gd name="T12" fmla="*/ 158750 w 120"/>
                  <a:gd name="T13" fmla="*/ 234950 h 161"/>
                  <a:gd name="T14" fmla="*/ 152400 w 120"/>
                  <a:gd name="T15" fmla="*/ 242888 h 161"/>
                  <a:gd name="T16" fmla="*/ 141288 w 120"/>
                  <a:gd name="T17" fmla="*/ 252413 h 161"/>
                  <a:gd name="T18" fmla="*/ 131763 w 120"/>
                  <a:gd name="T19" fmla="*/ 255588 h 161"/>
                  <a:gd name="T20" fmla="*/ 131763 w 120"/>
                  <a:gd name="T21" fmla="*/ 255588 h 161"/>
                  <a:gd name="T22" fmla="*/ 0 w 120"/>
                  <a:gd name="T23" fmla="*/ 174625 h 161"/>
                  <a:gd name="T24" fmla="*/ 0 w 120"/>
                  <a:gd name="T25" fmla="*/ 174625 h 161"/>
                  <a:gd name="T26" fmla="*/ 6350 w 120"/>
                  <a:gd name="T27" fmla="*/ 0 h 161"/>
                  <a:gd name="T28" fmla="*/ 6350 w 120"/>
                  <a:gd name="T29" fmla="*/ 0 h 16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20" h="161">
                    <a:moveTo>
                      <a:pt x="4" y="0"/>
                    </a:moveTo>
                    <a:lnTo>
                      <a:pt x="4" y="0"/>
                    </a:lnTo>
                    <a:lnTo>
                      <a:pt x="120" y="0"/>
                    </a:lnTo>
                    <a:lnTo>
                      <a:pt x="103" y="140"/>
                    </a:lnTo>
                    <a:lnTo>
                      <a:pt x="100" y="148"/>
                    </a:lnTo>
                    <a:lnTo>
                      <a:pt x="96" y="153"/>
                    </a:lnTo>
                    <a:lnTo>
                      <a:pt x="89" y="159"/>
                    </a:lnTo>
                    <a:lnTo>
                      <a:pt x="83" y="161"/>
                    </a:lnTo>
                    <a:lnTo>
                      <a:pt x="0" y="110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B4B4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68" name="íŝľïḋê">
                <a:extLst>
                  <a:ext uri="{FF2B5EF4-FFF2-40B4-BE49-F238E27FC236}">
                    <a16:creationId xmlns:a16="http://schemas.microsoft.com/office/drawing/2014/main" id="{DE667EE3-8DE6-CA73-2D61-054656ADB98A}"/>
                  </a:ext>
                </a:extLst>
              </p:cNvPr>
              <p:cNvSpPr/>
              <p:nvPr/>
            </p:nvSpPr>
            <p:spPr bwMode="auto">
              <a:xfrm>
                <a:off x="2853996" y="4814638"/>
                <a:ext cx="167827" cy="230942"/>
              </a:xfrm>
              <a:custGeom>
                <a:avLst/>
                <a:gdLst>
                  <a:gd name="T0" fmla="*/ 7938 w 117"/>
                  <a:gd name="T1" fmla="*/ 0 h 161"/>
                  <a:gd name="T2" fmla="*/ 7938 w 117"/>
                  <a:gd name="T3" fmla="*/ 0 h 161"/>
                  <a:gd name="T4" fmla="*/ 185738 w 117"/>
                  <a:gd name="T5" fmla="*/ 0 h 161"/>
                  <a:gd name="T6" fmla="*/ 185738 w 117"/>
                  <a:gd name="T7" fmla="*/ 0 h 161"/>
                  <a:gd name="T8" fmla="*/ 158750 w 117"/>
                  <a:gd name="T9" fmla="*/ 222250 h 161"/>
                  <a:gd name="T10" fmla="*/ 158750 w 117"/>
                  <a:gd name="T11" fmla="*/ 222250 h 161"/>
                  <a:gd name="T12" fmla="*/ 153988 w 117"/>
                  <a:gd name="T13" fmla="*/ 234950 h 161"/>
                  <a:gd name="T14" fmla="*/ 147638 w 117"/>
                  <a:gd name="T15" fmla="*/ 242888 h 161"/>
                  <a:gd name="T16" fmla="*/ 136525 w 117"/>
                  <a:gd name="T17" fmla="*/ 249238 h 161"/>
                  <a:gd name="T18" fmla="*/ 128588 w 117"/>
                  <a:gd name="T19" fmla="*/ 255588 h 161"/>
                  <a:gd name="T20" fmla="*/ 128588 w 117"/>
                  <a:gd name="T21" fmla="*/ 255588 h 161"/>
                  <a:gd name="T22" fmla="*/ 0 w 117"/>
                  <a:gd name="T23" fmla="*/ 173038 h 161"/>
                  <a:gd name="T24" fmla="*/ 0 w 117"/>
                  <a:gd name="T25" fmla="*/ 173038 h 161"/>
                  <a:gd name="T26" fmla="*/ 7938 w 117"/>
                  <a:gd name="T27" fmla="*/ 0 h 161"/>
                  <a:gd name="T28" fmla="*/ 7938 w 117"/>
                  <a:gd name="T29" fmla="*/ 0 h 16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17" h="161">
                    <a:moveTo>
                      <a:pt x="5" y="0"/>
                    </a:moveTo>
                    <a:lnTo>
                      <a:pt x="5" y="0"/>
                    </a:lnTo>
                    <a:lnTo>
                      <a:pt x="117" y="0"/>
                    </a:lnTo>
                    <a:lnTo>
                      <a:pt x="100" y="140"/>
                    </a:lnTo>
                    <a:lnTo>
                      <a:pt x="97" y="148"/>
                    </a:lnTo>
                    <a:lnTo>
                      <a:pt x="93" y="153"/>
                    </a:lnTo>
                    <a:lnTo>
                      <a:pt x="86" y="157"/>
                    </a:lnTo>
                    <a:lnTo>
                      <a:pt x="81" y="161"/>
                    </a:lnTo>
                    <a:lnTo>
                      <a:pt x="0" y="109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B5B5B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69" name="íṣ1ïḓe">
                <a:extLst>
                  <a:ext uri="{FF2B5EF4-FFF2-40B4-BE49-F238E27FC236}">
                    <a16:creationId xmlns:a16="http://schemas.microsoft.com/office/drawing/2014/main" id="{C7E3D41C-E157-CB32-3D46-107BAD65833F}"/>
                  </a:ext>
                </a:extLst>
              </p:cNvPr>
              <p:cNvSpPr/>
              <p:nvPr/>
            </p:nvSpPr>
            <p:spPr bwMode="auto">
              <a:xfrm>
                <a:off x="2859734" y="4814638"/>
                <a:ext cx="162089" cy="230942"/>
              </a:xfrm>
              <a:custGeom>
                <a:avLst/>
                <a:gdLst>
                  <a:gd name="T0" fmla="*/ 7938 w 113"/>
                  <a:gd name="T1" fmla="*/ 0 h 161"/>
                  <a:gd name="T2" fmla="*/ 7938 w 113"/>
                  <a:gd name="T3" fmla="*/ 0 h 161"/>
                  <a:gd name="T4" fmla="*/ 179388 w 113"/>
                  <a:gd name="T5" fmla="*/ 0 h 161"/>
                  <a:gd name="T6" fmla="*/ 179388 w 113"/>
                  <a:gd name="T7" fmla="*/ 0 h 161"/>
                  <a:gd name="T8" fmla="*/ 152400 w 113"/>
                  <a:gd name="T9" fmla="*/ 222250 h 161"/>
                  <a:gd name="T10" fmla="*/ 152400 w 113"/>
                  <a:gd name="T11" fmla="*/ 222250 h 161"/>
                  <a:gd name="T12" fmla="*/ 147638 w 113"/>
                  <a:gd name="T13" fmla="*/ 233363 h 161"/>
                  <a:gd name="T14" fmla="*/ 141288 w 113"/>
                  <a:gd name="T15" fmla="*/ 242888 h 161"/>
                  <a:gd name="T16" fmla="*/ 133350 w 113"/>
                  <a:gd name="T17" fmla="*/ 249238 h 161"/>
                  <a:gd name="T18" fmla="*/ 122238 w 113"/>
                  <a:gd name="T19" fmla="*/ 255588 h 161"/>
                  <a:gd name="T20" fmla="*/ 122238 w 113"/>
                  <a:gd name="T21" fmla="*/ 255588 h 161"/>
                  <a:gd name="T22" fmla="*/ 0 w 113"/>
                  <a:gd name="T23" fmla="*/ 169863 h 161"/>
                  <a:gd name="T24" fmla="*/ 0 w 113"/>
                  <a:gd name="T25" fmla="*/ 169863 h 161"/>
                  <a:gd name="T26" fmla="*/ 7938 w 113"/>
                  <a:gd name="T27" fmla="*/ 0 h 161"/>
                  <a:gd name="T28" fmla="*/ 7938 w 113"/>
                  <a:gd name="T29" fmla="*/ 0 h 16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13" h="161">
                    <a:moveTo>
                      <a:pt x="5" y="0"/>
                    </a:moveTo>
                    <a:lnTo>
                      <a:pt x="5" y="0"/>
                    </a:lnTo>
                    <a:lnTo>
                      <a:pt x="113" y="0"/>
                    </a:lnTo>
                    <a:lnTo>
                      <a:pt x="96" y="140"/>
                    </a:lnTo>
                    <a:lnTo>
                      <a:pt x="93" y="147"/>
                    </a:lnTo>
                    <a:lnTo>
                      <a:pt x="89" y="153"/>
                    </a:lnTo>
                    <a:lnTo>
                      <a:pt x="84" y="157"/>
                    </a:lnTo>
                    <a:lnTo>
                      <a:pt x="77" y="161"/>
                    </a:lnTo>
                    <a:lnTo>
                      <a:pt x="0" y="107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B6B6B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70" name="iṧļîďè">
                <a:extLst>
                  <a:ext uri="{FF2B5EF4-FFF2-40B4-BE49-F238E27FC236}">
                    <a16:creationId xmlns:a16="http://schemas.microsoft.com/office/drawing/2014/main" id="{C3D6E8F7-6FDC-6546-B0F4-4806DCD74534}"/>
                  </a:ext>
                </a:extLst>
              </p:cNvPr>
              <p:cNvSpPr/>
              <p:nvPr/>
            </p:nvSpPr>
            <p:spPr bwMode="auto">
              <a:xfrm>
                <a:off x="2865471" y="4814638"/>
                <a:ext cx="156352" cy="230942"/>
              </a:xfrm>
              <a:custGeom>
                <a:avLst/>
                <a:gdLst>
                  <a:gd name="T0" fmla="*/ 7938 w 109"/>
                  <a:gd name="T1" fmla="*/ 0 h 161"/>
                  <a:gd name="T2" fmla="*/ 7938 w 109"/>
                  <a:gd name="T3" fmla="*/ 0 h 161"/>
                  <a:gd name="T4" fmla="*/ 173038 w 109"/>
                  <a:gd name="T5" fmla="*/ 0 h 161"/>
                  <a:gd name="T6" fmla="*/ 173038 w 109"/>
                  <a:gd name="T7" fmla="*/ 0 h 161"/>
                  <a:gd name="T8" fmla="*/ 146050 w 109"/>
                  <a:gd name="T9" fmla="*/ 222250 h 161"/>
                  <a:gd name="T10" fmla="*/ 146050 w 109"/>
                  <a:gd name="T11" fmla="*/ 222250 h 161"/>
                  <a:gd name="T12" fmla="*/ 141288 w 109"/>
                  <a:gd name="T13" fmla="*/ 233363 h 161"/>
                  <a:gd name="T14" fmla="*/ 134938 w 109"/>
                  <a:gd name="T15" fmla="*/ 242888 h 161"/>
                  <a:gd name="T16" fmla="*/ 127000 w 109"/>
                  <a:gd name="T17" fmla="*/ 249238 h 161"/>
                  <a:gd name="T18" fmla="*/ 115888 w 109"/>
                  <a:gd name="T19" fmla="*/ 255588 h 161"/>
                  <a:gd name="T20" fmla="*/ 115888 w 109"/>
                  <a:gd name="T21" fmla="*/ 255588 h 161"/>
                  <a:gd name="T22" fmla="*/ 0 w 109"/>
                  <a:gd name="T23" fmla="*/ 168275 h 161"/>
                  <a:gd name="T24" fmla="*/ 0 w 109"/>
                  <a:gd name="T25" fmla="*/ 168275 h 161"/>
                  <a:gd name="T26" fmla="*/ 7938 w 109"/>
                  <a:gd name="T27" fmla="*/ 0 h 161"/>
                  <a:gd name="T28" fmla="*/ 7938 w 109"/>
                  <a:gd name="T29" fmla="*/ 0 h 16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09" h="161">
                    <a:moveTo>
                      <a:pt x="5" y="0"/>
                    </a:moveTo>
                    <a:lnTo>
                      <a:pt x="5" y="0"/>
                    </a:lnTo>
                    <a:lnTo>
                      <a:pt x="109" y="0"/>
                    </a:lnTo>
                    <a:lnTo>
                      <a:pt x="92" y="140"/>
                    </a:lnTo>
                    <a:lnTo>
                      <a:pt x="89" y="147"/>
                    </a:lnTo>
                    <a:lnTo>
                      <a:pt x="85" y="153"/>
                    </a:lnTo>
                    <a:lnTo>
                      <a:pt x="80" y="157"/>
                    </a:lnTo>
                    <a:lnTo>
                      <a:pt x="73" y="161"/>
                    </a:lnTo>
                    <a:lnTo>
                      <a:pt x="0" y="106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B6B6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71" name="î$1îḍe">
                <a:extLst>
                  <a:ext uri="{FF2B5EF4-FFF2-40B4-BE49-F238E27FC236}">
                    <a16:creationId xmlns:a16="http://schemas.microsoft.com/office/drawing/2014/main" id="{51B51687-346F-658C-4DAD-3A75561C3B44}"/>
                  </a:ext>
                </a:extLst>
              </p:cNvPr>
              <p:cNvSpPr/>
              <p:nvPr/>
            </p:nvSpPr>
            <p:spPr bwMode="auto">
              <a:xfrm>
                <a:off x="2871209" y="4814638"/>
                <a:ext cx="150614" cy="229507"/>
              </a:xfrm>
              <a:custGeom>
                <a:avLst/>
                <a:gdLst>
                  <a:gd name="T0" fmla="*/ 7938 w 105"/>
                  <a:gd name="T1" fmla="*/ 0 h 160"/>
                  <a:gd name="T2" fmla="*/ 7938 w 105"/>
                  <a:gd name="T3" fmla="*/ 0 h 160"/>
                  <a:gd name="T4" fmla="*/ 166688 w 105"/>
                  <a:gd name="T5" fmla="*/ 0 h 160"/>
                  <a:gd name="T6" fmla="*/ 166688 w 105"/>
                  <a:gd name="T7" fmla="*/ 0 h 160"/>
                  <a:gd name="T8" fmla="*/ 139700 w 105"/>
                  <a:gd name="T9" fmla="*/ 222250 h 160"/>
                  <a:gd name="T10" fmla="*/ 139700 w 105"/>
                  <a:gd name="T11" fmla="*/ 222250 h 160"/>
                  <a:gd name="T12" fmla="*/ 138113 w 105"/>
                  <a:gd name="T13" fmla="*/ 233363 h 160"/>
                  <a:gd name="T14" fmla="*/ 128588 w 105"/>
                  <a:gd name="T15" fmla="*/ 242888 h 160"/>
                  <a:gd name="T16" fmla="*/ 120650 w 105"/>
                  <a:gd name="T17" fmla="*/ 249238 h 160"/>
                  <a:gd name="T18" fmla="*/ 109538 w 105"/>
                  <a:gd name="T19" fmla="*/ 254000 h 160"/>
                  <a:gd name="T20" fmla="*/ 109538 w 105"/>
                  <a:gd name="T21" fmla="*/ 254000 h 160"/>
                  <a:gd name="T22" fmla="*/ 0 w 105"/>
                  <a:gd name="T23" fmla="*/ 168275 h 160"/>
                  <a:gd name="T24" fmla="*/ 0 w 105"/>
                  <a:gd name="T25" fmla="*/ 168275 h 160"/>
                  <a:gd name="T26" fmla="*/ 7938 w 105"/>
                  <a:gd name="T27" fmla="*/ 0 h 160"/>
                  <a:gd name="T28" fmla="*/ 7938 w 105"/>
                  <a:gd name="T29" fmla="*/ 0 h 16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05" h="160">
                    <a:moveTo>
                      <a:pt x="5" y="0"/>
                    </a:moveTo>
                    <a:lnTo>
                      <a:pt x="5" y="0"/>
                    </a:lnTo>
                    <a:lnTo>
                      <a:pt x="105" y="0"/>
                    </a:lnTo>
                    <a:lnTo>
                      <a:pt x="88" y="140"/>
                    </a:lnTo>
                    <a:lnTo>
                      <a:pt x="87" y="147"/>
                    </a:lnTo>
                    <a:lnTo>
                      <a:pt x="81" y="153"/>
                    </a:lnTo>
                    <a:lnTo>
                      <a:pt x="76" y="157"/>
                    </a:lnTo>
                    <a:lnTo>
                      <a:pt x="69" y="160"/>
                    </a:lnTo>
                    <a:lnTo>
                      <a:pt x="0" y="106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B7B7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72" name="íṧḻïḍè">
                <a:extLst>
                  <a:ext uri="{FF2B5EF4-FFF2-40B4-BE49-F238E27FC236}">
                    <a16:creationId xmlns:a16="http://schemas.microsoft.com/office/drawing/2014/main" id="{AE70DEF6-25A1-DCF4-BFBA-A15EB5CB1495}"/>
                  </a:ext>
                </a:extLst>
              </p:cNvPr>
              <p:cNvSpPr/>
              <p:nvPr/>
            </p:nvSpPr>
            <p:spPr bwMode="auto">
              <a:xfrm>
                <a:off x="2875512" y="4814638"/>
                <a:ext cx="146310" cy="229507"/>
              </a:xfrm>
              <a:custGeom>
                <a:avLst/>
                <a:gdLst>
                  <a:gd name="T0" fmla="*/ 7938 w 102"/>
                  <a:gd name="T1" fmla="*/ 0 h 160"/>
                  <a:gd name="T2" fmla="*/ 7938 w 102"/>
                  <a:gd name="T3" fmla="*/ 0 h 160"/>
                  <a:gd name="T4" fmla="*/ 161925 w 102"/>
                  <a:gd name="T5" fmla="*/ 0 h 160"/>
                  <a:gd name="T6" fmla="*/ 161925 w 102"/>
                  <a:gd name="T7" fmla="*/ 0 h 160"/>
                  <a:gd name="T8" fmla="*/ 134938 w 102"/>
                  <a:gd name="T9" fmla="*/ 222250 h 160"/>
                  <a:gd name="T10" fmla="*/ 134938 w 102"/>
                  <a:gd name="T11" fmla="*/ 222250 h 160"/>
                  <a:gd name="T12" fmla="*/ 133350 w 102"/>
                  <a:gd name="T13" fmla="*/ 233363 h 160"/>
                  <a:gd name="T14" fmla="*/ 123825 w 102"/>
                  <a:gd name="T15" fmla="*/ 242888 h 160"/>
                  <a:gd name="T16" fmla="*/ 115888 w 102"/>
                  <a:gd name="T17" fmla="*/ 249238 h 160"/>
                  <a:gd name="T18" fmla="*/ 106363 w 102"/>
                  <a:gd name="T19" fmla="*/ 254000 h 160"/>
                  <a:gd name="T20" fmla="*/ 106363 w 102"/>
                  <a:gd name="T21" fmla="*/ 254000 h 160"/>
                  <a:gd name="T22" fmla="*/ 0 w 102"/>
                  <a:gd name="T23" fmla="*/ 166688 h 160"/>
                  <a:gd name="T24" fmla="*/ 0 w 102"/>
                  <a:gd name="T25" fmla="*/ 166688 h 160"/>
                  <a:gd name="T26" fmla="*/ 7938 w 102"/>
                  <a:gd name="T27" fmla="*/ 0 h 160"/>
                  <a:gd name="T28" fmla="*/ 7938 w 102"/>
                  <a:gd name="T29" fmla="*/ 0 h 16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02" h="160">
                    <a:moveTo>
                      <a:pt x="5" y="0"/>
                    </a:moveTo>
                    <a:lnTo>
                      <a:pt x="5" y="0"/>
                    </a:lnTo>
                    <a:lnTo>
                      <a:pt x="102" y="0"/>
                    </a:lnTo>
                    <a:lnTo>
                      <a:pt x="85" y="140"/>
                    </a:lnTo>
                    <a:lnTo>
                      <a:pt x="84" y="147"/>
                    </a:lnTo>
                    <a:lnTo>
                      <a:pt x="78" y="153"/>
                    </a:lnTo>
                    <a:lnTo>
                      <a:pt x="73" y="157"/>
                    </a:lnTo>
                    <a:lnTo>
                      <a:pt x="67" y="160"/>
                    </a:lnTo>
                    <a:lnTo>
                      <a:pt x="0" y="105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B7B7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73" name="îṣļïḋè">
                <a:extLst>
                  <a:ext uri="{FF2B5EF4-FFF2-40B4-BE49-F238E27FC236}">
                    <a16:creationId xmlns:a16="http://schemas.microsoft.com/office/drawing/2014/main" id="{8B445FDF-A11B-3092-ED71-60603A1CC6BE}"/>
                  </a:ext>
                </a:extLst>
              </p:cNvPr>
              <p:cNvSpPr/>
              <p:nvPr/>
            </p:nvSpPr>
            <p:spPr bwMode="auto">
              <a:xfrm>
                <a:off x="2881249" y="4814638"/>
                <a:ext cx="140573" cy="229507"/>
              </a:xfrm>
              <a:custGeom>
                <a:avLst/>
                <a:gdLst>
                  <a:gd name="T0" fmla="*/ 7938 w 98"/>
                  <a:gd name="T1" fmla="*/ 0 h 160"/>
                  <a:gd name="T2" fmla="*/ 7938 w 98"/>
                  <a:gd name="T3" fmla="*/ 0 h 160"/>
                  <a:gd name="T4" fmla="*/ 155575 w 98"/>
                  <a:gd name="T5" fmla="*/ 0 h 160"/>
                  <a:gd name="T6" fmla="*/ 155575 w 98"/>
                  <a:gd name="T7" fmla="*/ 0 h 160"/>
                  <a:gd name="T8" fmla="*/ 128588 w 98"/>
                  <a:gd name="T9" fmla="*/ 222250 h 160"/>
                  <a:gd name="T10" fmla="*/ 128588 w 98"/>
                  <a:gd name="T11" fmla="*/ 222250 h 160"/>
                  <a:gd name="T12" fmla="*/ 127000 w 98"/>
                  <a:gd name="T13" fmla="*/ 233363 h 160"/>
                  <a:gd name="T14" fmla="*/ 117475 w 98"/>
                  <a:gd name="T15" fmla="*/ 241300 h 160"/>
                  <a:gd name="T16" fmla="*/ 109538 w 98"/>
                  <a:gd name="T17" fmla="*/ 249238 h 160"/>
                  <a:gd name="T18" fmla="*/ 100013 w 98"/>
                  <a:gd name="T19" fmla="*/ 254000 h 160"/>
                  <a:gd name="T20" fmla="*/ 100013 w 98"/>
                  <a:gd name="T21" fmla="*/ 254000 h 160"/>
                  <a:gd name="T22" fmla="*/ 0 w 98"/>
                  <a:gd name="T23" fmla="*/ 163513 h 160"/>
                  <a:gd name="T24" fmla="*/ 0 w 98"/>
                  <a:gd name="T25" fmla="*/ 163513 h 160"/>
                  <a:gd name="T26" fmla="*/ 7938 w 98"/>
                  <a:gd name="T27" fmla="*/ 0 h 160"/>
                  <a:gd name="T28" fmla="*/ 7938 w 98"/>
                  <a:gd name="T29" fmla="*/ 0 h 16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98" h="160">
                    <a:moveTo>
                      <a:pt x="5" y="0"/>
                    </a:moveTo>
                    <a:lnTo>
                      <a:pt x="5" y="0"/>
                    </a:lnTo>
                    <a:lnTo>
                      <a:pt x="98" y="0"/>
                    </a:lnTo>
                    <a:lnTo>
                      <a:pt x="81" y="140"/>
                    </a:lnTo>
                    <a:lnTo>
                      <a:pt x="80" y="147"/>
                    </a:lnTo>
                    <a:lnTo>
                      <a:pt x="74" y="152"/>
                    </a:lnTo>
                    <a:lnTo>
                      <a:pt x="69" y="157"/>
                    </a:lnTo>
                    <a:lnTo>
                      <a:pt x="63" y="160"/>
                    </a:lnTo>
                    <a:lnTo>
                      <a:pt x="0" y="103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B8B8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74" name="íṩľîḓè">
                <a:extLst>
                  <a:ext uri="{FF2B5EF4-FFF2-40B4-BE49-F238E27FC236}">
                    <a16:creationId xmlns:a16="http://schemas.microsoft.com/office/drawing/2014/main" id="{2002ED3F-EB71-7F55-599F-ABC9FB786DFE}"/>
                  </a:ext>
                </a:extLst>
              </p:cNvPr>
              <p:cNvSpPr/>
              <p:nvPr/>
            </p:nvSpPr>
            <p:spPr bwMode="auto">
              <a:xfrm>
                <a:off x="2886987" y="4814638"/>
                <a:ext cx="134835" cy="229507"/>
              </a:xfrm>
              <a:custGeom>
                <a:avLst/>
                <a:gdLst>
                  <a:gd name="T0" fmla="*/ 7938 w 94"/>
                  <a:gd name="T1" fmla="*/ 0 h 160"/>
                  <a:gd name="T2" fmla="*/ 7938 w 94"/>
                  <a:gd name="T3" fmla="*/ 0 h 160"/>
                  <a:gd name="T4" fmla="*/ 149225 w 94"/>
                  <a:gd name="T5" fmla="*/ 0 h 160"/>
                  <a:gd name="T6" fmla="*/ 149225 w 94"/>
                  <a:gd name="T7" fmla="*/ 0 h 160"/>
                  <a:gd name="T8" fmla="*/ 122238 w 94"/>
                  <a:gd name="T9" fmla="*/ 222250 h 160"/>
                  <a:gd name="T10" fmla="*/ 122238 w 94"/>
                  <a:gd name="T11" fmla="*/ 222250 h 160"/>
                  <a:gd name="T12" fmla="*/ 120650 w 94"/>
                  <a:gd name="T13" fmla="*/ 233363 h 160"/>
                  <a:gd name="T14" fmla="*/ 112713 w 94"/>
                  <a:gd name="T15" fmla="*/ 241300 h 160"/>
                  <a:gd name="T16" fmla="*/ 104775 w 94"/>
                  <a:gd name="T17" fmla="*/ 249238 h 160"/>
                  <a:gd name="T18" fmla="*/ 93663 w 94"/>
                  <a:gd name="T19" fmla="*/ 254000 h 160"/>
                  <a:gd name="T20" fmla="*/ 93663 w 94"/>
                  <a:gd name="T21" fmla="*/ 254000 h 160"/>
                  <a:gd name="T22" fmla="*/ 0 w 94"/>
                  <a:gd name="T23" fmla="*/ 161925 h 160"/>
                  <a:gd name="T24" fmla="*/ 0 w 94"/>
                  <a:gd name="T25" fmla="*/ 161925 h 160"/>
                  <a:gd name="T26" fmla="*/ 7938 w 94"/>
                  <a:gd name="T27" fmla="*/ 0 h 160"/>
                  <a:gd name="T28" fmla="*/ 7938 w 94"/>
                  <a:gd name="T29" fmla="*/ 0 h 16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94" h="160">
                    <a:moveTo>
                      <a:pt x="5" y="0"/>
                    </a:moveTo>
                    <a:lnTo>
                      <a:pt x="5" y="0"/>
                    </a:lnTo>
                    <a:lnTo>
                      <a:pt x="94" y="0"/>
                    </a:lnTo>
                    <a:lnTo>
                      <a:pt x="77" y="140"/>
                    </a:lnTo>
                    <a:lnTo>
                      <a:pt x="76" y="147"/>
                    </a:lnTo>
                    <a:lnTo>
                      <a:pt x="71" y="152"/>
                    </a:lnTo>
                    <a:lnTo>
                      <a:pt x="66" y="157"/>
                    </a:lnTo>
                    <a:lnTo>
                      <a:pt x="59" y="160"/>
                    </a:lnTo>
                    <a:lnTo>
                      <a:pt x="0" y="102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B9B9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75" name="îṡlíḋé">
                <a:extLst>
                  <a:ext uri="{FF2B5EF4-FFF2-40B4-BE49-F238E27FC236}">
                    <a16:creationId xmlns:a16="http://schemas.microsoft.com/office/drawing/2014/main" id="{3FD2D4E3-073F-82B7-7AD3-BF8EB25AE3DC}"/>
                  </a:ext>
                </a:extLst>
              </p:cNvPr>
              <p:cNvSpPr/>
              <p:nvPr/>
            </p:nvSpPr>
            <p:spPr bwMode="auto">
              <a:xfrm>
                <a:off x="2892725" y="4814638"/>
                <a:ext cx="129097" cy="229507"/>
              </a:xfrm>
              <a:custGeom>
                <a:avLst/>
                <a:gdLst>
                  <a:gd name="T0" fmla="*/ 7938 w 90"/>
                  <a:gd name="T1" fmla="*/ 0 h 160"/>
                  <a:gd name="T2" fmla="*/ 7938 w 90"/>
                  <a:gd name="T3" fmla="*/ 0 h 160"/>
                  <a:gd name="T4" fmla="*/ 142875 w 90"/>
                  <a:gd name="T5" fmla="*/ 0 h 160"/>
                  <a:gd name="T6" fmla="*/ 142875 w 90"/>
                  <a:gd name="T7" fmla="*/ 0 h 160"/>
                  <a:gd name="T8" fmla="*/ 115888 w 90"/>
                  <a:gd name="T9" fmla="*/ 222250 h 160"/>
                  <a:gd name="T10" fmla="*/ 115888 w 90"/>
                  <a:gd name="T11" fmla="*/ 222250 h 160"/>
                  <a:gd name="T12" fmla="*/ 114300 w 90"/>
                  <a:gd name="T13" fmla="*/ 233363 h 160"/>
                  <a:gd name="T14" fmla="*/ 106363 w 90"/>
                  <a:gd name="T15" fmla="*/ 241300 h 160"/>
                  <a:gd name="T16" fmla="*/ 98425 w 90"/>
                  <a:gd name="T17" fmla="*/ 249238 h 160"/>
                  <a:gd name="T18" fmla="*/ 87313 w 90"/>
                  <a:gd name="T19" fmla="*/ 254000 h 160"/>
                  <a:gd name="T20" fmla="*/ 87313 w 90"/>
                  <a:gd name="T21" fmla="*/ 254000 h 160"/>
                  <a:gd name="T22" fmla="*/ 0 w 90"/>
                  <a:gd name="T23" fmla="*/ 160338 h 160"/>
                  <a:gd name="T24" fmla="*/ 0 w 90"/>
                  <a:gd name="T25" fmla="*/ 160338 h 160"/>
                  <a:gd name="T26" fmla="*/ 7938 w 90"/>
                  <a:gd name="T27" fmla="*/ 0 h 160"/>
                  <a:gd name="T28" fmla="*/ 7938 w 90"/>
                  <a:gd name="T29" fmla="*/ 0 h 16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90" h="160">
                    <a:moveTo>
                      <a:pt x="5" y="0"/>
                    </a:moveTo>
                    <a:lnTo>
                      <a:pt x="5" y="0"/>
                    </a:lnTo>
                    <a:lnTo>
                      <a:pt x="90" y="0"/>
                    </a:lnTo>
                    <a:lnTo>
                      <a:pt x="73" y="140"/>
                    </a:lnTo>
                    <a:lnTo>
                      <a:pt x="72" y="147"/>
                    </a:lnTo>
                    <a:lnTo>
                      <a:pt x="67" y="152"/>
                    </a:lnTo>
                    <a:lnTo>
                      <a:pt x="62" y="157"/>
                    </a:lnTo>
                    <a:lnTo>
                      <a:pt x="55" y="160"/>
                    </a:lnTo>
                    <a:lnTo>
                      <a:pt x="0" y="101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B9B9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76" name="ïṥľíḋè">
                <a:extLst>
                  <a:ext uri="{FF2B5EF4-FFF2-40B4-BE49-F238E27FC236}">
                    <a16:creationId xmlns:a16="http://schemas.microsoft.com/office/drawing/2014/main" id="{95BA2471-86FC-8840-F13E-3585288A593E}"/>
                  </a:ext>
                </a:extLst>
              </p:cNvPr>
              <p:cNvSpPr/>
              <p:nvPr/>
            </p:nvSpPr>
            <p:spPr bwMode="auto">
              <a:xfrm>
                <a:off x="2895593" y="4814638"/>
                <a:ext cx="126229" cy="229507"/>
              </a:xfrm>
              <a:custGeom>
                <a:avLst/>
                <a:gdLst>
                  <a:gd name="T0" fmla="*/ 11113 w 88"/>
                  <a:gd name="T1" fmla="*/ 0 h 160"/>
                  <a:gd name="T2" fmla="*/ 11113 w 88"/>
                  <a:gd name="T3" fmla="*/ 0 h 160"/>
                  <a:gd name="T4" fmla="*/ 139700 w 88"/>
                  <a:gd name="T5" fmla="*/ 0 h 160"/>
                  <a:gd name="T6" fmla="*/ 139700 w 88"/>
                  <a:gd name="T7" fmla="*/ 0 h 160"/>
                  <a:gd name="T8" fmla="*/ 112713 w 88"/>
                  <a:gd name="T9" fmla="*/ 222250 h 160"/>
                  <a:gd name="T10" fmla="*/ 112713 w 88"/>
                  <a:gd name="T11" fmla="*/ 222250 h 160"/>
                  <a:gd name="T12" fmla="*/ 111125 w 88"/>
                  <a:gd name="T13" fmla="*/ 233363 h 160"/>
                  <a:gd name="T14" fmla="*/ 103188 w 88"/>
                  <a:gd name="T15" fmla="*/ 241300 h 160"/>
                  <a:gd name="T16" fmla="*/ 95250 w 88"/>
                  <a:gd name="T17" fmla="*/ 249238 h 160"/>
                  <a:gd name="T18" fmla="*/ 87313 w 88"/>
                  <a:gd name="T19" fmla="*/ 254000 h 160"/>
                  <a:gd name="T20" fmla="*/ 87313 w 88"/>
                  <a:gd name="T21" fmla="*/ 254000 h 160"/>
                  <a:gd name="T22" fmla="*/ 0 w 88"/>
                  <a:gd name="T23" fmla="*/ 157163 h 160"/>
                  <a:gd name="T24" fmla="*/ 0 w 88"/>
                  <a:gd name="T25" fmla="*/ 157163 h 160"/>
                  <a:gd name="T26" fmla="*/ 11113 w 88"/>
                  <a:gd name="T27" fmla="*/ 0 h 160"/>
                  <a:gd name="T28" fmla="*/ 11113 w 88"/>
                  <a:gd name="T29" fmla="*/ 0 h 16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88" h="160">
                    <a:moveTo>
                      <a:pt x="7" y="0"/>
                    </a:moveTo>
                    <a:lnTo>
                      <a:pt x="7" y="0"/>
                    </a:lnTo>
                    <a:lnTo>
                      <a:pt x="88" y="0"/>
                    </a:lnTo>
                    <a:lnTo>
                      <a:pt x="71" y="140"/>
                    </a:lnTo>
                    <a:lnTo>
                      <a:pt x="70" y="147"/>
                    </a:lnTo>
                    <a:lnTo>
                      <a:pt x="65" y="152"/>
                    </a:lnTo>
                    <a:lnTo>
                      <a:pt x="60" y="157"/>
                    </a:lnTo>
                    <a:lnTo>
                      <a:pt x="55" y="160"/>
                    </a:lnTo>
                    <a:lnTo>
                      <a:pt x="0" y="99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BABA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77" name="iṣliḑé">
                <a:extLst>
                  <a:ext uri="{FF2B5EF4-FFF2-40B4-BE49-F238E27FC236}">
                    <a16:creationId xmlns:a16="http://schemas.microsoft.com/office/drawing/2014/main" id="{CD8F946C-64E7-68ED-AFDA-C27FB787FDE2}"/>
                  </a:ext>
                </a:extLst>
              </p:cNvPr>
              <p:cNvSpPr/>
              <p:nvPr/>
            </p:nvSpPr>
            <p:spPr bwMode="auto">
              <a:xfrm>
                <a:off x="2902766" y="4814638"/>
                <a:ext cx="119057" cy="229507"/>
              </a:xfrm>
              <a:custGeom>
                <a:avLst/>
                <a:gdLst>
                  <a:gd name="T0" fmla="*/ 9525 w 83"/>
                  <a:gd name="T1" fmla="*/ 0 h 160"/>
                  <a:gd name="T2" fmla="*/ 9525 w 83"/>
                  <a:gd name="T3" fmla="*/ 0 h 160"/>
                  <a:gd name="T4" fmla="*/ 131763 w 83"/>
                  <a:gd name="T5" fmla="*/ 0 h 160"/>
                  <a:gd name="T6" fmla="*/ 131763 w 83"/>
                  <a:gd name="T7" fmla="*/ 0 h 160"/>
                  <a:gd name="T8" fmla="*/ 104775 w 83"/>
                  <a:gd name="T9" fmla="*/ 222250 h 160"/>
                  <a:gd name="T10" fmla="*/ 104775 w 83"/>
                  <a:gd name="T11" fmla="*/ 222250 h 160"/>
                  <a:gd name="T12" fmla="*/ 103188 w 83"/>
                  <a:gd name="T13" fmla="*/ 233363 h 160"/>
                  <a:gd name="T14" fmla="*/ 95250 w 83"/>
                  <a:gd name="T15" fmla="*/ 241300 h 160"/>
                  <a:gd name="T16" fmla="*/ 87313 w 83"/>
                  <a:gd name="T17" fmla="*/ 247650 h 160"/>
                  <a:gd name="T18" fmla="*/ 79375 w 83"/>
                  <a:gd name="T19" fmla="*/ 254000 h 160"/>
                  <a:gd name="T20" fmla="*/ 79375 w 83"/>
                  <a:gd name="T21" fmla="*/ 254000 h 160"/>
                  <a:gd name="T22" fmla="*/ 0 w 83"/>
                  <a:gd name="T23" fmla="*/ 157163 h 160"/>
                  <a:gd name="T24" fmla="*/ 0 w 83"/>
                  <a:gd name="T25" fmla="*/ 157163 h 160"/>
                  <a:gd name="T26" fmla="*/ 9525 w 83"/>
                  <a:gd name="T27" fmla="*/ 0 h 160"/>
                  <a:gd name="T28" fmla="*/ 9525 w 83"/>
                  <a:gd name="T29" fmla="*/ 0 h 16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83" h="160">
                    <a:moveTo>
                      <a:pt x="6" y="0"/>
                    </a:moveTo>
                    <a:lnTo>
                      <a:pt x="6" y="0"/>
                    </a:lnTo>
                    <a:lnTo>
                      <a:pt x="83" y="0"/>
                    </a:lnTo>
                    <a:lnTo>
                      <a:pt x="66" y="140"/>
                    </a:lnTo>
                    <a:lnTo>
                      <a:pt x="65" y="147"/>
                    </a:lnTo>
                    <a:lnTo>
                      <a:pt x="60" y="152"/>
                    </a:lnTo>
                    <a:lnTo>
                      <a:pt x="55" y="156"/>
                    </a:lnTo>
                    <a:lnTo>
                      <a:pt x="50" y="160"/>
                    </a:lnTo>
                    <a:lnTo>
                      <a:pt x="0" y="99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BBBB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78" name="ïṥ1îḋe">
                <a:extLst>
                  <a:ext uri="{FF2B5EF4-FFF2-40B4-BE49-F238E27FC236}">
                    <a16:creationId xmlns:a16="http://schemas.microsoft.com/office/drawing/2014/main" id="{3105A94F-EEF6-ACD7-AAAF-FC37AFD3C45D}"/>
                  </a:ext>
                </a:extLst>
              </p:cNvPr>
              <p:cNvSpPr/>
              <p:nvPr/>
            </p:nvSpPr>
            <p:spPr bwMode="auto">
              <a:xfrm>
                <a:off x="2908504" y="4814638"/>
                <a:ext cx="113319" cy="229507"/>
              </a:xfrm>
              <a:custGeom>
                <a:avLst/>
                <a:gdLst>
                  <a:gd name="T0" fmla="*/ 7938 w 79"/>
                  <a:gd name="T1" fmla="*/ 0 h 160"/>
                  <a:gd name="T2" fmla="*/ 7938 w 79"/>
                  <a:gd name="T3" fmla="*/ 0 h 160"/>
                  <a:gd name="T4" fmla="*/ 125413 w 79"/>
                  <a:gd name="T5" fmla="*/ 0 h 160"/>
                  <a:gd name="T6" fmla="*/ 125413 w 79"/>
                  <a:gd name="T7" fmla="*/ 0 h 160"/>
                  <a:gd name="T8" fmla="*/ 98425 w 79"/>
                  <a:gd name="T9" fmla="*/ 222250 h 160"/>
                  <a:gd name="T10" fmla="*/ 98425 w 79"/>
                  <a:gd name="T11" fmla="*/ 222250 h 160"/>
                  <a:gd name="T12" fmla="*/ 96838 w 79"/>
                  <a:gd name="T13" fmla="*/ 233363 h 160"/>
                  <a:gd name="T14" fmla="*/ 88900 w 79"/>
                  <a:gd name="T15" fmla="*/ 241300 h 160"/>
                  <a:gd name="T16" fmla="*/ 80963 w 79"/>
                  <a:gd name="T17" fmla="*/ 247650 h 160"/>
                  <a:gd name="T18" fmla="*/ 73025 w 79"/>
                  <a:gd name="T19" fmla="*/ 254000 h 160"/>
                  <a:gd name="T20" fmla="*/ 73025 w 79"/>
                  <a:gd name="T21" fmla="*/ 254000 h 160"/>
                  <a:gd name="T22" fmla="*/ 0 w 79"/>
                  <a:gd name="T23" fmla="*/ 155575 h 160"/>
                  <a:gd name="T24" fmla="*/ 0 w 79"/>
                  <a:gd name="T25" fmla="*/ 155575 h 160"/>
                  <a:gd name="T26" fmla="*/ 7938 w 79"/>
                  <a:gd name="T27" fmla="*/ 0 h 160"/>
                  <a:gd name="T28" fmla="*/ 7938 w 79"/>
                  <a:gd name="T29" fmla="*/ 0 h 16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79" h="160">
                    <a:moveTo>
                      <a:pt x="5" y="0"/>
                    </a:moveTo>
                    <a:lnTo>
                      <a:pt x="5" y="0"/>
                    </a:lnTo>
                    <a:lnTo>
                      <a:pt x="79" y="0"/>
                    </a:lnTo>
                    <a:lnTo>
                      <a:pt x="62" y="140"/>
                    </a:lnTo>
                    <a:lnTo>
                      <a:pt x="61" y="147"/>
                    </a:lnTo>
                    <a:lnTo>
                      <a:pt x="56" y="152"/>
                    </a:lnTo>
                    <a:lnTo>
                      <a:pt x="51" y="156"/>
                    </a:lnTo>
                    <a:lnTo>
                      <a:pt x="46" y="160"/>
                    </a:lnTo>
                    <a:lnTo>
                      <a:pt x="0" y="9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BBBB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79" name="î$ļiḍé">
                <a:extLst>
                  <a:ext uri="{FF2B5EF4-FFF2-40B4-BE49-F238E27FC236}">
                    <a16:creationId xmlns:a16="http://schemas.microsoft.com/office/drawing/2014/main" id="{9B2AD8E1-E43A-C2C0-AFD3-30953DE8D4D4}"/>
                  </a:ext>
                </a:extLst>
              </p:cNvPr>
              <p:cNvSpPr/>
              <p:nvPr/>
            </p:nvSpPr>
            <p:spPr bwMode="auto">
              <a:xfrm>
                <a:off x="2914241" y="4814638"/>
                <a:ext cx="107582" cy="229507"/>
              </a:xfrm>
              <a:custGeom>
                <a:avLst/>
                <a:gdLst>
                  <a:gd name="T0" fmla="*/ 7938 w 75"/>
                  <a:gd name="T1" fmla="*/ 0 h 160"/>
                  <a:gd name="T2" fmla="*/ 7938 w 75"/>
                  <a:gd name="T3" fmla="*/ 0 h 160"/>
                  <a:gd name="T4" fmla="*/ 119063 w 75"/>
                  <a:gd name="T5" fmla="*/ 0 h 160"/>
                  <a:gd name="T6" fmla="*/ 119063 w 75"/>
                  <a:gd name="T7" fmla="*/ 0 h 160"/>
                  <a:gd name="T8" fmla="*/ 92075 w 75"/>
                  <a:gd name="T9" fmla="*/ 222250 h 160"/>
                  <a:gd name="T10" fmla="*/ 92075 w 75"/>
                  <a:gd name="T11" fmla="*/ 222250 h 160"/>
                  <a:gd name="T12" fmla="*/ 90488 w 75"/>
                  <a:gd name="T13" fmla="*/ 233363 h 160"/>
                  <a:gd name="T14" fmla="*/ 82550 w 75"/>
                  <a:gd name="T15" fmla="*/ 241300 h 160"/>
                  <a:gd name="T16" fmla="*/ 76200 w 75"/>
                  <a:gd name="T17" fmla="*/ 247650 h 160"/>
                  <a:gd name="T18" fmla="*/ 68263 w 75"/>
                  <a:gd name="T19" fmla="*/ 254000 h 160"/>
                  <a:gd name="T20" fmla="*/ 68263 w 75"/>
                  <a:gd name="T21" fmla="*/ 254000 h 160"/>
                  <a:gd name="T22" fmla="*/ 0 w 75"/>
                  <a:gd name="T23" fmla="*/ 152400 h 160"/>
                  <a:gd name="T24" fmla="*/ 0 w 75"/>
                  <a:gd name="T25" fmla="*/ 152400 h 160"/>
                  <a:gd name="T26" fmla="*/ 7938 w 75"/>
                  <a:gd name="T27" fmla="*/ 0 h 160"/>
                  <a:gd name="T28" fmla="*/ 7938 w 75"/>
                  <a:gd name="T29" fmla="*/ 0 h 16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75" h="160">
                    <a:moveTo>
                      <a:pt x="5" y="0"/>
                    </a:moveTo>
                    <a:lnTo>
                      <a:pt x="5" y="0"/>
                    </a:lnTo>
                    <a:lnTo>
                      <a:pt x="75" y="0"/>
                    </a:lnTo>
                    <a:lnTo>
                      <a:pt x="58" y="140"/>
                    </a:lnTo>
                    <a:lnTo>
                      <a:pt x="57" y="147"/>
                    </a:lnTo>
                    <a:lnTo>
                      <a:pt x="52" y="152"/>
                    </a:lnTo>
                    <a:lnTo>
                      <a:pt x="48" y="156"/>
                    </a:lnTo>
                    <a:lnTo>
                      <a:pt x="43" y="160"/>
                    </a:lnTo>
                    <a:lnTo>
                      <a:pt x="0" y="96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BCBC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80" name="iSľîde">
                <a:extLst>
                  <a:ext uri="{FF2B5EF4-FFF2-40B4-BE49-F238E27FC236}">
                    <a16:creationId xmlns:a16="http://schemas.microsoft.com/office/drawing/2014/main" id="{7BBA8D80-30BE-4885-673D-F850850BC4E6}"/>
                  </a:ext>
                </a:extLst>
              </p:cNvPr>
              <p:cNvSpPr/>
              <p:nvPr/>
            </p:nvSpPr>
            <p:spPr bwMode="auto">
              <a:xfrm>
                <a:off x="2919979" y="4814638"/>
                <a:ext cx="101844" cy="229507"/>
              </a:xfrm>
              <a:custGeom>
                <a:avLst/>
                <a:gdLst>
                  <a:gd name="T0" fmla="*/ 7938 w 71"/>
                  <a:gd name="T1" fmla="*/ 0 h 160"/>
                  <a:gd name="T2" fmla="*/ 7938 w 71"/>
                  <a:gd name="T3" fmla="*/ 0 h 160"/>
                  <a:gd name="T4" fmla="*/ 112713 w 71"/>
                  <a:gd name="T5" fmla="*/ 0 h 160"/>
                  <a:gd name="T6" fmla="*/ 112713 w 71"/>
                  <a:gd name="T7" fmla="*/ 0 h 160"/>
                  <a:gd name="T8" fmla="*/ 85725 w 71"/>
                  <a:gd name="T9" fmla="*/ 222250 h 160"/>
                  <a:gd name="T10" fmla="*/ 85725 w 71"/>
                  <a:gd name="T11" fmla="*/ 222250 h 160"/>
                  <a:gd name="T12" fmla="*/ 84138 w 71"/>
                  <a:gd name="T13" fmla="*/ 233363 h 160"/>
                  <a:gd name="T14" fmla="*/ 76200 w 71"/>
                  <a:gd name="T15" fmla="*/ 241300 h 160"/>
                  <a:gd name="T16" fmla="*/ 69850 w 71"/>
                  <a:gd name="T17" fmla="*/ 247650 h 160"/>
                  <a:gd name="T18" fmla="*/ 61913 w 71"/>
                  <a:gd name="T19" fmla="*/ 254000 h 160"/>
                  <a:gd name="T20" fmla="*/ 61913 w 71"/>
                  <a:gd name="T21" fmla="*/ 254000 h 160"/>
                  <a:gd name="T22" fmla="*/ 0 w 71"/>
                  <a:gd name="T23" fmla="*/ 150813 h 160"/>
                  <a:gd name="T24" fmla="*/ 0 w 71"/>
                  <a:gd name="T25" fmla="*/ 150813 h 160"/>
                  <a:gd name="T26" fmla="*/ 7938 w 71"/>
                  <a:gd name="T27" fmla="*/ 0 h 160"/>
                  <a:gd name="T28" fmla="*/ 7938 w 71"/>
                  <a:gd name="T29" fmla="*/ 0 h 16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71" h="160">
                    <a:moveTo>
                      <a:pt x="5" y="0"/>
                    </a:moveTo>
                    <a:lnTo>
                      <a:pt x="5" y="0"/>
                    </a:lnTo>
                    <a:lnTo>
                      <a:pt x="71" y="0"/>
                    </a:lnTo>
                    <a:lnTo>
                      <a:pt x="54" y="140"/>
                    </a:lnTo>
                    <a:lnTo>
                      <a:pt x="53" y="147"/>
                    </a:lnTo>
                    <a:lnTo>
                      <a:pt x="48" y="152"/>
                    </a:lnTo>
                    <a:lnTo>
                      <a:pt x="44" y="156"/>
                    </a:lnTo>
                    <a:lnTo>
                      <a:pt x="39" y="160"/>
                    </a:lnTo>
                    <a:lnTo>
                      <a:pt x="0" y="95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BCBC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81" name="ïšļidê">
                <a:extLst>
                  <a:ext uri="{FF2B5EF4-FFF2-40B4-BE49-F238E27FC236}">
                    <a16:creationId xmlns:a16="http://schemas.microsoft.com/office/drawing/2014/main" id="{A7C15B9F-6082-9354-675B-D47120F67D6A}"/>
                  </a:ext>
                </a:extLst>
              </p:cNvPr>
              <p:cNvSpPr/>
              <p:nvPr/>
            </p:nvSpPr>
            <p:spPr bwMode="auto">
              <a:xfrm>
                <a:off x="2922848" y="4814638"/>
                <a:ext cx="98975" cy="228073"/>
              </a:xfrm>
              <a:custGeom>
                <a:avLst/>
                <a:gdLst>
                  <a:gd name="T0" fmla="*/ 11113 w 69"/>
                  <a:gd name="T1" fmla="*/ 0 h 159"/>
                  <a:gd name="T2" fmla="*/ 11113 w 69"/>
                  <a:gd name="T3" fmla="*/ 0 h 159"/>
                  <a:gd name="T4" fmla="*/ 109538 w 69"/>
                  <a:gd name="T5" fmla="*/ 0 h 159"/>
                  <a:gd name="T6" fmla="*/ 109538 w 69"/>
                  <a:gd name="T7" fmla="*/ 0 h 159"/>
                  <a:gd name="T8" fmla="*/ 82550 w 69"/>
                  <a:gd name="T9" fmla="*/ 222250 h 159"/>
                  <a:gd name="T10" fmla="*/ 82550 w 69"/>
                  <a:gd name="T11" fmla="*/ 222250 h 159"/>
                  <a:gd name="T12" fmla="*/ 80963 w 69"/>
                  <a:gd name="T13" fmla="*/ 233363 h 159"/>
                  <a:gd name="T14" fmla="*/ 73025 w 69"/>
                  <a:gd name="T15" fmla="*/ 241300 h 159"/>
                  <a:gd name="T16" fmla="*/ 66675 w 69"/>
                  <a:gd name="T17" fmla="*/ 247650 h 159"/>
                  <a:gd name="T18" fmla="*/ 58738 w 69"/>
                  <a:gd name="T19" fmla="*/ 252413 h 159"/>
                  <a:gd name="T20" fmla="*/ 58738 w 69"/>
                  <a:gd name="T21" fmla="*/ 252413 h 159"/>
                  <a:gd name="T22" fmla="*/ 0 w 69"/>
                  <a:gd name="T23" fmla="*/ 149225 h 159"/>
                  <a:gd name="T24" fmla="*/ 0 w 69"/>
                  <a:gd name="T25" fmla="*/ 149225 h 159"/>
                  <a:gd name="T26" fmla="*/ 11113 w 69"/>
                  <a:gd name="T27" fmla="*/ 0 h 159"/>
                  <a:gd name="T28" fmla="*/ 11113 w 69"/>
                  <a:gd name="T29" fmla="*/ 0 h 15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69" h="159">
                    <a:moveTo>
                      <a:pt x="7" y="0"/>
                    </a:moveTo>
                    <a:lnTo>
                      <a:pt x="7" y="0"/>
                    </a:lnTo>
                    <a:lnTo>
                      <a:pt x="69" y="0"/>
                    </a:lnTo>
                    <a:lnTo>
                      <a:pt x="52" y="140"/>
                    </a:lnTo>
                    <a:lnTo>
                      <a:pt x="51" y="147"/>
                    </a:lnTo>
                    <a:lnTo>
                      <a:pt x="46" y="152"/>
                    </a:lnTo>
                    <a:lnTo>
                      <a:pt x="42" y="156"/>
                    </a:lnTo>
                    <a:lnTo>
                      <a:pt x="37" y="159"/>
                    </a:lnTo>
                    <a:lnTo>
                      <a:pt x="0" y="94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BDBD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82" name="ïśľiḑé">
                <a:extLst>
                  <a:ext uri="{FF2B5EF4-FFF2-40B4-BE49-F238E27FC236}">
                    <a16:creationId xmlns:a16="http://schemas.microsoft.com/office/drawing/2014/main" id="{CECB48A5-52E0-18F9-BD17-085338594711}"/>
                  </a:ext>
                </a:extLst>
              </p:cNvPr>
              <p:cNvSpPr/>
              <p:nvPr/>
            </p:nvSpPr>
            <p:spPr bwMode="auto">
              <a:xfrm>
                <a:off x="2928586" y="4814638"/>
                <a:ext cx="93237" cy="228073"/>
              </a:xfrm>
              <a:custGeom>
                <a:avLst/>
                <a:gdLst>
                  <a:gd name="T0" fmla="*/ 11113 w 65"/>
                  <a:gd name="T1" fmla="*/ 0 h 159"/>
                  <a:gd name="T2" fmla="*/ 11113 w 65"/>
                  <a:gd name="T3" fmla="*/ 0 h 159"/>
                  <a:gd name="T4" fmla="*/ 103188 w 65"/>
                  <a:gd name="T5" fmla="*/ 0 h 159"/>
                  <a:gd name="T6" fmla="*/ 103188 w 65"/>
                  <a:gd name="T7" fmla="*/ 0 h 159"/>
                  <a:gd name="T8" fmla="*/ 76200 w 65"/>
                  <a:gd name="T9" fmla="*/ 222250 h 159"/>
                  <a:gd name="T10" fmla="*/ 76200 w 65"/>
                  <a:gd name="T11" fmla="*/ 222250 h 159"/>
                  <a:gd name="T12" fmla="*/ 74613 w 65"/>
                  <a:gd name="T13" fmla="*/ 233363 h 159"/>
                  <a:gd name="T14" fmla="*/ 66675 w 65"/>
                  <a:gd name="T15" fmla="*/ 241300 h 159"/>
                  <a:gd name="T16" fmla="*/ 60325 w 65"/>
                  <a:gd name="T17" fmla="*/ 247650 h 159"/>
                  <a:gd name="T18" fmla="*/ 52388 w 65"/>
                  <a:gd name="T19" fmla="*/ 252413 h 159"/>
                  <a:gd name="T20" fmla="*/ 52388 w 65"/>
                  <a:gd name="T21" fmla="*/ 252413 h 159"/>
                  <a:gd name="T22" fmla="*/ 0 w 65"/>
                  <a:gd name="T23" fmla="*/ 146050 h 159"/>
                  <a:gd name="T24" fmla="*/ 0 w 65"/>
                  <a:gd name="T25" fmla="*/ 146050 h 159"/>
                  <a:gd name="T26" fmla="*/ 11113 w 65"/>
                  <a:gd name="T27" fmla="*/ 0 h 159"/>
                  <a:gd name="T28" fmla="*/ 11113 w 65"/>
                  <a:gd name="T29" fmla="*/ 0 h 15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65" h="159">
                    <a:moveTo>
                      <a:pt x="7" y="0"/>
                    </a:moveTo>
                    <a:lnTo>
                      <a:pt x="7" y="0"/>
                    </a:lnTo>
                    <a:lnTo>
                      <a:pt x="65" y="0"/>
                    </a:lnTo>
                    <a:lnTo>
                      <a:pt x="48" y="140"/>
                    </a:lnTo>
                    <a:lnTo>
                      <a:pt x="47" y="147"/>
                    </a:lnTo>
                    <a:lnTo>
                      <a:pt x="42" y="152"/>
                    </a:lnTo>
                    <a:lnTo>
                      <a:pt x="38" y="156"/>
                    </a:lnTo>
                    <a:lnTo>
                      <a:pt x="33" y="159"/>
                    </a:lnTo>
                    <a:lnTo>
                      <a:pt x="0" y="92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BEBE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83" name="isḷïḑe">
                <a:extLst>
                  <a:ext uri="{FF2B5EF4-FFF2-40B4-BE49-F238E27FC236}">
                    <a16:creationId xmlns:a16="http://schemas.microsoft.com/office/drawing/2014/main" id="{F90BFAAD-C3B4-E54E-FAAB-F740234E4685}"/>
                  </a:ext>
                </a:extLst>
              </p:cNvPr>
              <p:cNvSpPr/>
              <p:nvPr/>
            </p:nvSpPr>
            <p:spPr bwMode="auto">
              <a:xfrm>
                <a:off x="2935757" y="4814638"/>
                <a:ext cx="86065" cy="228073"/>
              </a:xfrm>
              <a:custGeom>
                <a:avLst/>
                <a:gdLst>
                  <a:gd name="T0" fmla="*/ 9525 w 60"/>
                  <a:gd name="T1" fmla="*/ 0 h 159"/>
                  <a:gd name="T2" fmla="*/ 9525 w 60"/>
                  <a:gd name="T3" fmla="*/ 0 h 159"/>
                  <a:gd name="T4" fmla="*/ 95250 w 60"/>
                  <a:gd name="T5" fmla="*/ 0 h 159"/>
                  <a:gd name="T6" fmla="*/ 95250 w 60"/>
                  <a:gd name="T7" fmla="*/ 0 h 159"/>
                  <a:gd name="T8" fmla="*/ 68263 w 60"/>
                  <a:gd name="T9" fmla="*/ 222250 h 159"/>
                  <a:gd name="T10" fmla="*/ 68263 w 60"/>
                  <a:gd name="T11" fmla="*/ 222250 h 159"/>
                  <a:gd name="T12" fmla="*/ 66675 w 60"/>
                  <a:gd name="T13" fmla="*/ 233363 h 159"/>
                  <a:gd name="T14" fmla="*/ 61913 w 60"/>
                  <a:gd name="T15" fmla="*/ 239713 h 159"/>
                  <a:gd name="T16" fmla="*/ 52388 w 60"/>
                  <a:gd name="T17" fmla="*/ 247650 h 159"/>
                  <a:gd name="T18" fmla="*/ 46038 w 60"/>
                  <a:gd name="T19" fmla="*/ 252413 h 159"/>
                  <a:gd name="T20" fmla="*/ 46038 w 60"/>
                  <a:gd name="T21" fmla="*/ 252413 h 159"/>
                  <a:gd name="T22" fmla="*/ 0 w 60"/>
                  <a:gd name="T23" fmla="*/ 144463 h 159"/>
                  <a:gd name="T24" fmla="*/ 0 w 60"/>
                  <a:gd name="T25" fmla="*/ 144463 h 159"/>
                  <a:gd name="T26" fmla="*/ 9525 w 60"/>
                  <a:gd name="T27" fmla="*/ 0 h 159"/>
                  <a:gd name="T28" fmla="*/ 9525 w 60"/>
                  <a:gd name="T29" fmla="*/ 0 h 15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60" h="159">
                    <a:moveTo>
                      <a:pt x="6" y="0"/>
                    </a:moveTo>
                    <a:lnTo>
                      <a:pt x="6" y="0"/>
                    </a:lnTo>
                    <a:lnTo>
                      <a:pt x="60" y="0"/>
                    </a:lnTo>
                    <a:lnTo>
                      <a:pt x="43" y="140"/>
                    </a:lnTo>
                    <a:lnTo>
                      <a:pt x="42" y="147"/>
                    </a:lnTo>
                    <a:lnTo>
                      <a:pt x="39" y="151"/>
                    </a:lnTo>
                    <a:lnTo>
                      <a:pt x="33" y="156"/>
                    </a:lnTo>
                    <a:lnTo>
                      <a:pt x="29" y="159"/>
                    </a:lnTo>
                    <a:lnTo>
                      <a:pt x="0" y="91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BEBE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84" name="íş1iďe">
                <a:extLst>
                  <a:ext uri="{FF2B5EF4-FFF2-40B4-BE49-F238E27FC236}">
                    <a16:creationId xmlns:a16="http://schemas.microsoft.com/office/drawing/2014/main" id="{9E5FBF45-68A1-01F9-331D-789382DF27EA}"/>
                  </a:ext>
                </a:extLst>
              </p:cNvPr>
              <p:cNvSpPr/>
              <p:nvPr/>
            </p:nvSpPr>
            <p:spPr bwMode="auto">
              <a:xfrm>
                <a:off x="2941495" y="4814638"/>
                <a:ext cx="80327" cy="228073"/>
              </a:xfrm>
              <a:custGeom>
                <a:avLst/>
                <a:gdLst>
                  <a:gd name="T0" fmla="*/ 9525 w 56"/>
                  <a:gd name="T1" fmla="*/ 0 h 159"/>
                  <a:gd name="T2" fmla="*/ 9525 w 56"/>
                  <a:gd name="T3" fmla="*/ 0 h 159"/>
                  <a:gd name="T4" fmla="*/ 88900 w 56"/>
                  <a:gd name="T5" fmla="*/ 0 h 159"/>
                  <a:gd name="T6" fmla="*/ 88900 w 56"/>
                  <a:gd name="T7" fmla="*/ 0 h 159"/>
                  <a:gd name="T8" fmla="*/ 61913 w 56"/>
                  <a:gd name="T9" fmla="*/ 222250 h 159"/>
                  <a:gd name="T10" fmla="*/ 61913 w 56"/>
                  <a:gd name="T11" fmla="*/ 222250 h 159"/>
                  <a:gd name="T12" fmla="*/ 60325 w 56"/>
                  <a:gd name="T13" fmla="*/ 233363 h 159"/>
                  <a:gd name="T14" fmla="*/ 55563 w 56"/>
                  <a:gd name="T15" fmla="*/ 239713 h 159"/>
                  <a:gd name="T16" fmla="*/ 46038 w 56"/>
                  <a:gd name="T17" fmla="*/ 247650 h 159"/>
                  <a:gd name="T18" fmla="*/ 39688 w 56"/>
                  <a:gd name="T19" fmla="*/ 252413 h 159"/>
                  <a:gd name="T20" fmla="*/ 39688 w 56"/>
                  <a:gd name="T21" fmla="*/ 252413 h 159"/>
                  <a:gd name="T22" fmla="*/ 0 w 56"/>
                  <a:gd name="T23" fmla="*/ 144463 h 159"/>
                  <a:gd name="T24" fmla="*/ 0 w 56"/>
                  <a:gd name="T25" fmla="*/ 144463 h 159"/>
                  <a:gd name="T26" fmla="*/ 9525 w 56"/>
                  <a:gd name="T27" fmla="*/ 0 h 159"/>
                  <a:gd name="T28" fmla="*/ 9525 w 56"/>
                  <a:gd name="T29" fmla="*/ 0 h 15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56" h="159">
                    <a:moveTo>
                      <a:pt x="6" y="0"/>
                    </a:moveTo>
                    <a:lnTo>
                      <a:pt x="6" y="0"/>
                    </a:lnTo>
                    <a:lnTo>
                      <a:pt x="56" y="0"/>
                    </a:lnTo>
                    <a:lnTo>
                      <a:pt x="39" y="140"/>
                    </a:lnTo>
                    <a:lnTo>
                      <a:pt x="38" y="147"/>
                    </a:lnTo>
                    <a:lnTo>
                      <a:pt x="35" y="151"/>
                    </a:lnTo>
                    <a:lnTo>
                      <a:pt x="29" y="156"/>
                    </a:lnTo>
                    <a:lnTo>
                      <a:pt x="25" y="159"/>
                    </a:lnTo>
                    <a:lnTo>
                      <a:pt x="0" y="91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BFBF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85" name="iŝ1ïḋe">
                <a:extLst>
                  <a:ext uri="{FF2B5EF4-FFF2-40B4-BE49-F238E27FC236}">
                    <a16:creationId xmlns:a16="http://schemas.microsoft.com/office/drawing/2014/main" id="{C4F38960-3DBB-93E9-6276-05C2348FEC40}"/>
                  </a:ext>
                </a:extLst>
              </p:cNvPr>
              <p:cNvSpPr/>
              <p:nvPr/>
            </p:nvSpPr>
            <p:spPr bwMode="auto">
              <a:xfrm>
                <a:off x="2944364" y="4814638"/>
                <a:ext cx="77458" cy="228073"/>
              </a:xfrm>
              <a:custGeom>
                <a:avLst/>
                <a:gdLst>
                  <a:gd name="T0" fmla="*/ 11113 w 54"/>
                  <a:gd name="T1" fmla="*/ 0 h 159"/>
                  <a:gd name="T2" fmla="*/ 11113 w 54"/>
                  <a:gd name="T3" fmla="*/ 0 h 159"/>
                  <a:gd name="T4" fmla="*/ 85725 w 54"/>
                  <a:gd name="T5" fmla="*/ 0 h 159"/>
                  <a:gd name="T6" fmla="*/ 85725 w 54"/>
                  <a:gd name="T7" fmla="*/ 0 h 159"/>
                  <a:gd name="T8" fmla="*/ 58738 w 54"/>
                  <a:gd name="T9" fmla="*/ 222250 h 159"/>
                  <a:gd name="T10" fmla="*/ 58738 w 54"/>
                  <a:gd name="T11" fmla="*/ 222250 h 159"/>
                  <a:gd name="T12" fmla="*/ 57150 w 54"/>
                  <a:gd name="T13" fmla="*/ 230188 h 159"/>
                  <a:gd name="T14" fmla="*/ 52388 w 54"/>
                  <a:gd name="T15" fmla="*/ 239713 h 159"/>
                  <a:gd name="T16" fmla="*/ 46038 w 54"/>
                  <a:gd name="T17" fmla="*/ 246063 h 159"/>
                  <a:gd name="T18" fmla="*/ 36513 w 54"/>
                  <a:gd name="T19" fmla="*/ 252413 h 159"/>
                  <a:gd name="T20" fmla="*/ 36513 w 54"/>
                  <a:gd name="T21" fmla="*/ 252413 h 159"/>
                  <a:gd name="T22" fmla="*/ 0 w 54"/>
                  <a:gd name="T23" fmla="*/ 142875 h 159"/>
                  <a:gd name="T24" fmla="*/ 0 w 54"/>
                  <a:gd name="T25" fmla="*/ 142875 h 159"/>
                  <a:gd name="T26" fmla="*/ 11113 w 54"/>
                  <a:gd name="T27" fmla="*/ 0 h 159"/>
                  <a:gd name="T28" fmla="*/ 11113 w 54"/>
                  <a:gd name="T29" fmla="*/ 0 h 15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54" h="159">
                    <a:moveTo>
                      <a:pt x="7" y="0"/>
                    </a:moveTo>
                    <a:lnTo>
                      <a:pt x="7" y="0"/>
                    </a:lnTo>
                    <a:lnTo>
                      <a:pt x="54" y="0"/>
                    </a:lnTo>
                    <a:lnTo>
                      <a:pt x="37" y="140"/>
                    </a:lnTo>
                    <a:lnTo>
                      <a:pt x="36" y="145"/>
                    </a:lnTo>
                    <a:lnTo>
                      <a:pt x="33" y="151"/>
                    </a:lnTo>
                    <a:lnTo>
                      <a:pt x="29" y="155"/>
                    </a:lnTo>
                    <a:lnTo>
                      <a:pt x="23" y="159"/>
                    </a:lnTo>
                    <a:lnTo>
                      <a:pt x="0" y="9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BFBF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86" name="ïṥļiḋé">
                <a:extLst>
                  <a:ext uri="{FF2B5EF4-FFF2-40B4-BE49-F238E27FC236}">
                    <a16:creationId xmlns:a16="http://schemas.microsoft.com/office/drawing/2014/main" id="{075BD6AA-FDDB-D9F4-9BC0-79FE3252B049}"/>
                  </a:ext>
                </a:extLst>
              </p:cNvPr>
              <p:cNvSpPr/>
              <p:nvPr/>
            </p:nvSpPr>
            <p:spPr bwMode="auto">
              <a:xfrm>
                <a:off x="2950101" y="4814638"/>
                <a:ext cx="71721" cy="228073"/>
              </a:xfrm>
              <a:custGeom>
                <a:avLst/>
                <a:gdLst>
                  <a:gd name="T0" fmla="*/ 11113 w 50"/>
                  <a:gd name="T1" fmla="*/ 0 h 159"/>
                  <a:gd name="T2" fmla="*/ 11113 w 50"/>
                  <a:gd name="T3" fmla="*/ 0 h 159"/>
                  <a:gd name="T4" fmla="*/ 79375 w 50"/>
                  <a:gd name="T5" fmla="*/ 0 h 159"/>
                  <a:gd name="T6" fmla="*/ 79375 w 50"/>
                  <a:gd name="T7" fmla="*/ 0 h 159"/>
                  <a:gd name="T8" fmla="*/ 52388 w 50"/>
                  <a:gd name="T9" fmla="*/ 222250 h 159"/>
                  <a:gd name="T10" fmla="*/ 52388 w 50"/>
                  <a:gd name="T11" fmla="*/ 222250 h 159"/>
                  <a:gd name="T12" fmla="*/ 50800 w 50"/>
                  <a:gd name="T13" fmla="*/ 230188 h 159"/>
                  <a:gd name="T14" fmla="*/ 46038 w 50"/>
                  <a:gd name="T15" fmla="*/ 239713 h 159"/>
                  <a:gd name="T16" fmla="*/ 39688 w 50"/>
                  <a:gd name="T17" fmla="*/ 246063 h 159"/>
                  <a:gd name="T18" fmla="*/ 30163 w 50"/>
                  <a:gd name="T19" fmla="*/ 252413 h 159"/>
                  <a:gd name="T20" fmla="*/ 30163 w 50"/>
                  <a:gd name="T21" fmla="*/ 252413 h 159"/>
                  <a:gd name="T22" fmla="*/ 0 w 50"/>
                  <a:gd name="T23" fmla="*/ 139700 h 159"/>
                  <a:gd name="T24" fmla="*/ 0 w 50"/>
                  <a:gd name="T25" fmla="*/ 139700 h 159"/>
                  <a:gd name="T26" fmla="*/ 11113 w 50"/>
                  <a:gd name="T27" fmla="*/ 0 h 159"/>
                  <a:gd name="T28" fmla="*/ 11113 w 50"/>
                  <a:gd name="T29" fmla="*/ 0 h 15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50" h="159">
                    <a:moveTo>
                      <a:pt x="7" y="0"/>
                    </a:moveTo>
                    <a:lnTo>
                      <a:pt x="7" y="0"/>
                    </a:lnTo>
                    <a:lnTo>
                      <a:pt x="50" y="0"/>
                    </a:lnTo>
                    <a:lnTo>
                      <a:pt x="33" y="140"/>
                    </a:lnTo>
                    <a:lnTo>
                      <a:pt x="32" y="145"/>
                    </a:lnTo>
                    <a:lnTo>
                      <a:pt x="29" y="151"/>
                    </a:lnTo>
                    <a:lnTo>
                      <a:pt x="25" y="155"/>
                    </a:lnTo>
                    <a:lnTo>
                      <a:pt x="19" y="159"/>
                    </a:lnTo>
                    <a:lnTo>
                      <a:pt x="0" y="88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C0C0C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87" name="ïŝļiḓê">
                <a:extLst>
                  <a:ext uri="{FF2B5EF4-FFF2-40B4-BE49-F238E27FC236}">
                    <a16:creationId xmlns:a16="http://schemas.microsoft.com/office/drawing/2014/main" id="{52F9588E-53E2-F005-D8B9-4D3F0F9EE229}"/>
                  </a:ext>
                </a:extLst>
              </p:cNvPr>
              <p:cNvSpPr/>
              <p:nvPr/>
            </p:nvSpPr>
            <p:spPr bwMode="auto">
              <a:xfrm>
                <a:off x="2955839" y="4814638"/>
                <a:ext cx="65983" cy="228073"/>
              </a:xfrm>
              <a:custGeom>
                <a:avLst/>
                <a:gdLst>
                  <a:gd name="T0" fmla="*/ 11113 w 46"/>
                  <a:gd name="T1" fmla="*/ 0 h 159"/>
                  <a:gd name="T2" fmla="*/ 11113 w 46"/>
                  <a:gd name="T3" fmla="*/ 0 h 159"/>
                  <a:gd name="T4" fmla="*/ 73025 w 46"/>
                  <a:gd name="T5" fmla="*/ 0 h 159"/>
                  <a:gd name="T6" fmla="*/ 73025 w 46"/>
                  <a:gd name="T7" fmla="*/ 0 h 159"/>
                  <a:gd name="T8" fmla="*/ 46038 w 46"/>
                  <a:gd name="T9" fmla="*/ 222250 h 159"/>
                  <a:gd name="T10" fmla="*/ 46038 w 46"/>
                  <a:gd name="T11" fmla="*/ 222250 h 159"/>
                  <a:gd name="T12" fmla="*/ 44450 w 46"/>
                  <a:gd name="T13" fmla="*/ 230188 h 159"/>
                  <a:gd name="T14" fmla="*/ 39688 w 46"/>
                  <a:gd name="T15" fmla="*/ 239713 h 159"/>
                  <a:gd name="T16" fmla="*/ 33338 w 46"/>
                  <a:gd name="T17" fmla="*/ 246063 h 159"/>
                  <a:gd name="T18" fmla="*/ 26988 w 46"/>
                  <a:gd name="T19" fmla="*/ 252413 h 159"/>
                  <a:gd name="T20" fmla="*/ 26988 w 46"/>
                  <a:gd name="T21" fmla="*/ 252413 h 159"/>
                  <a:gd name="T22" fmla="*/ 0 w 46"/>
                  <a:gd name="T23" fmla="*/ 138113 h 159"/>
                  <a:gd name="T24" fmla="*/ 0 w 46"/>
                  <a:gd name="T25" fmla="*/ 138113 h 159"/>
                  <a:gd name="T26" fmla="*/ 11113 w 46"/>
                  <a:gd name="T27" fmla="*/ 0 h 159"/>
                  <a:gd name="T28" fmla="*/ 11113 w 46"/>
                  <a:gd name="T29" fmla="*/ 0 h 15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46" h="159">
                    <a:moveTo>
                      <a:pt x="7" y="0"/>
                    </a:moveTo>
                    <a:lnTo>
                      <a:pt x="7" y="0"/>
                    </a:lnTo>
                    <a:lnTo>
                      <a:pt x="46" y="0"/>
                    </a:lnTo>
                    <a:lnTo>
                      <a:pt x="29" y="140"/>
                    </a:lnTo>
                    <a:lnTo>
                      <a:pt x="28" y="145"/>
                    </a:lnTo>
                    <a:lnTo>
                      <a:pt x="25" y="151"/>
                    </a:lnTo>
                    <a:lnTo>
                      <a:pt x="21" y="155"/>
                    </a:lnTo>
                    <a:lnTo>
                      <a:pt x="17" y="159"/>
                    </a:lnTo>
                    <a:lnTo>
                      <a:pt x="0" y="87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C1C1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88" name="îśļiďè">
                <a:extLst>
                  <a:ext uri="{FF2B5EF4-FFF2-40B4-BE49-F238E27FC236}">
                    <a16:creationId xmlns:a16="http://schemas.microsoft.com/office/drawing/2014/main" id="{1D5733A7-2580-A703-EC84-EF6EFC29209A}"/>
                  </a:ext>
                </a:extLst>
              </p:cNvPr>
              <p:cNvSpPr/>
              <p:nvPr/>
            </p:nvSpPr>
            <p:spPr bwMode="auto">
              <a:xfrm>
                <a:off x="2963011" y="4814638"/>
                <a:ext cx="58812" cy="228073"/>
              </a:xfrm>
              <a:custGeom>
                <a:avLst/>
                <a:gdLst>
                  <a:gd name="T0" fmla="*/ 9525 w 41"/>
                  <a:gd name="T1" fmla="*/ 0 h 159"/>
                  <a:gd name="T2" fmla="*/ 9525 w 41"/>
                  <a:gd name="T3" fmla="*/ 0 h 159"/>
                  <a:gd name="T4" fmla="*/ 65088 w 41"/>
                  <a:gd name="T5" fmla="*/ 0 h 159"/>
                  <a:gd name="T6" fmla="*/ 65088 w 41"/>
                  <a:gd name="T7" fmla="*/ 0 h 159"/>
                  <a:gd name="T8" fmla="*/ 38100 w 41"/>
                  <a:gd name="T9" fmla="*/ 222250 h 159"/>
                  <a:gd name="T10" fmla="*/ 38100 w 41"/>
                  <a:gd name="T11" fmla="*/ 222250 h 159"/>
                  <a:gd name="T12" fmla="*/ 36513 w 41"/>
                  <a:gd name="T13" fmla="*/ 230188 h 159"/>
                  <a:gd name="T14" fmla="*/ 31750 w 41"/>
                  <a:gd name="T15" fmla="*/ 239713 h 159"/>
                  <a:gd name="T16" fmla="*/ 25400 w 41"/>
                  <a:gd name="T17" fmla="*/ 246063 h 159"/>
                  <a:gd name="T18" fmla="*/ 19050 w 41"/>
                  <a:gd name="T19" fmla="*/ 252413 h 159"/>
                  <a:gd name="T20" fmla="*/ 19050 w 41"/>
                  <a:gd name="T21" fmla="*/ 252413 h 159"/>
                  <a:gd name="T22" fmla="*/ 0 w 41"/>
                  <a:gd name="T23" fmla="*/ 136525 h 159"/>
                  <a:gd name="T24" fmla="*/ 0 w 41"/>
                  <a:gd name="T25" fmla="*/ 136525 h 159"/>
                  <a:gd name="T26" fmla="*/ 9525 w 41"/>
                  <a:gd name="T27" fmla="*/ 0 h 159"/>
                  <a:gd name="T28" fmla="*/ 9525 w 41"/>
                  <a:gd name="T29" fmla="*/ 0 h 15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41" h="159">
                    <a:moveTo>
                      <a:pt x="6" y="0"/>
                    </a:moveTo>
                    <a:lnTo>
                      <a:pt x="6" y="0"/>
                    </a:lnTo>
                    <a:lnTo>
                      <a:pt x="41" y="0"/>
                    </a:lnTo>
                    <a:lnTo>
                      <a:pt x="24" y="140"/>
                    </a:lnTo>
                    <a:lnTo>
                      <a:pt x="23" y="145"/>
                    </a:lnTo>
                    <a:lnTo>
                      <a:pt x="20" y="151"/>
                    </a:lnTo>
                    <a:lnTo>
                      <a:pt x="16" y="155"/>
                    </a:lnTo>
                    <a:lnTo>
                      <a:pt x="12" y="159"/>
                    </a:lnTo>
                    <a:lnTo>
                      <a:pt x="0" y="86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C1C1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89" name="îsľíḍe">
                <a:extLst>
                  <a:ext uri="{FF2B5EF4-FFF2-40B4-BE49-F238E27FC236}">
                    <a16:creationId xmlns:a16="http://schemas.microsoft.com/office/drawing/2014/main" id="{81DE4D64-63A4-B6DD-3EEF-C73A9137CFF4}"/>
                  </a:ext>
                </a:extLst>
              </p:cNvPr>
              <p:cNvSpPr/>
              <p:nvPr/>
            </p:nvSpPr>
            <p:spPr bwMode="auto">
              <a:xfrm>
                <a:off x="2965880" y="4814638"/>
                <a:ext cx="55943" cy="228073"/>
              </a:xfrm>
              <a:custGeom>
                <a:avLst/>
                <a:gdLst>
                  <a:gd name="T0" fmla="*/ 12700 w 39"/>
                  <a:gd name="T1" fmla="*/ 0 h 159"/>
                  <a:gd name="T2" fmla="*/ 12700 w 39"/>
                  <a:gd name="T3" fmla="*/ 0 h 159"/>
                  <a:gd name="T4" fmla="*/ 61913 w 39"/>
                  <a:gd name="T5" fmla="*/ 0 h 159"/>
                  <a:gd name="T6" fmla="*/ 61913 w 39"/>
                  <a:gd name="T7" fmla="*/ 0 h 159"/>
                  <a:gd name="T8" fmla="*/ 34925 w 39"/>
                  <a:gd name="T9" fmla="*/ 222250 h 159"/>
                  <a:gd name="T10" fmla="*/ 34925 w 39"/>
                  <a:gd name="T11" fmla="*/ 222250 h 159"/>
                  <a:gd name="T12" fmla="*/ 33338 w 39"/>
                  <a:gd name="T13" fmla="*/ 230188 h 159"/>
                  <a:gd name="T14" fmla="*/ 28575 w 39"/>
                  <a:gd name="T15" fmla="*/ 239713 h 159"/>
                  <a:gd name="T16" fmla="*/ 22225 w 39"/>
                  <a:gd name="T17" fmla="*/ 246063 h 159"/>
                  <a:gd name="T18" fmla="*/ 15875 w 39"/>
                  <a:gd name="T19" fmla="*/ 252413 h 159"/>
                  <a:gd name="T20" fmla="*/ 15875 w 39"/>
                  <a:gd name="T21" fmla="*/ 252413 h 159"/>
                  <a:gd name="T22" fmla="*/ 0 w 39"/>
                  <a:gd name="T23" fmla="*/ 133350 h 159"/>
                  <a:gd name="T24" fmla="*/ 0 w 39"/>
                  <a:gd name="T25" fmla="*/ 133350 h 159"/>
                  <a:gd name="T26" fmla="*/ 12700 w 39"/>
                  <a:gd name="T27" fmla="*/ 0 h 159"/>
                  <a:gd name="T28" fmla="*/ 12700 w 39"/>
                  <a:gd name="T29" fmla="*/ 0 h 15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9" h="159">
                    <a:moveTo>
                      <a:pt x="8" y="0"/>
                    </a:moveTo>
                    <a:lnTo>
                      <a:pt x="8" y="0"/>
                    </a:lnTo>
                    <a:lnTo>
                      <a:pt x="39" y="0"/>
                    </a:lnTo>
                    <a:lnTo>
                      <a:pt x="22" y="140"/>
                    </a:lnTo>
                    <a:lnTo>
                      <a:pt x="21" y="145"/>
                    </a:lnTo>
                    <a:lnTo>
                      <a:pt x="18" y="151"/>
                    </a:lnTo>
                    <a:lnTo>
                      <a:pt x="14" y="155"/>
                    </a:lnTo>
                    <a:lnTo>
                      <a:pt x="10" y="159"/>
                    </a:lnTo>
                    <a:lnTo>
                      <a:pt x="0" y="84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C2C2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90" name="ïŝḻîdè">
                <a:extLst>
                  <a:ext uri="{FF2B5EF4-FFF2-40B4-BE49-F238E27FC236}">
                    <a16:creationId xmlns:a16="http://schemas.microsoft.com/office/drawing/2014/main" id="{2E6DB0D9-F695-A805-46B1-C3E64C230BA2}"/>
                  </a:ext>
                </a:extLst>
              </p:cNvPr>
              <p:cNvSpPr/>
              <p:nvPr/>
            </p:nvSpPr>
            <p:spPr bwMode="auto">
              <a:xfrm>
                <a:off x="2971618" y="4814638"/>
                <a:ext cx="50205" cy="228073"/>
              </a:xfrm>
              <a:custGeom>
                <a:avLst/>
                <a:gdLst>
                  <a:gd name="T0" fmla="*/ 12700 w 35"/>
                  <a:gd name="T1" fmla="*/ 0 h 159"/>
                  <a:gd name="T2" fmla="*/ 12700 w 35"/>
                  <a:gd name="T3" fmla="*/ 0 h 159"/>
                  <a:gd name="T4" fmla="*/ 55563 w 35"/>
                  <a:gd name="T5" fmla="*/ 0 h 159"/>
                  <a:gd name="T6" fmla="*/ 55563 w 35"/>
                  <a:gd name="T7" fmla="*/ 0 h 159"/>
                  <a:gd name="T8" fmla="*/ 28575 w 35"/>
                  <a:gd name="T9" fmla="*/ 222250 h 159"/>
                  <a:gd name="T10" fmla="*/ 28575 w 35"/>
                  <a:gd name="T11" fmla="*/ 222250 h 159"/>
                  <a:gd name="T12" fmla="*/ 26988 w 35"/>
                  <a:gd name="T13" fmla="*/ 230188 h 159"/>
                  <a:gd name="T14" fmla="*/ 22225 w 35"/>
                  <a:gd name="T15" fmla="*/ 239713 h 159"/>
                  <a:gd name="T16" fmla="*/ 17463 w 35"/>
                  <a:gd name="T17" fmla="*/ 246063 h 159"/>
                  <a:gd name="T18" fmla="*/ 11113 w 35"/>
                  <a:gd name="T19" fmla="*/ 252413 h 159"/>
                  <a:gd name="T20" fmla="*/ 11113 w 35"/>
                  <a:gd name="T21" fmla="*/ 252413 h 159"/>
                  <a:gd name="T22" fmla="*/ 0 w 35"/>
                  <a:gd name="T23" fmla="*/ 133350 h 159"/>
                  <a:gd name="T24" fmla="*/ 0 w 35"/>
                  <a:gd name="T25" fmla="*/ 133350 h 159"/>
                  <a:gd name="T26" fmla="*/ 12700 w 35"/>
                  <a:gd name="T27" fmla="*/ 0 h 159"/>
                  <a:gd name="T28" fmla="*/ 12700 w 35"/>
                  <a:gd name="T29" fmla="*/ 0 h 15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5" h="159">
                    <a:moveTo>
                      <a:pt x="8" y="0"/>
                    </a:moveTo>
                    <a:lnTo>
                      <a:pt x="8" y="0"/>
                    </a:lnTo>
                    <a:lnTo>
                      <a:pt x="35" y="0"/>
                    </a:lnTo>
                    <a:lnTo>
                      <a:pt x="18" y="140"/>
                    </a:lnTo>
                    <a:lnTo>
                      <a:pt x="17" y="145"/>
                    </a:lnTo>
                    <a:lnTo>
                      <a:pt x="14" y="151"/>
                    </a:lnTo>
                    <a:lnTo>
                      <a:pt x="11" y="155"/>
                    </a:lnTo>
                    <a:lnTo>
                      <a:pt x="7" y="159"/>
                    </a:lnTo>
                    <a:lnTo>
                      <a:pt x="0" y="84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C3C3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91" name="ïşḻíḍe">
                <a:extLst>
                  <a:ext uri="{FF2B5EF4-FFF2-40B4-BE49-F238E27FC236}">
                    <a16:creationId xmlns:a16="http://schemas.microsoft.com/office/drawing/2014/main" id="{654B4C05-CAC9-1200-F2EE-271BA2F00373}"/>
                  </a:ext>
                </a:extLst>
              </p:cNvPr>
              <p:cNvSpPr/>
              <p:nvPr/>
            </p:nvSpPr>
            <p:spPr bwMode="auto">
              <a:xfrm>
                <a:off x="2977356" y="4814638"/>
                <a:ext cx="44467" cy="225204"/>
              </a:xfrm>
              <a:custGeom>
                <a:avLst/>
                <a:gdLst>
                  <a:gd name="T0" fmla="*/ 11113 w 31"/>
                  <a:gd name="T1" fmla="*/ 0 h 157"/>
                  <a:gd name="T2" fmla="*/ 11113 w 31"/>
                  <a:gd name="T3" fmla="*/ 0 h 157"/>
                  <a:gd name="T4" fmla="*/ 49213 w 31"/>
                  <a:gd name="T5" fmla="*/ 0 h 157"/>
                  <a:gd name="T6" fmla="*/ 49213 w 31"/>
                  <a:gd name="T7" fmla="*/ 0 h 157"/>
                  <a:gd name="T8" fmla="*/ 22225 w 31"/>
                  <a:gd name="T9" fmla="*/ 222250 h 157"/>
                  <a:gd name="T10" fmla="*/ 22225 w 31"/>
                  <a:gd name="T11" fmla="*/ 222250 h 157"/>
                  <a:gd name="T12" fmla="*/ 20638 w 31"/>
                  <a:gd name="T13" fmla="*/ 230188 h 157"/>
                  <a:gd name="T14" fmla="*/ 15875 w 31"/>
                  <a:gd name="T15" fmla="*/ 239713 h 157"/>
                  <a:gd name="T16" fmla="*/ 11113 w 31"/>
                  <a:gd name="T17" fmla="*/ 246063 h 157"/>
                  <a:gd name="T18" fmla="*/ 4763 w 31"/>
                  <a:gd name="T19" fmla="*/ 249238 h 157"/>
                  <a:gd name="T20" fmla="*/ 4763 w 31"/>
                  <a:gd name="T21" fmla="*/ 249238 h 157"/>
                  <a:gd name="T22" fmla="*/ 0 w 31"/>
                  <a:gd name="T23" fmla="*/ 131763 h 157"/>
                  <a:gd name="T24" fmla="*/ 0 w 31"/>
                  <a:gd name="T25" fmla="*/ 131763 h 157"/>
                  <a:gd name="T26" fmla="*/ 11113 w 31"/>
                  <a:gd name="T27" fmla="*/ 0 h 157"/>
                  <a:gd name="T28" fmla="*/ 11113 w 31"/>
                  <a:gd name="T29" fmla="*/ 0 h 1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1" h="157">
                    <a:moveTo>
                      <a:pt x="7" y="0"/>
                    </a:moveTo>
                    <a:lnTo>
                      <a:pt x="7" y="0"/>
                    </a:lnTo>
                    <a:lnTo>
                      <a:pt x="31" y="0"/>
                    </a:lnTo>
                    <a:lnTo>
                      <a:pt x="14" y="140"/>
                    </a:lnTo>
                    <a:lnTo>
                      <a:pt x="13" y="145"/>
                    </a:lnTo>
                    <a:lnTo>
                      <a:pt x="10" y="151"/>
                    </a:lnTo>
                    <a:lnTo>
                      <a:pt x="7" y="155"/>
                    </a:lnTo>
                    <a:lnTo>
                      <a:pt x="3" y="157"/>
                    </a:lnTo>
                    <a:lnTo>
                      <a:pt x="0" y="83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C3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5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92" name="işḷiďê">
                <a:extLst>
                  <a:ext uri="{FF2B5EF4-FFF2-40B4-BE49-F238E27FC236}">
                    <a16:creationId xmlns:a16="http://schemas.microsoft.com/office/drawing/2014/main" id="{283B6880-EBF2-C485-961C-4B8F2E3E5DB7}"/>
                  </a:ext>
                </a:extLst>
              </p:cNvPr>
              <p:cNvSpPr/>
              <p:nvPr/>
            </p:nvSpPr>
            <p:spPr bwMode="auto">
              <a:xfrm>
                <a:off x="2981658" y="4814638"/>
                <a:ext cx="40164" cy="225204"/>
              </a:xfrm>
              <a:custGeom>
                <a:avLst/>
                <a:gdLst>
                  <a:gd name="T0" fmla="*/ 12700 w 28"/>
                  <a:gd name="T1" fmla="*/ 0 h 157"/>
                  <a:gd name="T2" fmla="*/ 12700 w 28"/>
                  <a:gd name="T3" fmla="*/ 0 h 157"/>
                  <a:gd name="T4" fmla="*/ 44450 w 28"/>
                  <a:gd name="T5" fmla="*/ 0 h 157"/>
                  <a:gd name="T6" fmla="*/ 44450 w 28"/>
                  <a:gd name="T7" fmla="*/ 0 h 157"/>
                  <a:gd name="T8" fmla="*/ 17463 w 28"/>
                  <a:gd name="T9" fmla="*/ 222250 h 157"/>
                  <a:gd name="T10" fmla="*/ 17463 w 28"/>
                  <a:gd name="T11" fmla="*/ 222250 h 157"/>
                  <a:gd name="T12" fmla="*/ 15875 w 28"/>
                  <a:gd name="T13" fmla="*/ 230188 h 157"/>
                  <a:gd name="T14" fmla="*/ 11113 w 28"/>
                  <a:gd name="T15" fmla="*/ 239713 h 157"/>
                  <a:gd name="T16" fmla="*/ 6350 w 28"/>
                  <a:gd name="T17" fmla="*/ 246063 h 157"/>
                  <a:gd name="T18" fmla="*/ 0 w 28"/>
                  <a:gd name="T19" fmla="*/ 249238 h 157"/>
                  <a:gd name="T20" fmla="*/ 0 w 28"/>
                  <a:gd name="T21" fmla="*/ 249238 h 157"/>
                  <a:gd name="T22" fmla="*/ 1588 w 28"/>
                  <a:gd name="T23" fmla="*/ 130175 h 157"/>
                  <a:gd name="T24" fmla="*/ 1588 w 28"/>
                  <a:gd name="T25" fmla="*/ 130175 h 157"/>
                  <a:gd name="T26" fmla="*/ 12700 w 28"/>
                  <a:gd name="T27" fmla="*/ 0 h 157"/>
                  <a:gd name="T28" fmla="*/ 12700 w 28"/>
                  <a:gd name="T29" fmla="*/ 0 h 1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28" h="157">
                    <a:moveTo>
                      <a:pt x="8" y="0"/>
                    </a:moveTo>
                    <a:lnTo>
                      <a:pt x="8" y="0"/>
                    </a:lnTo>
                    <a:lnTo>
                      <a:pt x="28" y="0"/>
                    </a:lnTo>
                    <a:lnTo>
                      <a:pt x="11" y="140"/>
                    </a:lnTo>
                    <a:lnTo>
                      <a:pt x="10" y="145"/>
                    </a:lnTo>
                    <a:lnTo>
                      <a:pt x="7" y="151"/>
                    </a:lnTo>
                    <a:lnTo>
                      <a:pt x="4" y="155"/>
                    </a:lnTo>
                    <a:lnTo>
                      <a:pt x="0" y="157"/>
                    </a:lnTo>
                    <a:lnTo>
                      <a:pt x="1" y="8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C4C4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5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93" name="îSliḍé">
                <a:extLst>
                  <a:ext uri="{FF2B5EF4-FFF2-40B4-BE49-F238E27FC236}">
                    <a16:creationId xmlns:a16="http://schemas.microsoft.com/office/drawing/2014/main" id="{4FF1B556-F979-3526-652C-4CAB6E13B4DF}"/>
                  </a:ext>
                </a:extLst>
              </p:cNvPr>
              <p:cNvSpPr/>
              <p:nvPr/>
            </p:nvSpPr>
            <p:spPr bwMode="auto">
              <a:xfrm>
                <a:off x="2981658" y="4814638"/>
                <a:ext cx="40164" cy="225204"/>
              </a:xfrm>
              <a:custGeom>
                <a:avLst/>
                <a:gdLst>
                  <a:gd name="T0" fmla="*/ 19050 w 28"/>
                  <a:gd name="T1" fmla="*/ 0 h 157"/>
                  <a:gd name="T2" fmla="*/ 19050 w 28"/>
                  <a:gd name="T3" fmla="*/ 0 h 157"/>
                  <a:gd name="T4" fmla="*/ 44450 w 28"/>
                  <a:gd name="T5" fmla="*/ 0 h 157"/>
                  <a:gd name="T6" fmla="*/ 44450 w 28"/>
                  <a:gd name="T7" fmla="*/ 0 h 157"/>
                  <a:gd name="T8" fmla="*/ 17463 w 28"/>
                  <a:gd name="T9" fmla="*/ 222250 h 157"/>
                  <a:gd name="T10" fmla="*/ 17463 w 28"/>
                  <a:gd name="T11" fmla="*/ 222250 h 157"/>
                  <a:gd name="T12" fmla="*/ 15875 w 28"/>
                  <a:gd name="T13" fmla="*/ 230188 h 157"/>
                  <a:gd name="T14" fmla="*/ 12700 w 28"/>
                  <a:gd name="T15" fmla="*/ 236538 h 157"/>
                  <a:gd name="T16" fmla="*/ 6350 w 28"/>
                  <a:gd name="T17" fmla="*/ 246063 h 157"/>
                  <a:gd name="T18" fmla="*/ 0 w 28"/>
                  <a:gd name="T19" fmla="*/ 249238 h 157"/>
                  <a:gd name="T20" fmla="*/ 0 w 28"/>
                  <a:gd name="T21" fmla="*/ 249238 h 157"/>
                  <a:gd name="T22" fmla="*/ 7938 w 28"/>
                  <a:gd name="T23" fmla="*/ 127000 h 157"/>
                  <a:gd name="T24" fmla="*/ 7938 w 28"/>
                  <a:gd name="T25" fmla="*/ 127000 h 157"/>
                  <a:gd name="T26" fmla="*/ 19050 w 28"/>
                  <a:gd name="T27" fmla="*/ 0 h 157"/>
                  <a:gd name="T28" fmla="*/ 19050 w 28"/>
                  <a:gd name="T29" fmla="*/ 0 h 1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28" h="157">
                    <a:moveTo>
                      <a:pt x="12" y="0"/>
                    </a:moveTo>
                    <a:lnTo>
                      <a:pt x="12" y="0"/>
                    </a:lnTo>
                    <a:lnTo>
                      <a:pt x="28" y="0"/>
                    </a:lnTo>
                    <a:lnTo>
                      <a:pt x="11" y="140"/>
                    </a:lnTo>
                    <a:lnTo>
                      <a:pt x="10" y="145"/>
                    </a:lnTo>
                    <a:lnTo>
                      <a:pt x="8" y="149"/>
                    </a:lnTo>
                    <a:lnTo>
                      <a:pt x="4" y="155"/>
                    </a:lnTo>
                    <a:lnTo>
                      <a:pt x="0" y="157"/>
                    </a:lnTo>
                    <a:lnTo>
                      <a:pt x="5" y="80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C4C4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5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94" name="ísḷïḋe">
                <a:extLst>
                  <a:ext uri="{FF2B5EF4-FFF2-40B4-BE49-F238E27FC236}">
                    <a16:creationId xmlns:a16="http://schemas.microsoft.com/office/drawing/2014/main" id="{298E2784-63E4-379A-EB21-834343D3001A}"/>
                  </a:ext>
                </a:extLst>
              </p:cNvPr>
              <p:cNvSpPr/>
              <p:nvPr/>
            </p:nvSpPr>
            <p:spPr bwMode="auto">
              <a:xfrm>
                <a:off x="2983093" y="4814638"/>
                <a:ext cx="38730" cy="225204"/>
              </a:xfrm>
              <a:custGeom>
                <a:avLst/>
                <a:gdLst>
                  <a:gd name="T0" fmla="*/ 23813 w 27"/>
                  <a:gd name="T1" fmla="*/ 0 h 157"/>
                  <a:gd name="T2" fmla="*/ 42863 w 27"/>
                  <a:gd name="T3" fmla="*/ 0 h 157"/>
                  <a:gd name="T4" fmla="*/ 15875 w 27"/>
                  <a:gd name="T5" fmla="*/ 222250 h 157"/>
                  <a:gd name="T6" fmla="*/ 15875 w 27"/>
                  <a:gd name="T7" fmla="*/ 222250 h 157"/>
                  <a:gd name="T8" fmla="*/ 14288 w 27"/>
                  <a:gd name="T9" fmla="*/ 230188 h 157"/>
                  <a:gd name="T10" fmla="*/ 11113 w 27"/>
                  <a:gd name="T11" fmla="*/ 236538 h 157"/>
                  <a:gd name="T12" fmla="*/ 4763 w 27"/>
                  <a:gd name="T13" fmla="*/ 242888 h 157"/>
                  <a:gd name="T14" fmla="*/ 0 w 27"/>
                  <a:gd name="T15" fmla="*/ 249238 h 157"/>
                  <a:gd name="T16" fmla="*/ 23813 w 27"/>
                  <a:gd name="T17" fmla="*/ 0 h 15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7" h="157">
                    <a:moveTo>
                      <a:pt x="15" y="0"/>
                    </a:moveTo>
                    <a:lnTo>
                      <a:pt x="27" y="0"/>
                    </a:lnTo>
                    <a:lnTo>
                      <a:pt x="10" y="140"/>
                    </a:lnTo>
                    <a:lnTo>
                      <a:pt x="9" y="145"/>
                    </a:lnTo>
                    <a:lnTo>
                      <a:pt x="7" y="149"/>
                    </a:lnTo>
                    <a:lnTo>
                      <a:pt x="3" y="153"/>
                    </a:lnTo>
                    <a:lnTo>
                      <a:pt x="0" y="157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C5C5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5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95" name="îṥlíḍé">
                <a:extLst>
                  <a:ext uri="{FF2B5EF4-FFF2-40B4-BE49-F238E27FC236}">
                    <a16:creationId xmlns:a16="http://schemas.microsoft.com/office/drawing/2014/main" id="{50DEC1C6-B300-C261-825D-83D4441DE0C6}"/>
                  </a:ext>
                </a:extLst>
              </p:cNvPr>
              <p:cNvSpPr/>
              <p:nvPr/>
            </p:nvSpPr>
            <p:spPr bwMode="auto">
              <a:xfrm>
                <a:off x="2235762" y="4676934"/>
                <a:ext cx="43032" cy="50205"/>
              </a:xfrm>
              <a:custGeom>
                <a:avLst/>
                <a:gdLst>
                  <a:gd name="T0" fmla="*/ 47625 w 30"/>
                  <a:gd name="T1" fmla="*/ 3175 h 35"/>
                  <a:gd name="T2" fmla="*/ 47625 w 30"/>
                  <a:gd name="T3" fmla="*/ 3175 h 35"/>
                  <a:gd name="T4" fmla="*/ 42863 w 30"/>
                  <a:gd name="T5" fmla="*/ 22225 h 35"/>
                  <a:gd name="T6" fmla="*/ 36513 w 30"/>
                  <a:gd name="T7" fmla="*/ 47625 h 35"/>
                  <a:gd name="T8" fmla="*/ 36513 w 30"/>
                  <a:gd name="T9" fmla="*/ 47625 h 35"/>
                  <a:gd name="T10" fmla="*/ 31750 w 30"/>
                  <a:gd name="T11" fmla="*/ 53975 h 35"/>
                  <a:gd name="T12" fmla="*/ 30163 w 30"/>
                  <a:gd name="T13" fmla="*/ 55563 h 35"/>
                  <a:gd name="T14" fmla="*/ 25400 w 30"/>
                  <a:gd name="T15" fmla="*/ 53975 h 35"/>
                  <a:gd name="T16" fmla="*/ 22225 w 30"/>
                  <a:gd name="T17" fmla="*/ 49213 h 35"/>
                  <a:gd name="T18" fmla="*/ 17463 w 30"/>
                  <a:gd name="T19" fmla="*/ 41275 h 35"/>
                  <a:gd name="T20" fmla="*/ 0 w 30"/>
                  <a:gd name="T21" fmla="*/ 11113 h 35"/>
                  <a:gd name="T22" fmla="*/ 0 w 30"/>
                  <a:gd name="T23" fmla="*/ 11113 h 35"/>
                  <a:gd name="T24" fmla="*/ 4763 w 30"/>
                  <a:gd name="T25" fmla="*/ 9525 h 35"/>
                  <a:gd name="T26" fmla="*/ 12700 w 30"/>
                  <a:gd name="T27" fmla="*/ 3175 h 35"/>
                  <a:gd name="T28" fmla="*/ 19050 w 30"/>
                  <a:gd name="T29" fmla="*/ 0 h 35"/>
                  <a:gd name="T30" fmla="*/ 28575 w 30"/>
                  <a:gd name="T31" fmla="*/ 0 h 35"/>
                  <a:gd name="T32" fmla="*/ 36513 w 30"/>
                  <a:gd name="T33" fmla="*/ 0 h 35"/>
                  <a:gd name="T34" fmla="*/ 47625 w 30"/>
                  <a:gd name="T35" fmla="*/ 3175 h 35"/>
                  <a:gd name="T36" fmla="*/ 47625 w 30"/>
                  <a:gd name="T37" fmla="*/ 3175 h 3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30" h="35">
                    <a:moveTo>
                      <a:pt x="30" y="2"/>
                    </a:moveTo>
                    <a:lnTo>
                      <a:pt x="30" y="2"/>
                    </a:lnTo>
                    <a:lnTo>
                      <a:pt x="27" y="14"/>
                    </a:lnTo>
                    <a:lnTo>
                      <a:pt x="23" y="30"/>
                    </a:lnTo>
                    <a:lnTo>
                      <a:pt x="20" y="34"/>
                    </a:lnTo>
                    <a:lnTo>
                      <a:pt x="19" y="35"/>
                    </a:lnTo>
                    <a:lnTo>
                      <a:pt x="16" y="34"/>
                    </a:lnTo>
                    <a:lnTo>
                      <a:pt x="14" y="31"/>
                    </a:lnTo>
                    <a:lnTo>
                      <a:pt x="11" y="26"/>
                    </a:lnTo>
                    <a:lnTo>
                      <a:pt x="0" y="7"/>
                    </a:lnTo>
                    <a:lnTo>
                      <a:pt x="3" y="6"/>
                    </a:lnTo>
                    <a:lnTo>
                      <a:pt x="8" y="2"/>
                    </a:lnTo>
                    <a:lnTo>
                      <a:pt x="12" y="0"/>
                    </a:lnTo>
                    <a:lnTo>
                      <a:pt x="18" y="0"/>
                    </a:lnTo>
                    <a:lnTo>
                      <a:pt x="23" y="0"/>
                    </a:lnTo>
                    <a:lnTo>
                      <a:pt x="30" y="2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96" name="îṩļiḍê">
                <a:extLst>
                  <a:ext uri="{FF2B5EF4-FFF2-40B4-BE49-F238E27FC236}">
                    <a16:creationId xmlns:a16="http://schemas.microsoft.com/office/drawing/2014/main" id="{ED9A06C7-B7E6-6E32-7537-B736B8066684}"/>
                  </a:ext>
                </a:extLst>
              </p:cNvPr>
              <p:cNvSpPr/>
              <p:nvPr/>
            </p:nvSpPr>
            <p:spPr bwMode="auto">
              <a:xfrm>
                <a:off x="2141090" y="4218748"/>
                <a:ext cx="159220" cy="467620"/>
              </a:xfrm>
              <a:custGeom>
                <a:avLst/>
                <a:gdLst>
                  <a:gd name="T0" fmla="*/ 35 w 111"/>
                  <a:gd name="T1" fmla="*/ 266 h 326"/>
                  <a:gd name="T2" fmla="*/ 66 w 111"/>
                  <a:gd name="T3" fmla="*/ 326 h 326"/>
                  <a:gd name="T4" fmla="*/ 94 w 111"/>
                  <a:gd name="T5" fmla="*/ 322 h 326"/>
                  <a:gd name="T6" fmla="*/ 111 w 111"/>
                  <a:gd name="T7" fmla="*/ 256 h 326"/>
                  <a:gd name="T8" fmla="*/ 76 w 111"/>
                  <a:gd name="T9" fmla="*/ 0 h 326"/>
                  <a:gd name="T10" fmla="*/ 0 w 111"/>
                  <a:gd name="T11" fmla="*/ 11 h 326"/>
                  <a:gd name="T12" fmla="*/ 35 w 111"/>
                  <a:gd name="T13" fmla="*/ 266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1" h="326">
                    <a:moveTo>
                      <a:pt x="35" y="266"/>
                    </a:moveTo>
                    <a:lnTo>
                      <a:pt x="66" y="326"/>
                    </a:lnTo>
                    <a:lnTo>
                      <a:pt x="94" y="322"/>
                    </a:lnTo>
                    <a:lnTo>
                      <a:pt x="111" y="256"/>
                    </a:lnTo>
                    <a:lnTo>
                      <a:pt x="76" y="0"/>
                    </a:lnTo>
                    <a:lnTo>
                      <a:pt x="0" y="11"/>
                    </a:lnTo>
                    <a:lnTo>
                      <a:pt x="35" y="266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297" name="ïṩḻíďê">
                <a:extLst>
                  <a:ext uri="{FF2B5EF4-FFF2-40B4-BE49-F238E27FC236}">
                    <a16:creationId xmlns:a16="http://schemas.microsoft.com/office/drawing/2014/main" id="{03943BA5-A50F-0038-0DA0-418C6F5B51C9}"/>
                  </a:ext>
                </a:extLst>
              </p:cNvPr>
              <p:cNvSpPr/>
              <p:nvPr/>
            </p:nvSpPr>
            <p:spPr bwMode="auto">
              <a:xfrm>
                <a:off x="2135352" y="4142723"/>
                <a:ext cx="114753" cy="131966"/>
              </a:xfrm>
              <a:custGeom>
                <a:avLst/>
                <a:gdLst>
                  <a:gd name="T0" fmla="*/ 4 w 80"/>
                  <a:gd name="T1" fmla="*/ 59 h 92"/>
                  <a:gd name="T2" fmla="*/ 4 w 80"/>
                  <a:gd name="T3" fmla="*/ 59 h 92"/>
                  <a:gd name="T4" fmla="*/ 5 w 80"/>
                  <a:gd name="T5" fmla="*/ 66 h 92"/>
                  <a:gd name="T6" fmla="*/ 9 w 80"/>
                  <a:gd name="T7" fmla="*/ 73 h 92"/>
                  <a:gd name="T8" fmla="*/ 13 w 80"/>
                  <a:gd name="T9" fmla="*/ 80 h 92"/>
                  <a:gd name="T10" fmla="*/ 19 w 80"/>
                  <a:gd name="T11" fmla="*/ 84 h 92"/>
                  <a:gd name="T12" fmla="*/ 24 w 80"/>
                  <a:gd name="T13" fmla="*/ 88 h 92"/>
                  <a:gd name="T14" fmla="*/ 31 w 80"/>
                  <a:gd name="T15" fmla="*/ 91 h 92"/>
                  <a:gd name="T16" fmla="*/ 39 w 80"/>
                  <a:gd name="T17" fmla="*/ 92 h 92"/>
                  <a:gd name="T18" fmla="*/ 46 w 80"/>
                  <a:gd name="T19" fmla="*/ 92 h 92"/>
                  <a:gd name="T20" fmla="*/ 47 w 80"/>
                  <a:gd name="T21" fmla="*/ 92 h 92"/>
                  <a:gd name="T22" fmla="*/ 47 w 80"/>
                  <a:gd name="T23" fmla="*/ 92 h 92"/>
                  <a:gd name="T24" fmla="*/ 55 w 80"/>
                  <a:gd name="T25" fmla="*/ 89 h 92"/>
                  <a:gd name="T26" fmla="*/ 62 w 80"/>
                  <a:gd name="T27" fmla="*/ 87 h 92"/>
                  <a:gd name="T28" fmla="*/ 67 w 80"/>
                  <a:gd name="T29" fmla="*/ 82 h 92"/>
                  <a:gd name="T30" fmla="*/ 71 w 80"/>
                  <a:gd name="T31" fmla="*/ 77 h 92"/>
                  <a:gd name="T32" fmla="*/ 75 w 80"/>
                  <a:gd name="T33" fmla="*/ 70 h 92"/>
                  <a:gd name="T34" fmla="*/ 78 w 80"/>
                  <a:gd name="T35" fmla="*/ 64 h 92"/>
                  <a:gd name="T36" fmla="*/ 80 w 80"/>
                  <a:gd name="T37" fmla="*/ 57 h 92"/>
                  <a:gd name="T38" fmla="*/ 80 w 80"/>
                  <a:gd name="T39" fmla="*/ 49 h 92"/>
                  <a:gd name="T40" fmla="*/ 75 w 80"/>
                  <a:gd name="T41" fmla="*/ 15 h 92"/>
                  <a:gd name="T42" fmla="*/ 75 w 80"/>
                  <a:gd name="T43" fmla="*/ 15 h 92"/>
                  <a:gd name="T44" fmla="*/ 73 w 80"/>
                  <a:gd name="T45" fmla="*/ 8 h 92"/>
                  <a:gd name="T46" fmla="*/ 70 w 80"/>
                  <a:gd name="T47" fmla="*/ 4 h 92"/>
                  <a:gd name="T48" fmla="*/ 66 w 80"/>
                  <a:gd name="T49" fmla="*/ 1 h 92"/>
                  <a:gd name="T50" fmla="*/ 62 w 80"/>
                  <a:gd name="T51" fmla="*/ 0 h 92"/>
                  <a:gd name="T52" fmla="*/ 50 w 80"/>
                  <a:gd name="T53" fmla="*/ 1 h 92"/>
                  <a:gd name="T54" fmla="*/ 35 w 80"/>
                  <a:gd name="T55" fmla="*/ 3 h 92"/>
                  <a:gd name="T56" fmla="*/ 35 w 80"/>
                  <a:gd name="T57" fmla="*/ 3 h 92"/>
                  <a:gd name="T58" fmla="*/ 35 w 80"/>
                  <a:gd name="T59" fmla="*/ 3 h 92"/>
                  <a:gd name="T60" fmla="*/ 20 w 80"/>
                  <a:gd name="T61" fmla="*/ 5 h 92"/>
                  <a:gd name="T62" fmla="*/ 8 w 80"/>
                  <a:gd name="T63" fmla="*/ 7 h 92"/>
                  <a:gd name="T64" fmla="*/ 4 w 80"/>
                  <a:gd name="T65" fmla="*/ 9 h 92"/>
                  <a:gd name="T66" fmla="*/ 1 w 80"/>
                  <a:gd name="T67" fmla="*/ 13 h 92"/>
                  <a:gd name="T68" fmla="*/ 0 w 80"/>
                  <a:gd name="T69" fmla="*/ 17 h 92"/>
                  <a:gd name="T70" fmla="*/ 0 w 80"/>
                  <a:gd name="T71" fmla="*/ 24 h 92"/>
                  <a:gd name="T72" fmla="*/ 4 w 80"/>
                  <a:gd name="T73" fmla="*/ 59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80" h="92">
                    <a:moveTo>
                      <a:pt x="4" y="59"/>
                    </a:moveTo>
                    <a:lnTo>
                      <a:pt x="4" y="59"/>
                    </a:lnTo>
                    <a:lnTo>
                      <a:pt x="5" y="66"/>
                    </a:lnTo>
                    <a:lnTo>
                      <a:pt x="9" y="73"/>
                    </a:lnTo>
                    <a:lnTo>
                      <a:pt x="13" y="80"/>
                    </a:lnTo>
                    <a:lnTo>
                      <a:pt x="19" y="84"/>
                    </a:lnTo>
                    <a:lnTo>
                      <a:pt x="24" y="88"/>
                    </a:lnTo>
                    <a:lnTo>
                      <a:pt x="31" y="91"/>
                    </a:lnTo>
                    <a:lnTo>
                      <a:pt x="39" y="92"/>
                    </a:lnTo>
                    <a:lnTo>
                      <a:pt x="46" y="92"/>
                    </a:lnTo>
                    <a:lnTo>
                      <a:pt x="47" y="92"/>
                    </a:lnTo>
                    <a:lnTo>
                      <a:pt x="47" y="92"/>
                    </a:lnTo>
                    <a:lnTo>
                      <a:pt x="55" y="89"/>
                    </a:lnTo>
                    <a:lnTo>
                      <a:pt x="62" y="87"/>
                    </a:lnTo>
                    <a:lnTo>
                      <a:pt x="67" y="82"/>
                    </a:lnTo>
                    <a:lnTo>
                      <a:pt x="71" y="77"/>
                    </a:lnTo>
                    <a:lnTo>
                      <a:pt x="75" y="70"/>
                    </a:lnTo>
                    <a:lnTo>
                      <a:pt x="78" y="64"/>
                    </a:lnTo>
                    <a:lnTo>
                      <a:pt x="80" y="57"/>
                    </a:lnTo>
                    <a:lnTo>
                      <a:pt x="80" y="49"/>
                    </a:lnTo>
                    <a:lnTo>
                      <a:pt x="75" y="15"/>
                    </a:lnTo>
                    <a:lnTo>
                      <a:pt x="75" y="15"/>
                    </a:lnTo>
                    <a:lnTo>
                      <a:pt x="73" y="8"/>
                    </a:lnTo>
                    <a:lnTo>
                      <a:pt x="70" y="4"/>
                    </a:lnTo>
                    <a:lnTo>
                      <a:pt x="66" y="1"/>
                    </a:lnTo>
                    <a:lnTo>
                      <a:pt x="62" y="0"/>
                    </a:lnTo>
                    <a:lnTo>
                      <a:pt x="50" y="1"/>
                    </a:lnTo>
                    <a:lnTo>
                      <a:pt x="35" y="3"/>
                    </a:lnTo>
                    <a:lnTo>
                      <a:pt x="35" y="3"/>
                    </a:lnTo>
                    <a:lnTo>
                      <a:pt x="35" y="3"/>
                    </a:lnTo>
                    <a:lnTo>
                      <a:pt x="20" y="5"/>
                    </a:lnTo>
                    <a:lnTo>
                      <a:pt x="8" y="7"/>
                    </a:lnTo>
                    <a:lnTo>
                      <a:pt x="4" y="9"/>
                    </a:lnTo>
                    <a:lnTo>
                      <a:pt x="1" y="13"/>
                    </a:lnTo>
                    <a:lnTo>
                      <a:pt x="0" y="17"/>
                    </a:lnTo>
                    <a:lnTo>
                      <a:pt x="0" y="24"/>
                    </a:lnTo>
                    <a:lnTo>
                      <a:pt x="4" y="59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98" name="îṣlîḑè">
                <a:extLst>
                  <a:ext uri="{FF2B5EF4-FFF2-40B4-BE49-F238E27FC236}">
                    <a16:creationId xmlns:a16="http://schemas.microsoft.com/office/drawing/2014/main" id="{2D8959E1-0A8C-C88B-5EC7-474306B9CC8B}"/>
                  </a:ext>
                </a:extLst>
              </p:cNvPr>
              <p:cNvSpPr/>
              <p:nvPr/>
            </p:nvSpPr>
            <p:spPr bwMode="auto">
              <a:xfrm>
                <a:off x="2131049" y="4187190"/>
                <a:ext cx="136270" cy="130533"/>
              </a:xfrm>
              <a:custGeom>
                <a:avLst/>
                <a:gdLst>
                  <a:gd name="T0" fmla="*/ 11 w 95"/>
                  <a:gd name="T1" fmla="*/ 91 h 91"/>
                  <a:gd name="T2" fmla="*/ 95 w 95"/>
                  <a:gd name="T3" fmla="*/ 80 h 91"/>
                  <a:gd name="T4" fmla="*/ 84 w 95"/>
                  <a:gd name="T5" fmla="*/ 0 h 91"/>
                  <a:gd name="T6" fmla="*/ 0 w 95"/>
                  <a:gd name="T7" fmla="*/ 11 h 91"/>
                  <a:gd name="T8" fmla="*/ 11 w 95"/>
                  <a:gd name="T9" fmla="*/ 91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5" h="91">
                    <a:moveTo>
                      <a:pt x="11" y="91"/>
                    </a:moveTo>
                    <a:lnTo>
                      <a:pt x="95" y="80"/>
                    </a:lnTo>
                    <a:lnTo>
                      <a:pt x="84" y="0"/>
                    </a:lnTo>
                    <a:lnTo>
                      <a:pt x="0" y="11"/>
                    </a:lnTo>
                    <a:lnTo>
                      <a:pt x="11" y="91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99" name="ïṣlídê">
                <a:extLst>
                  <a:ext uri="{FF2B5EF4-FFF2-40B4-BE49-F238E27FC236}">
                    <a16:creationId xmlns:a16="http://schemas.microsoft.com/office/drawing/2014/main" id="{D24485FA-558C-EC7B-E27E-6EA69D504D3E}"/>
                  </a:ext>
                </a:extLst>
              </p:cNvPr>
              <p:cNvSpPr/>
              <p:nvPr/>
            </p:nvSpPr>
            <p:spPr bwMode="auto">
              <a:xfrm>
                <a:off x="2116705" y="4224485"/>
                <a:ext cx="40164" cy="235245"/>
              </a:xfrm>
              <a:custGeom>
                <a:avLst/>
                <a:gdLst>
                  <a:gd name="T0" fmla="*/ 21 w 28"/>
                  <a:gd name="T1" fmla="*/ 0 h 164"/>
                  <a:gd name="T2" fmla="*/ 21 w 28"/>
                  <a:gd name="T3" fmla="*/ 0 h 164"/>
                  <a:gd name="T4" fmla="*/ 11 w 28"/>
                  <a:gd name="T5" fmla="*/ 7 h 164"/>
                  <a:gd name="T6" fmla="*/ 5 w 28"/>
                  <a:gd name="T7" fmla="*/ 13 h 164"/>
                  <a:gd name="T8" fmla="*/ 2 w 28"/>
                  <a:gd name="T9" fmla="*/ 17 h 164"/>
                  <a:gd name="T10" fmla="*/ 0 w 28"/>
                  <a:gd name="T11" fmla="*/ 20 h 164"/>
                  <a:gd name="T12" fmla="*/ 0 w 28"/>
                  <a:gd name="T13" fmla="*/ 20 h 164"/>
                  <a:gd name="T14" fmla="*/ 3 w 28"/>
                  <a:gd name="T15" fmla="*/ 44 h 164"/>
                  <a:gd name="T16" fmla="*/ 9 w 28"/>
                  <a:gd name="T17" fmla="*/ 90 h 164"/>
                  <a:gd name="T18" fmla="*/ 18 w 28"/>
                  <a:gd name="T19" fmla="*/ 154 h 164"/>
                  <a:gd name="T20" fmla="*/ 18 w 28"/>
                  <a:gd name="T21" fmla="*/ 154 h 164"/>
                  <a:gd name="T22" fmla="*/ 17 w 28"/>
                  <a:gd name="T23" fmla="*/ 155 h 164"/>
                  <a:gd name="T24" fmla="*/ 18 w 28"/>
                  <a:gd name="T25" fmla="*/ 160 h 164"/>
                  <a:gd name="T26" fmla="*/ 19 w 28"/>
                  <a:gd name="T27" fmla="*/ 161 h 164"/>
                  <a:gd name="T28" fmla="*/ 21 w 28"/>
                  <a:gd name="T29" fmla="*/ 162 h 164"/>
                  <a:gd name="T30" fmla="*/ 23 w 28"/>
                  <a:gd name="T31" fmla="*/ 164 h 164"/>
                  <a:gd name="T32" fmla="*/ 28 w 28"/>
                  <a:gd name="T33" fmla="*/ 164 h 164"/>
                  <a:gd name="T34" fmla="*/ 13 w 28"/>
                  <a:gd name="T35" fmla="*/ 58 h 164"/>
                  <a:gd name="T36" fmla="*/ 19 w 28"/>
                  <a:gd name="T37" fmla="*/ 44 h 164"/>
                  <a:gd name="T38" fmla="*/ 21 w 28"/>
                  <a:gd name="T39" fmla="*/ 0 h 164"/>
                  <a:gd name="T40" fmla="*/ 21 w 28"/>
                  <a:gd name="T41" fmla="*/ 0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8" h="164">
                    <a:moveTo>
                      <a:pt x="21" y="0"/>
                    </a:moveTo>
                    <a:lnTo>
                      <a:pt x="21" y="0"/>
                    </a:lnTo>
                    <a:lnTo>
                      <a:pt x="11" y="7"/>
                    </a:lnTo>
                    <a:lnTo>
                      <a:pt x="5" y="13"/>
                    </a:lnTo>
                    <a:lnTo>
                      <a:pt x="2" y="17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3" y="44"/>
                    </a:lnTo>
                    <a:lnTo>
                      <a:pt x="9" y="90"/>
                    </a:lnTo>
                    <a:lnTo>
                      <a:pt x="18" y="154"/>
                    </a:lnTo>
                    <a:lnTo>
                      <a:pt x="18" y="154"/>
                    </a:lnTo>
                    <a:lnTo>
                      <a:pt x="17" y="155"/>
                    </a:lnTo>
                    <a:lnTo>
                      <a:pt x="18" y="160"/>
                    </a:lnTo>
                    <a:lnTo>
                      <a:pt x="19" y="161"/>
                    </a:lnTo>
                    <a:lnTo>
                      <a:pt x="21" y="162"/>
                    </a:lnTo>
                    <a:lnTo>
                      <a:pt x="23" y="164"/>
                    </a:lnTo>
                    <a:lnTo>
                      <a:pt x="28" y="164"/>
                    </a:lnTo>
                    <a:lnTo>
                      <a:pt x="13" y="58"/>
                    </a:lnTo>
                    <a:lnTo>
                      <a:pt x="19" y="44"/>
                    </a:lnTo>
                    <a:lnTo>
                      <a:pt x="21" y="0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00" name="îşḷïḑê">
                <a:extLst>
                  <a:ext uri="{FF2B5EF4-FFF2-40B4-BE49-F238E27FC236}">
                    <a16:creationId xmlns:a16="http://schemas.microsoft.com/office/drawing/2014/main" id="{AE8E1F93-3A3B-18A6-3FEB-0FBA2655F269}"/>
                  </a:ext>
                </a:extLst>
              </p:cNvPr>
              <p:cNvSpPr/>
              <p:nvPr/>
            </p:nvSpPr>
            <p:spPr bwMode="auto">
              <a:xfrm>
                <a:off x="2554202" y="4148452"/>
                <a:ext cx="701430" cy="314138"/>
              </a:xfrm>
              <a:custGeom>
                <a:avLst/>
                <a:gdLst>
                  <a:gd name="T0" fmla="*/ 247 w 489"/>
                  <a:gd name="T1" fmla="*/ 219 h 219"/>
                  <a:gd name="T2" fmla="*/ 489 w 489"/>
                  <a:gd name="T3" fmla="*/ 110 h 219"/>
                  <a:gd name="T4" fmla="*/ 240 w 489"/>
                  <a:gd name="T5" fmla="*/ 0 h 219"/>
                  <a:gd name="T6" fmla="*/ 0 w 489"/>
                  <a:gd name="T7" fmla="*/ 107 h 219"/>
                  <a:gd name="T8" fmla="*/ 247 w 489"/>
                  <a:gd name="T9" fmla="*/ 219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89" h="219">
                    <a:moveTo>
                      <a:pt x="247" y="219"/>
                    </a:moveTo>
                    <a:lnTo>
                      <a:pt x="489" y="110"/>
                    </a:lnTo>
                    <a:lnTo>
                      <a:pt x="240" y="0"/>
                    </a:lnTo>
                    <a:lnTo>
                      <a:pt x="0" y="107"/>
                    </a:lnTo>
                    <a:lnTo>
                      <a:pt x="247" y="219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9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01" name="ïŝļiḍè">
                <a:extLst>
                  <a:ext uri="{FF2B5EF4-FFF2-40B4-BE49-F238E27FC236}">
                    <a16:creationId xmlns:a16="http://schemas.microsoft.com/office/drawing/2014/main" id="{EDC5DD54-B907-282B-8A61-9B7AF3125063}"/>
                  </a:ext>
                </a:extLst>
              </p:cNvPr>
              <p:cNvSpPr/>
              <p:nvPr/>
            </p:nvSpPr>
            <p:spPr bwMode="auto">
              <a:xfrm>
                <a:off x="2562808" y="4296197"/>
                <a:ext cx="20082" cy="23094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02" name="íṥļîḋê">
                <a:extLst>
                  <a:ext uri="{FF2B5EF4-FFF2-40B4-BE49-F238E27FC236}">
                    <a16:creationId xmlns:a16="http://schemas.microsoft.com/office/drawing/2014/main" id="{8359DEFD-1BE0-3162-4F5A-02635ED881ED}"/>
                  </a:ext>
                </a:extLst>
              </p:cNvPr>
              <p:cNvSpPr/>
              <p:nvPr/>
            </p:nvSpPr>
            <p:spPr bwMode="auto">
              <a:xfrm>
                <a:off x="2538424" y="4499885"/>
                <a:ext cx="68852" cy="70287"/>
              </a:xfrm>
              <a:custGeom>
                <a:avLst/>
                <a:gdLst>
                  <a:gd name="T0" fmla="*/ 0 w 48"/>
                  <a:gd name="T1" fmla="*/ 24 h 49"/>
                  <a:gd name="T2" fmla="*/ 0 w 48"/>
                  <a:gd name="T3" fmla="*/ 24 h 49"/>
                  <a:gd name="T4" fmla="*/ 0 w 48"/>
                  <a:gd name="T5" fmla="*/ 20 h 49"/>
                  <a:gd name="T6" fmla="*/ 2 w 48"/>
                  <a:gd name="T7" fmla="*/ 15 h 49"/>
                  <a:gd name="T8" fmla="*/ 4 w 48"/>
                  <a:gd name="T9" fmla="*/ 11 h 49"/>
                  <a:gd name="T10" fmla="*/ 7 w 48"/>
                  <a:gd name="T11" fmla="*/ 8 h 49"/>
                  <a:gd name="T12" fmla="*/ 11 w 48"/>
                  <a:gd name="T13" fmla="*/ 4 h 49"/>
                  <a:gd name="T14" fmla="*/ 15 w 48"/>
                  <a:gd name="T15" fmla="*/ 3 h 49"/>
                  <a:gd name="T16" fmla="*/ 19 w 48"/>
                  <a:gd name="T17" fmla="*/ 1 h 49"/>
                  <a:gd name="T18" fmla="*/ 25 w 48"/>
                  <a:gd name="T19" fmla="*/ 0 h 49"/>
                  <a:gd name="T20" fmla="*/ 25 w 48"/>
                  <a:gd name="T21" fmla="*/ 0 h 49"/>
                  <a:gd name="T22" fmla="*/ 29 w 48"/>
                  <a:gd name="T23" fmla="*/ 1 h 49"/>
                  <a:gd name="T24" fmla="*/ 34 w 48"/>
                  <a:gd name="T25" fmla="*/ 3 h 49"/>
                  <a:gd name="T26" fmla="*/ 38 w 48"/>
                  <a:gd name="T27" fmla="*/ 4 h 49"/>
                  <a:gd name="T28" fmla="*/ 41 w 48"/>
                  <a:gd name="T29" fmla="*/ 8 h 49"/>
                  <a:gd name="T30" fmla="*/ 44 w 48"/>
                  <a:gd name="T31" fmla="*/ 11 h 49"/>
                  <a:gd name="T32" fmla="*/ 46 w 48"/>
                  <a:gd name="T33" fmla="*/ 15 h 49"/>
                  <a:gd name="T34" fmla="*/ 48 w 48"/>
                  <a:gd name="T35" fmla="*/ 20 h 49"/>
                  <a:gd name="T36" fmla="*/ 48 w 48"/>
                  <a:gd name="T37" fmla="*/ 24 h 49"/>
                  <a:gd name="T38" fmla="*/ 48 w 48"/>
                  <a:gd name="T39" fmla="*/ 24 h 49"/>
                  <a:gd name="T40" fmla="*/ 48 w 48"/>
                  <a:gd name="T41" fmla="*/ 30 h 49"/>
                  <a:gd name="T42" fmla="*/ 46 w 48"/>
                  <a:gd name="T43" fmla="*/ 34 h 49"/>
                  <a:gd name="T44" fmla="*/ 44 w 48"/>
                  <a:gd name="T45" fmla="*/ 38 h 49"/>
                  <a:gd name="T46" fmla="*/ 41 w 48"/>
                  <a:gd name="T47" fmla="*/ 42 h 49"/>
                  <a:gd name="T48" fmla="*/ 38 w 48"/>
                  <a:gd name="T49" fmla="*/ 45 h 49"/>
                  <a:gd name="T50" fmla="*/ 34 w 48"/>
                  <a:gd name="T51" fmla="*/ 47 h 49"/>
                  <a:gd name="T52" fmla="*/ 29 w 48"/>
                  <a:gd name="T53" fmla="*/ 49 h 49"/>
                  <a:gd name="T54" fmla="*/ 25 w 48"/>
                  <a:gd name="T55" fmla="*/ 49 h 49"/>
                  <a:gd name="T56" fmla="*/ 25 w 48"/>
                  <a:gd name="T57" fmla="*/ 49 h 49"/>
                  <a:gd name="T58" fmla="*/ 19 w 48"/>
                  <a:gd name="T59" fmla="*/ 49 h 49"/>
                  <a:gd name="T60" fmla="*/ 15 w 48"/>
                  <a:gd name="T61" fmla="*/ 47 h 49"/>
                  <a:gd name="T62" fmla="*/ 11 w 48"/>
                  <a:gd name="T63" fmla="*/ 45 h 49"/>
                  <a:gd name="T64" fmla="*/ 7 w 48"/>
                  <a:gd name="T65" fmla="*/ 42 h 49"/>
                  <a:gd name="T66" fmla="*/ 4 w 48"/>
                  <a:gd name="T67" fmla="*/ 38 h 49"/>
                  <a:gd name="T68" fmla="*/ 2 w 48"/>
                  <a:gd name="T69" fmla="*/ 34 h 49"/>
                  <a:gd name="T70" fmla="*/ 0 w 48"/>
                  <a:gd name="T71" fmla="*/ 30 h 49"/>
                  <a:gd name="T72" fmla="*/ 0 w 48"/>
                  <a:gd name="T73" fmla="*/ 24 h 49"/>
                  <a:gd name="T74" fmla="*/ 0 w 48"/>
                  <a:gd name="T75" fmla="*/ 2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48" h="49">
                    <a:moveTo>
                      <a:pt x="0" y="24"/>
                    </a:moveTo>
                    <a:lnTo>
                      <a:pt x="0" y="24"/>
                    </a:lnTo>
                    <a:lnTo>
                      <a:pt x="0" y="20"/>
                    </a:lnTo>
                    <a:lnTo>
                      <a:pt x="2" y="15"/>
                    </a:lnTo>
                    <a:lnTo>
                      <a:pt x="4" y="11"/>
                    </a:lnTo>
                    <a:lnTo>
                      <a:pt x="7" y="8"/>
                    </a:lnTo>
                    <a:lnTo>
                      <a:pt x="11" y="4"/>
                    </a:lnTo>
                    <a:lnTo>
                      <a:pt x="15" y="3"/>
                    </a:lnTo>
                    <a:lnTo>
                      <a:pt x="19" y="1"/>
                    </a:lnTo>
                    <a:lnTo>
                      <a:pt x="25" y="0"/>
                    </a:lnTo>
                    <a:lnTo>
                      <a:pt x="25" y="0"/>
                    </a:lnTo>
                    <a:lnTo>
                      <a:pt x="29" y="1"/>
                    </a:lnTo>
                    <a:lnTo>
                      <a:pt x="34" y="3"/>
                    </a:lnTo>
                    <a:lnTo>
                      <a:pt x="38" y="4"/>
                    </a:lnTo>
                    <a:lnTo>
                      <a:pt x="41" y="8"/>
                    </a:lnTo>
                    <a:lnTo>
                      <a:pt x="44" y="11"/>
                    </a:lnTo>
                    <a:lnTo>
                      <a:pt x="46" y="15"/>
                    </a:lnTo>
                    <a:lnTo>
                      <a:pt x="48" y="20"/>
                    </a:lnTo>
                    <a:lnTo>
                      <a:pt x="48" y="24"/>
                    </a:lnTo>
                    <a:lnTo>
                      <a:pt x="48" y="24"/>
                    </a:lnTo>
                    <a:lnTo>
                      <a:pt x="48" y="30"/>
                    </a:lnTo>
                    <a:lnTo>
                      <a:pt x="46" y="34"/>
                    </a:lnTo>
                    <a:lnTo>
                      <a:pt x="44" y="38"/>
                    </a:lnTo>
                    <a:lnTo>
                      <a:pt x="41" y="42"/>
                    </a:lnTo>
                    <a:lnTo>
                      <a:pt x="38" y="45"/>
                    </a:lnTo>
                    <a:lnTo>
                      <a:pt x="34" y="47"/>
                    </a:lnTo>
                    <a:lnTo>
                      <a:pt x="29" y="49"/>
                    </a:lnTo>
                    <a:lnTo>
                      <a:pt x="25" y="49"/>
                    </a:lnTo>
                    <a:lnTo>
                      <a:pt x="25" y="49"/>
                    </a:lnTo>
                    <a:lnTo>
                      <a:pt x="19" y="49"/>
                    </a:lnTo>
                    <a:lnTo>
                      <a:pt x="15" y="47"/>
                    </a:lnTo>
                    <a:lnTo>
                      <a:pt x="11" y="45"/>
                    </a:lnTo>
                    <a:lnTo>
                      <a:pt x="7" y="42"/>
                    </a:lnTo>
                    <a:lnTo>
                      <a:pt x="4" y="38"/>
                    </a:lnTo>
                    <a:lnTo>
                      <a:pt x="2" y="34"/>
                    </a:lnTo>
                    <a:lnTo>
                      <a:pt x="0" y="30"/>
                    </a:lnTo>
                    <a:lnTo>
                      <a:pt x="0" y="24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03" name="ïş1ïḋé">
                <a:extLst>
                  <a:ext uri="{FF2B5EF4-FFF2-40B4-BE49-F238E27FC236}">
                    <a16:creationId xmlns:a16="http://schemas.microsoft.com/office/drawing/2014/main" id="{15D8FAC8-479D-0F99-9A89-4CC64AA752A7}"/>
                  </a:ext>
                </a:extLst>
              </p:cNvPr>
              <p:cNvSpPr/>
              <p:nvPr/>
            </p:nvSpPr>
            <p:spPr bwMode="auto">
              <a:xfrm>
                <a:off x="2565677" y="4538614"/>
                <a:ext cx="41599" cy="153483"/>
              </a:xfrm>
              <a:custGeom>
                <a:avLst/>
                <a:gdLst>
                  <a:gd name="T0" fmla="*/ 17 w 29"/>
                  <a:gd name="T1" fmla="*/ 5 h 107"/>
                  <a:gd name="T2" fmla="*/ 17 w 29"/>
                  <a:gd name="T3" fmla="*/ 5 h 107"/>
                  <a:gd name="T4" fmla="*/ 19 w 29"/>
                  <a:gd name="T5" fmla="*/ 12 h 107"/>
                  <a:gd name="T6" fmla="*/ 22 w 29"/>
                  <a:gd name="T7" fmla="*/ 22 h 107"/>
                  <a:gd name="T8" fmla="*/ 25 w 29"/>
                  <a:gd name="T9" fmla="*/ 33 h 107"/>
                  <a:gd name="T10" fmla="*/ 27 w 29"/>
                  <a:gd name="T11" fmla="*/ 47 h 107"/>
                  <a:gd name="T12" fmla="*/ 29 w 29"/>
                  <a:gd name="T13" fmla="*/ 65 h 107"/>
                  <a:gd name="T14" fmla="*/ 29 w 29"/>
                  <a:gd name="T15" fmla="*/ 84 h 107"/>
                  <a:gd name="T16" fmla="*/ 27 w 29"/>
                  <a:gd name="T17" fmla="*/ 107 h 107"/>
                  <a:gd name="T18" fmla="*/ 0 w 29"/>
                  <a:gd name="T19" fmla="*/ 107 h 107"/>
                  <a:gd name="T20" fmla="*/ 0 w 29"/>
                  <a:gd name="T21" fmla="*/ 0 h 107"/>
                  <a:gd name="T22" fmla="*/ 0 w 29"/>
                  <a:gd name="T23" fmla="*/ 0 h 107"/>
                  <a:gd name="T24" fmla="*/ 8 w 29"/>
                  <a:gd name="T25" fmla="*/ 4 h 107"/>
                  <a:gd name="T26" fmla="*/ 14 w 29"/>
                  <a:gd name="T27" fmla="*/ 5 h 107"/>
                  <a:gd name="T28" fmla="*/ 15 w 29"/>
                  <a:gd name="T29" fmla="*/ 5 h 107"/>
                  <a:gd name="T30" fmla="*/ 17 w 29"/>
                  <a:gd name="T31" fmla="*/ 5 h 107"/>
                  <a:gd name="T32" fmla="*/ 17 w 29"/>
                  <a:gd name="T33" fmla="*/ 5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9" h="107">
                    <a:moveTo>
                      <a:pt x="17" y="5"/>
                    </a:moveTo>
                    <a:lnTo>
                      <a:pt x="17" y="5"/>
                    </a:lnTo>
                    <a:lnTo>
                      <a:pt x="19" y="12"/>
                    </a:lnTo>
                    <a:lnTo>
                      <a:pt x="22" y="22"/>
                    </a:lnTo>
                    <a:lnTo>
                      <a:pt x="25" y="33"/>
                    </a:lnTo>
                    <a:lnTo>
                      <a:pt x="27" y="47"/>
                    </a:lnTo>
                    <a:lnTo>
                      <a:pt x="29" y="65"/>
                    </a:lnTo>
                    <a:lnTo>
                      <a:pt x="29" y="84"/>
                    </a:lnTo>
                    <a:lnTo>
                      <a:pt x="27" y="107"/>
                    </a:lnTo>
                    <a:lnTo>
                      <a:pt x="0" y="107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8" y="4"/>
                    </a:lnTo>
                    <a:lnTo>
                      <a:pt x="14" y="5"/>
                    </a:lnTo>
                    <a:lnTo>
                      <a:pt x="15" y="5"/>
                    </a:lnTo>
                    <a:lnTo>
                      <a:pt x="17" y="5"/>
                    </a:lnTo>
                    <a:lnTo>
                      <a:pt x="17" y="5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04" name="ïsḻïḍé">
                <a:extLst>
                  <a:ext uri="{FF2B5EF4-FFF2-40B4-BE49-F238E27FC236}">
                    <a16:creationId xmlns:a16="http://schemas.microsoft.com/office/drawing/2014/main" id="{82A1253D-3553-DE5F-6B24-0AD1E696247F}"/>
                  </a:ext>
                </a:extLst>
              </p:cNvPr>
              <p:cNvSpPr/>
              <p:nvPr/>
            </p:nvSpPr>
            <p:spPr bwMode="auto">
              <a:xfrm>
                <a:off x="2535555" y="4538614"/>
                <a:ext cx="41599" cy="153483"/>
              </a:xfrm>
              <a:custGeom>
                <a:avLst/>
                <a:gdLst>
                  <a:gd name="T0" fmla="*/ 13 w 29"/>
                  <a:gd name="T1" fmla="*/ 5 h 107"/>
                  <a:gd name="T2" fmla="*/ 13 w 29"/>
                  <a:gd name="T3" fmla="*/ 5 h 107"/>
                  <a:gd name="T4" fmla="*/ 10 w 29"/>
                  <a:gd name="T5" fmla="*/ 12 h 107"/>
                  <a:gd name="T6" fmla="*/ 4 w 29"/>
                  <a:gd name="T7" fmla="*/ 33 h 107"/>
                  <a:gd name="T8" fmla="*/ 2 w 29"/>
                  <a:gd name="T9" fmla="*/ 47 h 107"/>
                  <a:gd name="T10" fmla="*/ 0 w 29"/>
                  <a:gd name="T11" fmla="*/ 65 h 107"/>
                  <a:gd name="T12" fmla="*/ 0 w 29"/>
                  <a:gd name="T13" fmla="*/ 84 h 107"/>
                  <a:gd name="T14" fmla="*/ 1 w 29"/>
                  <a:gd name="T15" fmla="*/ 107 h 107"/>
                  <a:gd name="T16" fmla="*/ 29 w 29"/>
                  <a:gd name="T17" fmla="*/ 107 h 107"/>
                  <a:gd name="T18" fmla="*/ 29 w 29"/>
                  <a:gd name="T19" fmla="*/ 0 h 107"/>
                  <a:gd name="T20" fmla="*/ 29 w 29"/>
                  <a:gd name="T21" fmla="*/ 0 h 107"/>
                  <a:gd name="T22" fmla="*/ 21 w 29"/>
                  <a:gd name="T23" fmla="*/ 4 h 107"/>
                  <a:gd name="T24" fmla="*/ 16 w 29"/>
                  <a:gd name="T25" fmla="*/ 5 h 107"/>
                  <a:gd name="T26" fmla="*/ 13 w 29"/>
                  <a:gd name="T27" fmla="*/ 5 h 107"/>
                  <a:gd name="T28" fmla="*/ 13 w 29"/>
                  <a:gd name="T29" fmla="*/ 5 h 107"/>
                  <a:gd name="T30" fmla="*/ 13 w 29"/>
                  <a:gd name="T31" fmla="*/ 5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9" h="107">
                    <a:moveTo>
                      <a:pt x="13" y="5"/>
                    </a:moveTo>
                    <a:lnTo>
                      <a:pt x="13" y="5"/>
                    </a:lnTo>
                    <a:lnTo>
                      <a:pt x="10" y="12"/>
                    </a:lnTo>
                    <a:lnTo>
                      <a:pt x="4" y="33"/>
                    </a:lnTo>
                    <a:lnTo>
                      <a:pt x="2" y="47"/>
                    </a:lnTo>
                    <a:lnTo>
                      <a:pt x="0" y="65"/>
                    </a:lnTo>
                    <a:lnTo>
                      <a:pt x="0" y="84"/>
                    </a:lnTo>
                    <a:lnTo>
                      <a:pt x="1" y="107"/>
                    </a:lnTo>
                    <a:lnTo>
                      <a:pt x="29" y="107"/>
                    </a:lnTo>
                    <a:lnTo>
                      <a:pt x="29" y="0"/>
                    </a:lnTo>
                    <a:lnTo>
                      <a:pt x="29" y="0"/>
                    </a:lnTo>
                    <a:lnTo>
                      <a:pt x="21" y="4"/>
                    </a:lnTo>
                    <a:lnTo>
                      <a:pt x="16" y="5"/>
                    </a:lnTo>
                    <a:lnTo>
                      <a:pt x="13" y="5"/>
                    </a:lnTo>
                    <a:lnTo>
                      <a:pt x="13" y="5"/>
                    </a:ln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05" name="íṡľîḑé">
                <a:extLst>
                  <a:ext uri="{FF2B5EF4-FFF2-40B4-BE49-F238E27FC236}">
                    <a16:creationId xmlns:a16="http://schemas.microsoft.com/office/drawing/2014/main" id="{61D04535-ABF8-ABF9-5BEA-E58C4C5DE47B}"/>
                  </a:ext>
                </a:extLst>
              </p:cNvPr>
              <p:cNvSpPr/>
              <p:nvPr/>
            </p:nvSpPr>
            <p:spPr bwMode="auto">
              <a:xfrm>
                <a:off x="2709119" y="4399475"/>
                <a:ext cx="405940" cy="302663"/>
              </a:xfrm>
              <a:custGeom>
                <a:avLst/>
                <a:gdLst>
                  <a:gd name="T0" fmla="*/ 0 w 283"/>
                  <a:gd name="T1" fmla="*/ 0 h 211"/>
                  <a:gd name="T2" fmla="*/ 0 w 283"/>
                  <a:gd name="T3" fmla="*/ 0 h 211"/>
                  <a:gd name="T4" fmla="*/ 63 w 283"/>
                  <a:gd name="T5" fmla="*/ 29 h 211"/>
                  <a:gd name="T6" fmla="*/ 143 w 283"/>
                  <a:gd name="T7" fmla="*/ 67 h 211"/>
                  <a:gd name="T8" fmla="*/ 143 w 283"/>
                  <a:gd name="T9" fmla="*/ 67 h 211"/>
                  <a:gd name="T10" fmla="*/ 221 w 283"/>
                  <a:gd name="T11" fmla="*/ 29 h 211"/>
                  <a:gd name="T12" fmla="*/ 283 w 283"/>
                  <a:gd name="T13" fmla="*/ 0 h 211"/>
                  <a:gd name="T14" fmla="*/ 283 w 283"/>
                  <a:gd name="T15" fmla="*/ 163 h 211"/>
                  <a:gd name="T16" fmla="*/ 283 w 283"/>
                  <a:gd name="T17" fmla="*/ 163 h 211"/>
                  <a:gd name="T18" fmla="*/ 277 w 283"/>
                  <a:gd name="T19" fmla="*/ 170 h 211"/>
                  <a:gd name="T20" fmla="*/ 267 w 283"/>
                  <a:gd name="T21" fmla="*/ 177 h 211"/>
                  <a:gd name="T22" fmla="*/ 259 w 283"/>
                  <a:gd name="T23" fmla="*/ 182 h 211"/>
                  <a:gd name="T24" fmla="*/ 250 w 283"/>
                  <a:gd name="T25" fmla="*/ 188 h 211"/>
                  <a:gd name="T26" fmla="*/ 229 w 283"/>
                  <a:gd name="T27" fmla="*/ 196 h 211"/>
                  <a:gd name="T28" fmla="*/ 209 w 283"/>
                  <a:gd name="T29" fmla="*/ 201 h 211"/>
                  <a:gd name="T30" fmla="*/ 190 w 283"/>
                  <a:gd name="T31" fmla="*/ 205 h 211"/>
                  <a:gd name="T32" fmla="*/ 172 w 283"/>
                  <a:gd name="T33" fmla="*/ 208 h 211"/>
                  <a:gd name="T34" fmla="*/ 147 w 283"/>
                  <a:gd name="T35" fmla="*/ 211 h 211"/>
                  <a:gd name="T36" fmla="*/ 147 w 283"/>
                  <a:gd name="T37" fmla="*/ 211 h 211"/>
                  <a:gd name="T38" fmla="*/ 147 w 283"/>
                  <a:gd name="T39" fmla="*/ 211 h 211"/>
                  <a:gd name="T40" fmla="*/ 143 w 283"/>
                  <a:gd name="T41" fmla="*/ 211 h 211"/>
                  <a:gd name="T42" fmla="*/ 143 w 283"/>
                  <a:gd name="T43" fmla="*/ 211 h 211"/>
                  <a:gd name="T44" fmla="*/ 139 w 283"/>
                  <a:gd name="T45" fmla="*/ 211 h 211"/>
                  <a:gd name="T46" fmla="*/ 139 w 283"/>
                  <a:gd name="T47" fmla="*/ 211 h 211"/>
                  <a:gd name="T48" fmla="*/ 139 w 283"/>
                  <a:gd name="T49" fmla="*/ 211 h 211"/>
                  <a:gd name="T50" fmla="*/ 113 w 283"/>
                  <a:gd name="T51" fmla="*/ 208 h 211"/>
                  <a:gd name="T52" fmla="*/ 94 w 283"/>
                  <a:gd name="T53" fmla="*/ 205 h 211"/>
                  <a:gd name="T54" fmla="*/ 75 w 283"/>
                  <a:gd name="T55" fmla="*/ 201 h 211"/>
                  <a:gd name="T56" fmla="*/ 55 w 283"/>
                  <a:gd name="T57" fmla="*/ 196 h 211"/>
                  <a:gd name="T58" fmla="*/ 36 w 283"/>
                  <a:gd name="T59" fmla="*/ 188 h 211"/>
                  <a:gd name="T60" fmla="*/ 26 w 283"/>
                  <a:gd name="T61" fmla="*/ 182 h 211"/>
                  <a:gd name="T62" fmla="*/ 17 w 283"/>
                  <a:gd name="T63" fmla="*/ 177 h 211"/>
                  <a:gd name="T64" fmla="*/ 9 w 283"/>
                  <a:gd name="T65" fmla="*/ 170 h 211"/>
                  <a:gd name="T66" fmla="*/ 0 w 283"/>
                  <a:gd name="T67" fmla="*/ 163 h 211"/>
                  <a:gd name="T68" fmla="*/ 0 w 283"/>
                  <a:gd name="T69" fmla="*/ 0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83" h="211">
                    <a:moveTo>
                      <a:pt x="0" y="0"/>
                    </a:moveTo>
                    <a:lnTo>
                      <a:pt x="0" y="0"/>
                    </a:lnTo>
                    <a:lnTo>
                      <a:pt x="63" y="29"/>
                    </a:lnTo>
                    <a:lnTo>
                      <a:pt x="143" y="67"/>
                    </a:lnTo>
                    <a:lnTo>
                      <a:pt x="143" y="67"/>
                    </a:lnTo>
                    <a:lnTo>
                      <a:pt x="221" y="29"/>
                    </a:lnTo>
                    <a:lnTo>
                      <a:pt x="283" y="0"/>
                    </a:lnTo>
                    <a:lnTo>
                      <a:pt x="283" y="163"/>
                    </a:lnTo>
                    <a:lnTo>
                      <a:pt x="283" y="163"/>
                    </a:lnTo>
                    <a:lnTo>
                      <a:pt x="277" y="170"/>
                    </a:lnTo>
                    <a:lnTo>
                      <a:pt x="267" y="177"/>
                    </a:lnTo>
                    <a:lnTo>
                      <a:pt x="259" y="182"/>
                    </a:lnTo>
                    <a:lnTo>
                      <a:pt x="250" y="188"/>
                    </a:lnTo>
                    <a:lnTo>
                      <a:pt x="229" y="196"/>
                    </a:lnTo>
                    <a:lnTo>
                      <a:pt x="209" y="201"/>
                    </a:lnTo>
                    <a:lnTo>
                      <a:pt x="190" y="205"/>
                    </a:lnTo>
                    <a:lnTo>
                      <a:pt x="172" y="208"/>
                    </a:lnTo>
                    <a:lnTo>
                      <a:pt x="147" y="211"/>
                    </a:lnTo>
                    <a:lnTo>
                      <a:pt x="147" y="211"/>
                    </a:lnTo>
                    <a:lnTo>
                      <a:pt x="147" y="211"/>
                    </a:lnTo>
                    <a:lnTo>
                      <a:pt x="143" y="211"/>
                    </a:lnTo>
                    <a:lnTo>
                      <a:pt x="143" y="211"/>
                    </a:lnTo>
                    <a:lnTo>
                      <a:pt x="139" y="211"/>
                    </a:lnTo>
                    <a:lnTo>
                      <a:pt x="139" y="211"/>
                    </a:lnTo>
                    <a:lnTo>
                      <a:pt x="139" y="211"/>
                    </a:lnTo>
                    <a:lnTo>
                      <a:pt x="113" y="208"/>
                    </a:lnTo>
                    <a:lnTo>
                      <a:pt x="94" y="205"/>
                    </a:lnTo>
                    <a:lnTo>
                      <a:pt x="75" y="201"/>
                    </a:lnTo>
                    <a:lnTo>
                      <a:pt x="55" y="196"/>
                    </a:lnTo>
                    <a:lnTo>
                      <a:pt x="36" y="188"/>
                    </a:lnTo>
                    <a:lnTo>
                      <a:pt x="26" y="182"/>
                    </a:lnTo>
                    <a:lnTo>
                      <a:pt x="17" y="177"/>
                    </a:lnTo>
                    <a:lnTo>
                      <a:pt x="9" y="170"/>
                    </a:lnTo>
                    <a:lnTo>
                      <a:pt x="0" y="1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9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06" name="i$ḷiḑè">
                <a:extLst>
                  <a:ext uri="{FF2B5EF4-FFF2-40B4-BE49-F238E27FC236}">
                    <a16:creationId xmlns:a16="http://schemas.microsoft.com/office/drawing/2014/main" id="{EE33480D-B060-C19B-F5DB-BF35167435F2}"/>
                  </a:ext>
                </a:extLst>
              </p:cNvPr>
              <p:cNvSpPr/>
              <p:nvPr/>
            </p:nvSpPr>
            <p:spPr bwMode="auto">
              <a:xfrm>
                <a:off x="3449278" y="2226950"/>
                <a:ext cx="354301" cy="444669"/>
              </a:xfrm>
              <a:custGeom>
                <a:avLst/>
                <a:gdLst>
                  <a:gd name="T0" fmla="*/ 130175 w 247"/>
                  <a:gd name="T1" fmla="*/ 238125 h 310"/>
                  <a:gd name="T2" fmla="*/ 138113 w 247"/>
                  <a:gd name="T3" fmla="*/ 209550 h 310"/>
                  <a:gd name="T4" fmla="*/ 138113 w 247"/>
                  <a:gd name="T5" fmla="*/ 93663 h 310"/>
                  <a:gd name="T6" fmla="*/ 125413 w 247"/>
                  <a:gd name="T7" fmla="*/ 79375 h 310"/>
                  <a:gd name="T8" fmla="*/ 127000 w 247"/>
                  <a:gd name="T9" fmla="*/ 26988 h 310"/>
                  <a:gd name="T10" fmla="*/ 127000 w 247"/>
                  <a:gd name="T11" fmla="*/ 20638 h 310"/>
                  <a:gd name="T12" fmla="*/ 146050 w 247"/>
                  <a:gd name="T13" fmla="*/ 7938 h 310"/>
                  <a:gd name="T14" fmla="*/ 198438 w 247"/>
                  <a:gd name="T15" fmla="*/ 0 h 310"/>
                  <a:gd name="T16" fmla="*/ 257175 w 247"/>
                  <a:gd name="T17" fmla="*/ 9525 h 310"/>
                  <a:gd name="T18" fmla="*/ 266700 w 247"/>
                  <a:gd name="T19" fmla="*/ 25400 h 310"/>
                  <a:gd name="T20" fmla="*/ 269875 w 247"/>
                  <a:gd name="T21" fmla="*/ 26988 h 310"/>
                  <a:gd name="T22" fmla="*/ 266700 w 247"/>
                  <a:gd name="T23" fmla="*/ 79375 h 310"/>
                  <a:gd name="T24" fmla="*/ 257175 w 247"/>
                  <a:gd name="T25" fmla="*/ 92075 h 310"/>
                  <a:gd name="T26" fmla="*/ 247650 w 247"/>
                  <a:gd name="T27" fmla="*/ 209550 h 310"/>
                  <a:gd name="T28" fmla="*/ 249238 w 247"/>
                  <a:gd name="T29" fmla="*/ 222250 h 310"/>
                  <a:gd name="T30" fmla="*/ 263525 w 247"/>
                  <a:gd name="T31" fmla="*/ 238125 h 310"/>
                  <a:gd name="T32" fmla="*/ 301625 w 247"/>
                  <a:gd name="T33" fmla="*/ 271463 h 310"/>
                  <a:gd name="T34" fmla="*/ 366713 w 247"/>
                  <a:gd name="T35" fmla="*/ 352425 h 310"/>
                  <a:gd name="T36" fmla="*/ 390525 w 247"/>
                  <a:gd name="T37" fmla="*/ 401638 h 310"/>
                  <a:gd name="T38" fmla="*/ 385763 w 247"/>
                  <a:gd name="T39" fmla="*/ 441325 h 310"/>
                  <a:gd name="T40" fmla="*/ 374650 w 247"/>
                  <a:gd name="T41" fmla="*/ 452438 h 310"/>
                  <a:gd name="T42" fmla="*/ 296863 w 247"/>
                  <a:gd name="T43" fmla="*/ 482600 h 310"/>
                  <a:gd name="T44" fmla="*/ 223838 w 247"/>
                  <a:gd name="T45" fmla="*/ 492125 h 310"/>
                  <a:gd name="T46" fmla="*/ 179388 w 247"/>
                  <a:gd name="T47" fmla="*/ 492125 h 310"/>
                  <a:gd name="T48" fmla="*/ 80963 w 247"/>
                  <a:gd name="T49" fmla="*/ 481013 h 310"/>
                  <a:gd name="T50" fmla="*/ 100013 w 247"/>
                  <a:gd name="T51" fmla="*/ 452438 h 310"/>
                  <a:gd name="T52" fmla="*/ 131763 w 247"/>
                  <a:gd name="T53" fmla="*/ 455613 h 310"/>
                  <a:gd name="T54" fmla="*/ 96838 w 247"/>
                  <a:gd name="T55" fmla="*/ 444500 h 310"/>
                  <a:gd name="T56" fmla="*/ 80963 w 247"/>
                  <a:gd name="T57" fmla="*/ 334963 h 310"/>
                  <a:gd name="T58" fmla="*/ 120650 w 247"/>
                  <a:gd name="T59" fmla="*/ 285750 h 310"/>
                  <a:gd name="T60" fmla="*/ 80963 w 247"/>
                  <a:gd name="T61" fmla="*/ 322263 h 310"/>
                  <a:gd name="T62" fmla="*/ 107950 w 247"/>
                  <a:gd name="T63" fmla="*/ 252413 h 310"/>
                  <a:gd name="T64" fmla="*/ 80963 w 247"/>
                  <a:gd name="T65" fmla="*/ 481013 h 310"/>
                  <a:gd name="T66" fmla="*/ 47625 w 247"/>
                  <a:gd name="T67" fmla="*/ 469900 h 310"/>
                  <a:gd name="T68" fmla="*/ 17463 w 247"/>
                  <a:gd name="T69" fmla="*/ 452438 h 310"/>
                  <a:gd name="T70" fmla="*/ 3175 w 247"/>
                  <a:gd name="T71" fmla="*/ 428625 h 310"/>
                  <a:gd name="T72" fmla="*/ 4763 w 247"/>
                  <a:gd name="T73" fmla="*/ 398463 h 310"/>
                  <a:gd name="T74" fmla="*/ 42863 w 247"/>
                  <a:gd name="T75" fmla="*/ 325438 h 310"/>
                  <a:gd name="T76" fmla="*/ 80963 w 247"/>
                  <a:gd name="T77" fmla="*/ 322263 h 310"/>
                  <a:gd name="T78" fmla="*/ 42863 w 247"/>
                  <a:gd name="T79" fmla="*/ 361950 h 310"/>
                  <a:gd name="T80" fmla="*/ 28575 w 247"/>
                  <a:gd name="T81" fmla="*/ 395288 h 310"/>
                  <a:gd name="T82" fmla="*/ 28575 w 247"/>
                  <a:gd name="T83" fmla="*/ 414338 h 310"/>
                  <a:gd name="T84" fmla="*/ 42863 w 247"/>
                  <a:gd name="T85" fmla="*/ 433388 h 310"/>
                  <a:gd name="T86" fmla="*/ 80963 w 247"/>
                  <a:gd name="T87" fmla="*/ 481013 h 310"/>
                  <a:gd name="T88" fmla="*/ 80963 w 247"/>
                  <a:gd name="T89" fmla="*/ 334963 h 310"/>
                  <a:gd name="T90" fmla="*/ 53975 w 247"/>
                  <a:gd name="T91" fmla="*/ 385763 h 310"/>
                  <a:gd name="T92" fmla="*/ 57150 w 247"/>
                  <a:gd name="T93" fmla="*/ 411163 h 310"/>
                  <a:gd name="T94" fmla="*/ 80963 w 247"/>
                  <a:gd name="T95" fmla="*/ 434975 h 31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47" h="310">
                    <a:moveTo>
                      <a:pt x="80" y="150"/>
                    </a:moveTo>
                    <a:lnTo>
                      <a:pt x="80" y="150"/>
                    </a:lnTo>
                    <a:lnTo>
                      <a:pt x="82" y="150"/>
                    </a:lnTo>
                    <a:lnTo>
                      <a:pt x="84" y="146"/>
                    </a:lnTo>
                    <a:lnTo>
                      <a:pt x="86" y="140"/>
                    </a:lnTo>
                    <a:lnTo>
                      <a:pt x="87" y="132"/>
                    </a:lnTo>
                    <a:lnTo>
                      <a:pt x="87" y="59"/>
                    </a:lnTo>
                    <a:lnTo>
                      <a:pt x="82" y="55"/>
                    </a:lnTo>
                    <a:lnTo>
                      <a:pt x="80" y="50"/>
                    </a:lnTo>
                    <a:lnTo>
                      <a:pt x="79" y="50"/>
                    </a:lnTo>
                    <a:lnTo>
                      <a:pt x="79" y="17"/>
                    </a:lnTo>
                    <a:lnTo>
                      <a:pt x="80" y="17"/>
                    </a:lnTo>
                    <a:lnTo>
                      <a:pt x="80" y="16"/>
                    </a:lnTo>
                    <a:lnTo>
                      <a:pt x="80" y="13"/>
                    </a:lnTo>
                    <a:lnTo>
                      <a:pt x="83" y="10"/>
                    </a:lnTo>
                    <a:lnTo>
                      <a:pt x="87" y="6"/>
                    </a:lnTo>
                    <a:lnTo>
                      <a:pt x="92" y="5"/>
                    </a:lnTo>
                    <a:lnTo>
                      <a:pt x="107" y="1"/>
                    </a:lnTo>
                    <a:lnTo>
                      <a:pt x="125" y="0"/>
                    </a:lnTo>
                    <a:lnTo>
                      <a:pt x="141" y="1"/>
                    </a:lnTo>
                    <a:lnTo>
                      <a:pt x="156" y="5"/>
                    </a:lnTo>
                    <a:lnTo>
                      <a:pt x="162" y="6"/>
                    </a:lnTo>
                    <a:lnTo>
                      <a:pt x="166" y="10"/>
                    </a:lnTo>
                    <a:lnTo>
                      <a:pt x="168" y="13"/>
                    </a:lnTo>
                    <a:lnTo>
                      <a:pt x="168" y="16"/>
                    </a:lnTo>
                    <a:lnTo>
                      <a:pt x="168" y="17"/>
                    </a:lnTo>
                    <a:lnTo>
                      <a:pt x="170" y="17"/>
                    </a:lnTo>
                    <a:lnTo>
                      <a:pt x="170" y="50"/>
                    </a:lnTo>
                    <a:lnTo>
                      <a:pt x="168" y="50"/>
                    </a:lnTo>
                    <a:lnTo>
                      <a:pt x="168" y="52"/>
                    </a:lnTo>
                    <a:lnTo>
                      <a:pt x="166" y="55"/>
                    </a:lnTo>
                    <a:lnTo>
                      <a:pt x="162" y="58"/>
                    </a:lnTo>
                    <a:lnTo>
                      <a:pt x="156" y="59"/>
                    </a:lnTo>
                    <a:lnTo>
                      <a:pt x="156" y="132"/>
                    </a:lnTo>
                    <a:lnTo>
                      <a:pt x="156" y="136"/>
                    </a:lnTo>
                    <a:lnTo>
                      <a:pt x="157" y="140"/>
                    </a:lnTo>
                    <a:lnTo>
                      <a:pt x="160" y="146"/>
                    </a:lnTo>
                    <a:lnTo>
                      <a:pt x="164" y="150"/>
                    </a:lnTo>
                    <a:lnTo>
                      <a:pt x="166" y="150"/>
                    </a:lnTo>
                    <a:lnTo>
                      <a:pt x="175" y="158"/>
                    </a:lnTo>
                    <a:lnTo>
                      <a:pt x="190" y="171"/>
                    </a:lnTo>
                    <a:lnTo>
                      <a:pt x="206" y="189"/>
                    </a:lnTo>
                    <a:lnTo>
                      <a:pt x="222" y="211"/>
                    </a:lnTo>
                    <a:lnTo>
                      <a:pt x="231" y="222"/>
                    </a:lnTo>
                    <a:lnTo>
                      <a:pt x="236" y="232"/>
                    </a:lnTo>
                    <a:lnTo>
                      <a:pt x="241" y="243"/>
                    </a:lnTo>
                    <a:lnTo>
                      <a:pt x="246" y="253"/>
                    </a:lnTo>
                    <a:lnTo>
                      <a:pt x="247" y="262"/>
                    </a:lnTo>
                    <a:lnTo>
                      <a:pt x="246" y="272"/>
                    </a:lnTo>
                    <a:lnTo>
                      <a:pt x="243" y="278"/>
                    </a:lnTo>
                    <a:lnTo>
                      <a:pt x="240" y="282"/>
                    </a:lnTo>
                    <a:lnTo>
                      <a:pt x="236" y="285"/>
                    </a:lnTo>
                    <a:lnTo>
                      <a:pt x="221" y="293"/>
                    </a:lnTo>
                    <a:lnTo>
                      <a:pt x="205" y="300"/>
                    </a:lnTo>
                    <a:lnTo>
                      <a:pt x="187" y="304"/>
                    </a:lnTo>
                    <a:lnTo>
                      <a:pt x="171" y="307"/>
                    </a:lnTo>
                    <a:lnTo>
                      <a:pt x="155" y="310"/>
                    </a:lnTo>
                    <a:lnTo>
                      <a:pt x="141" y="310"/>
                    </a:lnTo>
                    <a:lnTo>
                      <a:pt x="124" y="310"/>
                    </a:lnTo>
                    <a:lnTo>
                      <a:pt x="113" y="310"/>
                    </a:lnTo>
                    <a:lnTo>
                      <a:pt x="95" y="310"/>
                    </a:lnTo>
                    <a:lnTo>
                      <a:pt x="74" y="307"/>
                    </a:lnTo>
                    <a:lnTo>
                      <a:pt x="51" y="303"/>
                    </a:lnTo>
                    <a:lnTo>
                      <a:pt x="51" y="282"/>
                    </a:lnTo>
                    <a:lnTo>
                      <a:pt x="63" y="285"/>
                    </a:lnTo>
                    <a:lnTo>
                      <a:pt x="72" y="287"/>
                    </a:lnTo>
                    <a:lnTo>
                      <a:pt x="83" y="287"/>
                    </a:lnTo>
                    <a:lnTo>
                      <a:pt x="72" y="284"/>
                    </a:lnTo>
                    <a:lnTo>
                      <a:pt x="61" y="280"/>
                    </a:lnTo>
                    <a:lnTo>
                      <a:pt x="51" y="274"/>
                    </a:lnTo>
                    <a:lnTo>
                      <a:pt x="51" y="211"/>
                    </a:lnTo>
                    <a:lnTo>
                      <a:pt x="60" y="199"/>
                    </a:lnTo>
                    <a:lnTo>
                      <a:pt x="68" y="189"/>
                    </a:lnTo>
                    <a:lnTo>
                      <a:pt x="76" y="180"/>
                    </a:lnTo>
                    <a:lnTo>
                      <a:pt x="68" y="186"/>
                    </a:lnTo>
                    <a:lnTo>
                      <a:pt x="51" y="203"/>
                    </a:lnTo>
                    <a:lnTo>
                      <a:pt x="51" y="178"/>
                    </a:lnTo>
                    <a:lnTo>
                      <a:pt x="68" y="159"/>
                    </a:lnTo>
                    <a:lnTo>
                      <a:pt x="80" y="150"/>
                    </a:lnTo>
                    <a:close/>
                    <a:moveTo>
                      <a:pt x="51" y="303"/>
                    </a:moveTo>
                    <a:lnTo>
                      <a:pt x="51" y="303"/>
                    </a:lnTo>
                    <a:lnTo>
                      <a:pt x="40" y="299"/>
                    </a:lnTo>
                    <a:lnTo>
                      <a:pt x="30" y="296"/>
                    </a:lnTo>
                    <a:lnTo>
                      <a:pt x="21" y="291"/>
                    </a:lnTo>
                    <a:lnTo>
                      <a:pt x="11" y="285"/>
                    </a:lnTo>
                    <a:lnTo>
                      <a:pt x="6" y="281"/>
                    </a:lnTo>
                    <a:lnTo>
                      <a:pt x="3" y="276"/>
                    </a:lnTo>
                    <a:lnTo>
                      <a:pt x="2" y="270"/>
                    </a:lnTo>
                    <a:lnTo>
                      <a:pt x="0" y="265"/>
                    </a:lnTo>
                    <a:lnTo>
                      <a:pt x="0" y="258"/>
                    </a:lnTo>
                    <a:lnTo>
                      <a:pt x="3" y="251"/>
                    </a:lnTo>
                    <a:lnTo>
                      <a:pt x="9" y="236"/>
                    </a:lnTo>
                    <a:lnTo>
                      <a:pt x="17" y="222"/>
                    </a:lnTo>
                    <a:lnTo>
                      <a:pt x="27" y="205"/>
                    </a:lnTo>
                    <a:lnTo>
                      <a:pt x="38" y="192"/>
                    </a:lnTo>
                    <a:lnTo>
                      <a:pt x="51" y="178"/>
                    </a:lnTo>
                    <a:lnTo>
                      <a:pt x="51" y="203"/>
                    </a:lnTo>
                    <a:lnTo>
                      <a:pt x="38" y="215"/>
                    </a:lnTo>
                    <a:lnTo>
                      <a:pt x="27" y="228"/>
                    </a:lnTo>
                    <a:lnTo>
                      <a:pt x="23" y="235"/>
                    </a:lnTo>
                    <a:lnTo>
                      <a:pt x="21" y="242"/>
                    </a:lnTo>
                    <a:lnTo>
                      <a:pt x="18" y="249"/>
                    </a:lnTo>
                    <a:lnTo>
                      <a:pt x="18" y="255"/>
                    </a:lnTo>
                    <a:lnTo>
                      <a:pt x="18" y="261"/>
                    </a:lnTo>
                    <a:lnTo>
                      <a:pt x="21" y="266"/>
                    </a:lnTo>
                    <a:lnTo>
                      <a:pt x="23" y="270"/>
                    </a:lnTo>
                    <a:lnTo>
                      <a:pt x="27" y="273"/>
                    </a:lnTo>
                    <a:lnTo>
                      <a:pt x="38" y="278"/>
                    </a:lnTo>
                    <a:lnTo>
                      <a:pt x="51" y="282"/>
                    </a:lnTo>
                    <a:lnTo>
                      <a:pt x="51" y="303"/>
                    </a:lnTo>
                    <a:close/>
                    <a:moveTo>
                      <a:pt x="51" y="211"/>
                    </a:moveTo>
                    <a:lnTo>
                      <a:pt x="51" y="211"/>
                    </a:lnTo>
                    <a:lnTo>
                      <a:pt x="44" y="222"/>
                    </a:lnTo>
                    <a:lnTo>
                      <a:pt x="38" y="232"/>
                    </a:lnTo>
                    <a:lnTo>
                      <a:pt x="34" y="243"/>
                    </a:lnTo>
                    <a:lnTo>
                      <a:pt x="33" y="253"/>
                    </a:lnTo>
                    <a:lnTo>
                      <a:pt x="36" y="259"/>
                    </a:lnTo>
                    <a:lnTo>
                      <a:pt x="38" y="265"/>
                    </a:lnTo>
                    <a:lnTo>
                      <a:pt x="44" y="270"/>
                    </a:lnTo>
                    <a:lnTo>
                      <a:pt x="51" y="274"/>
                    </a:lnTo>
                    <a:lnTo>
                      <a:pt x="51" y="211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07" name="íślîḋe">
                <a:extLst>
                  <a:ext uri="{FF2B5EF4-FFF2-40B4-BE49-F238E27FC236}">
                    <a16:creationId xmlns:a16="http://schemas.microsoft.com/office/drawing/2014/main" id="{0EFB6265-59E5-B678-9748-450311BC2DE0}"/>
                  </a:ext>
                </a:extLst>
              </p:cNvPr>
              <p:cNvSpPr/>
              <p:nvPr/>
            </p:nvSpPr>
            <p:spPr bwMode="auto">
              <a:xfrm>
                <a:off x="1005035" y="2120195"/>
                <a:ext cx="126229" cy="126229"/>
              </a:xfrm>
              <a:custGeom>
                <a:avLst/>
                <a:gdLst>
                  <a:gd name="T0" fmla="*/ 88 w 88"/>
                  <a:gd name="T1" fmla="*/ 44 h 88"/>
                  <a:gd name="T2" fmla="*/ 88 w 88"/>
                  <a:gd name="T3" fmla="*/ 44 h 88"/>
                  <a:gd name="T4" fmla="*/ 86 w 88"/>
                  <a:gd name="T5" fmla="*/ 36 h 88"/>
                  <a:gd name="T6" fmla="*/ 83 w 88"/>
                  <a:gd name="T7" fmla="*/ 27 h 88"/>
                  <a:gd name="T8" fmla="*/ 79 w 88"/>
                  <a:gd name="T9" fmla="*/ 19 h 88"/>
                  <a:gd name="T10" fmla="*/ 74 w 88"/>
                  <a:gd name="T11" fmla="*/ 13 h 88"/>
                  <a:gd name="T12" fmla="*/ 67 w 88"/>
                  <a:gd name="T13" fmla="*/ 7 h 88"/>
                  <a:gd name="T14" fmla="*/ 60 w 88"/>
                  <a:gd name="T15" fmla="*/ 3 h 88"/>
                  <a:gd name="T16" fmla="*/ 52 w 88"/>
                  <a:gd name="T17" fmla="*/ 0 h 88"/>
                  <a:gd name="T18" fmla="*/ 43 w 88"/>
                  <a:gd name="T19" fmla="*/ 0 h 88"/>
                  <a:gd name="T20" fmla="*/ 43 w 88"/>
                  <a:gd name="T21" fmla="*/ 0 h 88"/>
                  <a:gd name="T22" fmla="*/ 35 w 88"/>
                  <a:gd name="T23" fmla="*/ 0 h 88"/>
                  <a:gd name="T24" fmla="*/ 27 w 88"/>
                  <a:gd name="T25" fmla="*/ 3 h 88"/>
                  <a:gd name="T26" fmla="*/ 18 w 88"/>
                  <a:gd name="T27" fmla="*/ 7 h 88"/>
                  <a:gd name="T28" fmla="*/ 12 w 88"/>
                  <a:gd name="T29" fmla="*/ 13 h 88"/>
                  <a:gd name="T30" fmla="*/ 6 w 88"/>
                  <a:gd name="T31" fmla="*/ 19 h 88"/>
                  <a:gd name="T32" fmla="*/ 2 w 88"/>
                  <a:gd name="T33" fmla="*/ 27 h 88"/>
                  <a:gd name="T34" fmla="*/ 0 w 88"/>
                  <a:gd name="T35" fmla="*/ 36 h 88"/>
                  <a:gd name="T36" fmla="*/ 0 w 88"/>
                  <a:gd name="T37" fmla="*/ 44 h 88"/>
                  <a:gd name="T38" fmla="*/ 0 w 88"/>
                  <a:gd name="T39" fmla="*/ 44 h 88"/>
                  <a:gd name="T40" fmla="*/ 0 w 88"/>
                  <a:gd name="T41" fmla="*/ 53 h 88"/>
                  <a:gd name="T42" fmla="*/ 2 w 88"/>
                  <a:gd name="T43" fmla="*/ 61 h 88"/>
                  <a:gd name="T44" fmla="*/ 6 w 88"/>
                  <a:gd name="T45" fmla="*/ 68 h 88"/>
                  <a:gd name="T46" fmla="*/ 12 w 88"/>
                  <a:gd name="T47" fmla="*/ 75 h 88"/>
                  <a:gd name="T48" fmla="*/ 18 w 88"/>
                  <a:gd name="T49" fmla="*/ 80 h 88"/>
                  <a:gd name="T50" fmla="*/ 27 w 88"/>
                  <a:gd name="T51" fmla="*/ 84 h 88"/>
                  <a:gd name="T52" fmla="*/ 35 w 88"/>
                  <a:gd name="T53" fmla="*/ 87 h 88"/>
                  <a:gd name="T54" fmla="*/ 43 w 88"/>
                  <a:gd name="T55" fmla="*/ 88 h 88"/>
                  <a:gd name="T56" fmla="*/ 43 w 88"/>
                  <a:gd name="T57" fmla="*/ 88 h 88"/>
                  <a:gd name="T58" fmla="*/ 52 w 88"/>
                  <a:gd name="T59" fmla="*/ 87 h 88"/>
                  <a:gd name="T60" fmla="*/ 60 w 88"/>
                  <a:gd name="T61" fmla="*/ 84 h 88"/>
                  <a:gd name="T62" fmla="*/ 67 w 88"/>
                  <a:gd name="T63" fmla="*/ 80 h 88"/>
                  <a:gd name="T64" fmla="*/ 74 w 88"/>
                  <a:gd name="T65" fmla="*/ 75 h 88"/>
                  <a:gd name="T66" fmla="*/ 79 w 88"/>
                  <a:gd name="T67" fmla="*/ 68 h 88"/>
                  <a:gd name="T68" fmla="*/ 83 w 88"/>
                  <a:gd name="T69" fmla="*/ 61 h 88"/>
                  <a:gd name="T70" fmla="*/ 86 w 88"/>
                  <a:gd name="T71" fmla="*/ 53 h 88"/>
                  <a:gd name="T72" fmla="*/ 88 w 88"/>
                  <a:gd name="T73" fmla="*/ 44 h 88"/>
                  <a:gd name="T74" fmla="*/ 88 w 88"/>
                  <a:gd name="T75" fmla="*/ 44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88" h="88">
                    <a:moveTo>
                      <a:pt x="88" y="44"/>
                    </a:moveTo>
                    <a:lnTo>
                      <a:pt x="88" y="44"/>
                    </a:lnTo>
                    <a:lnTo>
                      <a:pt x="86" y="36"/>
                    </a:lnTo>
                    <a:lnTo>
                      <a:pt x="83" y="27"/>
                    </a:lnTo>
                    <a:lnTo>
                      <a:pt x="79" y="19"/>
                    </a:lnTo>
                    <a:lnTo>
                      <a:pt x="74" y="13"/>
                    </a:lnTo>
                    <a:lnTo>
                      <a:pt x="67" y="7"/>
                    </a:lnTo>
                    <a:lnTo>
                      <a:pt x="60" y="3"/>
                    </a:lnTo>
                    <a:lnTo>
                      <a:pt x="52" y="0"/>
                    </a:lnTo>
                    <a:lnTo>
                      <a:pt x="43" y="0"/>
                    </a:lnTo>
                    <a:lnTo>
                      <a:pt x="43" y="0"/>
                    </a:lnTo>
                    <a:lnTo>
                      <a:pt x="35" y="0"/>
                    </a:lnTo>
                    <a:lnTo>
                      <a:pt x="27" y="3"/>
                    </a:lnTo>
                    <a:lnTo>
                      <a:pt x="18" y="7"/>
                    </a:lnTo>
                    <a:lnTo>
                      <a:pt x="12" y="13"/>
                    </a:lnTo>
                    <a:lnTo>
                      <a:pt x="6" y="19"/>
                    </a:lnTo>
                    <a:lnTo>
                      <a:pt x="2" y="27"/>
                    </a:lnTo>
                    <a:lnTo>
                      <a:pt x="0" y="36"/>
                    </a:lnTo>
                    <a:lnTo>
                      <a:pt x="0" y="44"/>
                    </a:lnTo>
                    <a:lnTo>
                      <a:pt x="0" y="44"/>
                    </a:lnTo>
                    <a:lnTo>
                      <a:pt x="0" y="53"/>
                    </a:lnTo>
                    <a:lnTo>
                      <a:pt x="2" y="61"/>
                    </a:lnTo>
                    <a:lnTo>
                      <a:pt x="6" y="68"/>
                    </a:lnTo>
                    <a:lnTo>
                      <a:pt x="12" y="75"/>
                    </a:lnTo>
                    <a:lnTo>
                      <a:pt x="18" y="80"/>
                    </a:lnTo>
                    <a:lnTo>
                      <a:pt x="27" y="84"/>
                    </a:lnTo>
                    <a:lnTo>
                      <a:pt x="35" y="87"/>
                    </a:lnTo>
                    <a:lnTo>
                      <a:pt x="43" y="88"/>
                    </a:lnTo>
                    <a:lnTo>
                      <a:pt x="43" y="88"/>
                    </a:lnTo>
                    <a:lnTo>
                      <a:pt x="52" y="87"/>
                    </a:lnTo>
                    <a:lnTo>
                      <a:pt x="60" y="84"/>
                    </a:lnTo>
                    <a:lnTo>
                      <a:pt x="67" y="80"/>
                    </a:lnTo>
                    <a:lnTo>
                      <a:pt x="74" y="75"/>
                    </a:lnTo>
                    <a:lnTo>
                      <a:pt x="79" y="68"/>
                    </a:lnTo>
                    <a:lnTo>
                      <a:pt x="83" y="61"/>
                    </a:lnTo>
                    <a:lnTo>
                      <a:pt x="86" y="53"/>
                    </a:lnTo>
                    <a:lnTo>
                      <a:pt x="88" y="44"/>
                    </a:lnTo>
                    <a:lnTo>
                      <a:pt x="88" y="44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08" name="îṡľíḑe">
                <a:extLst>
                  <a:ext uri="{FF2B5EF4-FFF2-40B4-BE49-F238E27FC236}">
                    <a16:creationId xmlns:a16="http://schemas.microsoft.com/office/drawing/2014/main" id="{5B499F91-DFBD-B7D4-A679-F180815D9A92}"/>
                  </a:ext>
                </a:extLst>
              </p:cNvPr>
              <p:cNvSpPr/>
              <p:nvPr/>
            </p:nvSpPr>
            <p:spPr bwMode="auto">
              <a:xfrm>
                <a:off x="893150" y="2213433"/>
                <a:ext cx="192213" cy="414548"/>
              </a:xfrm>
              <a:custGeom>
                <a:avLst/>
                <a:gdLst>
                  <a:gd name="T0" fmla="*/ 134 w 134"/>
                  <a:gd name="T1" fmla="*/ 7 h 289"/>
                  <a:gd name="T2" fmla="*/ 134 w 134"/>
                  <a:gd name="T3" fmla="*/ 7 h 289"/>
                  <a:gd name="T4" fmla="*/ 88 w 134"/>
                  <a:gd name="T5" fmla="*/ 129 h 289"/>
                  <a:gd name="T6" fmla="*/ 42 w 134"/>
                  <a:gd name="T7" fmla="*/ 248 h 289"/>
                  <a:gd name="T8" fmla="*/ 42 w 134"/>
                  <a:gd name="T9" fmla="*/ 248 h 289"/>
                  <a:gd name="T10" fmla="*/ 22 w 134"/>
                  <a:gd name="T11" fmla="*/ 268 h 289"/>
                  <a:gd name="T12" fmla="*/ 8 w 134"/>
                  <a:gd name="T13" fmla="*/ 282 h 289"/>
                  <a:gd name="T14" fmla="*/ 3 w 134"/>
                  <a:gd name="T15" fmla="*/ 286 h 289"/>
                  <a:gd name="T16" fmla="*/ 0 w 134"/>
                  <a:gd name="T17" fmla="*/ 289 h 289"/>
                  <a:gd name="T18" fmla="*/ 0 w 134"/>
                  <a:gd name="T19" fmla="*/ 289 h 289"/>
                  <a:gd name="T20" fmla="*/ 3 w 134"/>
                  <a:gd name="T21" fmla="*/ 275 h 289"/>
                  <a:gd name="T22" fmla="*/ 15 w 134"/>
                  <a:gd name="T23" fmla="*/ 243 h 289"/>
                  <a:gd name="T24" fmla="*/ 50 w 134"/>
                  <a:gd name="T25" fmla="*/ 144 h 289"/>
                  <a:gd name="T26" fmla="*/ 105 w 134"/>
                  <a:gd name="T27" fmla="*/ 0 h 289"/>
                  <a:gd name="T28" fmla="*/ 134 w 134"/>
                  <a:gd name="T29" fmla="*/ 7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34" h="289">
                    <a:moveTo>
                      <a:pt x="134" y="7"/>
                    </a:moveTo>
                    <a:lnTo>
                      <a:pt x="134" y="7"/>
                    </a:lnTo>
                    <a:lnTo>
                      <a:pt x="88" y="129"/>
                    </a:lnTo>
                    <a:lnTo>
                      <a:pt x="42" y="248"/>
                    </a:lnTo>
                    <a:lnTo>
                      <a:pt x="42" y="248"/>
                    </a:lnTo>
                    <a:lnTo>
                      <a:pt x="22" y="268"/>
                    </a:lnTo>
                    <a:lnTo>
                      <a:pt x="8" y="282"/>
                    </a:lnTo>
                    <a:lnTo>
                      <a:pt x="3" y="286"/>
                    </a:lnTo>
                    <a:lnTo>
                      <a:pt x="0" y="289"/>
                    </a:lnTo>
                    <a:lnTo>
                      <a:pt x="0" y="289"/>
                    </a:lnTo>
                    <a:lnTo>
                      <a:pt x="3" y="275"/>
                    </a:lnTo>
                    <a:lnTo>
                      <a:pt x="15" y="243"/>
                    </a:lnTo>
                    <a:lnTo>
                      <a:pt x="50" y="144"/>
                    </a:lnTo>
                    <a:lnTo>
                      <a:pt x="105" y="0"/>
                    </a:lnTo>
                    <a:lnTo>
                      <a:pt x="134" y="7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09" name="ïṧļiḓé">
                <a:extLst>
                  <a:ext uri="{FF2B5EF4-FFF2-40B4-BE49-F238E27FC236}">
                    <a16:creationId xmlns:a16="http://schemas.microsoft.com/office/drawing/2014/main" id="{45554017-58AA-D468-78FB-1CC7E70AE84A}"/>
                  </a:ext>
                </a:extLst>
              </p:cNvPr>
              <p:cNvSpPr/>
              <p:nvPr/>
            </p:nvSpPr>
            <p:spPr bwMode="auto">
              <a:xfrm>
                <a:off x="1046634" y="2213433"/>
                <a:ext cx="212294" cy="405942"/>
              </a:xfrm>
              <a:custGeom>
                <a:avLst/>
                <a:gdLst>
                  <a:gd name="T0" fmla="*/ 2 w 148"/>
                  <a:gd name="T1" fmla="*/ 13 h 283"/>
                  <a:gd name="T2" fmla="*/ 109 w 148"/>
                  <a:gd name="T3" fmla="*/ 244 h 283"/>
                  <a:gd name="T4" fmla="*/ 148 w 148"/>
                  <a:gd name="T5" fmla="*/ 283 h 283"/>
                  <a:gd name="T6" fmla="*/ 137 w 148"/>
                  <a:gd name="T7" fmla="*/ 229 h 283"/>
                  <a:gd name="T8" fmla="*/ 33 w 148"/>
                  <a:gd name="T9" fmla="*/ 0 h 283"/>
                  <a:gd name="T10" fmla="*/ 0 w 148"/>
                  <a:gd name="T11" fmla="*/ 10 h 283"/>
                  <a:gd name="T12" fmla="*/ 2 w 148"/>
                  <a:gd name="T13" fmla="*/ 13 h 2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8" h="283">
                    <a:moveTo>
                      <a:pt x="2" y="13"/>
                    </a:moveTo>
                    <a:lnTo>
                      <a:pt x="109" y="244"/>
                    </a:lnTo>
                    <a:lnTo>
                      <a:pt x="148" y="283"/>
                    </a:lnTo>
                    <a:lnTo>
                      <a:pt x="137" y="229"/>
                    </a:lnTo>
                    <a:lnTo>
                      <a:pt x="33" y="0"/>
                    </a:lnTo>
                    <a:lnTo>
                      <a:pt x="0" y="10"/>
                    </a:lnTo>
                    <a:lnTo>
                      <a:pt x="2" y="13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10" name="ïşlïďê">
                <a:extLst>
                  <a:ext uri="{FF2B5EF4-FFF2-40B4-BE49-F238E27FC236}">
                    <a16:creationId xmlns:a16="http://schemas.microsoft.com/office/drawing/2014/main" id="{586B98C3-0671-1C7B-6353-007EB1EF3213}"/>
                  </a:ext>
                </a:extLst>
              </p:cNvPr>
              <p:cNvSpPr/>
              <p:nvPr/>
            </p:nvSpPr>
            <p:spPr bwMode="auto">
              <a:xfrm>
                <a:off x="1050936" y="2075728"/>
                <a:ext cx="22951" cy="70287"/>
              </a:xfrm>
              <a:custGeom>
                <a:avLst/>
                <a:gdLst>
                  <a:gd name="T0" fmla="*/ 0 w 16"/>
                  <a:gd name="T1" fmla="*/ 41 h 49"/>
                  <a:gd name="T2" fmla="*/ 0 w 16"/>
                  <a:gd name="T3" fmla="*/ 41 h 49"/>
                  <a:gd name="T4" fmla="*/ 0 w 16"/>
                  <a:gd name="T5" fmla="*/ 44 h 49"/>
                  <a:gd name="T6" fmla="*/ 3 w 16"/>
                  <a:gd name="T7" fmla="*/ 46 h 49"/>
                  <a:gd name="T8" fmla="*/ 4 w 16"/>
                  <a:gd name="T9" fmla="*/ 48 h 49"/>
                  <a:gd name="T10" fmla="*/ 8 w 16"/>
                  <a:gd name="T11" fmla="*/ 49 h 49"/>
                  <a:gd name="T12" fmla="*/ 8 w 16"/>
                  <a:gd name="T13" fmla="*/ 49 h 49"/>
                  <a:gd name="T14" fmla="*/ 11 w 16"/>
                  <a:gd name="T15" fmla="*/ 48 h 49"/>
                  <a:gd name="T16" fmla="*/ 14 w 16"/>
                  <a:gd name="T17" fmla="*/ 46 h 49"/>
                  <a:gd name="T18" fmla="*/ 15 w 16"/>
                  <a:gd name="T19" fmla="*/ 44 h 49"/>
                  <a:gd name="T20" fmla="*/ 16 w 16"/>
                  <a:gd name="T21" fmla="*/ 41 h 49"/>
                  <a:gd name="T22" fmla="*/ 16 w 16"/>
                  <a:gd name="T23" fmla="*/ 8 h 49"/>
                  <a:gd name="T24" fmla="*/ 16 w 16"/>
                  <a:gd name="T25" fmla="*/ 8 h 49"/>
                  <a:gd name="T26" fmla="*/ 15 w 16"/>
                  <a:gd name="T27" fmla="*/ 6 h 49"/>
                  <a:gd name="T28" fmla="*/ 14 w 16"/>
                  <a:gd name="T29" fmla="*/ 3 h 49"/>
                  <a:gd name="T30" fmla="*/ 11 w 16"/>
                  <a:gd name="T31" fmla="*/ 0 h 49"/>
                  <a:gd name="T32" fmla="*/ 8 w 16"/>
                  <a:gd name="T33" fmla="*/ 0 h 49"/>
                  <a:gd name="T34" fmla="*/ 8 w 16"/>
                  <a:gd name="T35" fmla="*/ 0 h 49"/>
                  <a:gd name="T36" fmla="*/ 4 w 16"/>
                  <a:gd name="T37" fmla="*/ 0 h 49"/>
                  <a:gd name="T38" fmla="*/ 3 w 16"/>
                  <a:gd name="T39" fmla="*/ 3 h 49"/>
                  <a:gd name="T40" fmla="*/ 0 w 16"/>
                  <a:gd name="T41" fmla="*/ 6 h 49"/>
                  <a:gd name="T42" fmla="*/ 0 w 16"/>
                  <a:gd name="T43" fmla="*/ 8 h 49"/>
                  <a:gd name="T44" fmla="*/ 0 w 16"/>
                  <a:gd name="T45" fmla="*/ 41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6" h="49">
                    <a:moveTo>
                      <a:pt x="0" y="41"/>
                    </a:moveTo>
                    <a:lnTo>
                      <a:pt x="0" y="41"/>
                    </a:lnTo>
                    <a:lnTo>
                      <a:pt x="0" y="44"/>
                    </a:lnTo>
                    <a:lnTo>
                      <a:pt x="3" y="46"/>
                    </a:lnTo>
                    <a:lnTo>
                      <a:pt x="4" y="48"/>
                    </a:lnTo>
                    <a:lnTo>
                      <a:pt x="8" y="49"/>
                    </a:lnTo>
                    <a:lnTo>
                      <a:pt x="8" y="49"/>
                    </a:lnTo>
                    <a:lnTo>
                      <a:pt x="11" y="48"/>
                    </a:lnTo>
                    <a:lnTo>
                      <a:pt x="14" y="46"/>
                    </a:lnTo>
                    <a:lnTo>
                      <a:pt x="15" y="44"/>
                    </a:lnTo>
                    <a:lnTo>
                      <a:pt x="16" y="41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5" y="6"/>
                    </a:lnTo>
                    <a:lnTo>
                      <a:pt x="14" y="3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8" y="0"/>
                    </a:lnTo>
                    <a:lnTo>
                      <a:pt x="4" y="0"/>
                    </a:lnTo>
                    <a:lnTo>
                      <a:pt x="3" y="3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11" name="iṥḻiḍe">
                <a:extLst>
                  <a:ext uri="{FF2B5EF4-FFF2-40B4-BE49-F238E27FC236}">
                    <a16:creationId xmlns:a16="http://schemas.microsoft.com/office/drawing/2014/main" id="{37F7F7CE-8EF9-AD9A-67C7-62A3EDE20D3E}"/>
                  </a:ext>
                </a:extLst>
              </p:cNvPr>
              <p:cNvSpPr/>
              <p:nvPr/>
            </p:nvSpPr>
            <p:spPr bwMode="auto">
              <a:xfrm>
                <a:off x="1885763" y="1768756"/>
                <a:ext cx="202253" cy="543644"/>
              </a:xfrm>
              <a:custGeom>
                <a:avLst/>
                <a:gdLst>
                  <a:gd name="T0" fmla="*/ 71 w 141"/>
                  <a:gd name="T1" fmla="*/ 0 h 379"/>
                  <a:gd name="T2" fmla="*/ 84 w 141"/>
                  <a:gd name="T3" fmla="*/ 4 h 379"/>
                  <a:gd name="T4" fmla="*/ 98 w 141"/>
                  <a:gd name="T5" fmla="*/ 15 h 379"/>
                  <a:gd name="T6" fmla="*/ 110 w 141"/>
                  <a:gd name="T7" fmla="*/ 33 h 379"/>
                  <a:gd name="T8" fmla="*/ 119 w 141"/>
                  <a:gd name="T9" fmla="*/ 56 h 379"/>
                  <a:gd name="T10" fmla="*/ 136 w 141"/>
                  <a:gd name="T11" fmla="*/ 117 h 379"/>
                  <a:gd name="T12" fmla="*/ 141 w 141"/>
                  <a:gd name="T13" fmla="*/ 190 h 379"/>
                  <a:gd name="T14" fmla="*/ 140 w 141"/>
                  <a:gd name="T15" fmla="*/ 228 h 379"/>
                  <a:gd name="T16" fmla="*/ 129 w 141"/>
                  <a:gd name="T17" fmla="*/ 295 h 379"/>
                  <a:gd name="T18" fmla="*/ 115 w 141"/>
                  <a:gd name="T19" fmla="*/ 336 h 379"/>
                  <a:gd name="T20" fmla="*/ 105 w 141"/>
                  <a:gd name="T21" fmla="*/ 356 h 379"/>
                  <a:gd name="T22" fmla="*/ 91 w 141"/>
                  <a:gd name="T23" fmla="*/ 371 h 379"/>
                  <a:gd name="T24" fmla="*/ 77 w 141"/>
                  <a:gd name="T25" fmla="*/ 378 h 379"/>
                  <a:gd name="T26" fmla="*/ 71 w 141"/>
                  <a:gd name="T27" fmla="*/ 379 h 379"/>
                  <a:gd name="T28" fmla="*/ 71 w 141"/>
                  <a:gd name="T29" fmla="*/ 348 h 379"/>
                  <a:gd name="T30" fmla="*/ 71 w 141"/>
                  <a:gd name="T31" fmla="*/ 348 h 379"/>
                  <a:gd name="T32" fmla="*/ 83 w 141"/>
                  <a:gd name="T33" fmla="*/ 346 h 379"/>
                  <a:gd name="T34" fmla="*/ 94 w 141"/>
                  <a:gd name="T35" fmla="*/ 336 h 379"/>
                  <a:gd name="T36" fmla="*/ 103 w 141"/>
                  <a:gd name="T37" fmla="*/ 321 h 379"/>
                  <a:gd name="T38" fmla="*/ 119 w 141"/>
                  <a:gd name="T39" fmla="*/ 279 h 379"/>
                  <a:gd name="T40" fmla="*/ 128 w 141"/>
                  <a:gd name="T41" fmla="*/ 222 h 379"/>
                  <a:gd name="T42" fmla="*/ 129 w 141"/>
                  <a:gd name="T43" fmla="*/ 190 h 379"/>
                  <a:gd name="T44" fmla="*/ 125 w 141"/>
                  <a:gd name="T45" fmla="*/ 128 h 379"/>
                  <a:gd name="T46" fmla="*/ 113 w 141"/>
                  <a:gd name="T47" fmla="*/ 77 h 379"/>
                  <a:gd name="T48" fmla="*/ 99 w 141"/>
                  <a:gd name="T49" fmla="*/ 50 h 379"/>
                  <a:gd name="T50" fmla="*/ 88 w 141"/>
                  <a:gd name="T51" fmla="*/ 38 h 379"/>
                  <a:gd name="T52" fmla="*/ 76 w 141"/>
                  <a:gd name="T53" fmla="*/ 31 h 379"/>
                  <a:gd name="T54" fmla="*/ 71 w 141"/>
                  <a:gd name="T55" fmla="*/ 31 h 379"/>
                  <a:gd name="T56" fmla="*/ 71 w 141"/>
                  <a:gd name="T57" fmla="*/ 0 h 379"/>
                  <a:gd name="T58" fmla="*/ 71 w 141"/>
                  <a:gd name="T59" fmla="*/ 379 h 379"/>
                  <a:gd name="T60" fmla="*/ 57 w 141"/>
                  <a:gd name="T61" fmla="*/ 375 h 379"/>
                  <a:gd name="T62" fmla="*/ 44 w 141"/>
                  <a:gd name="T63" fmla="*/ 365 h 379"/>
                  <a:gd name="T64" fmla="*/ 31 w 141"/>
                  <a:gd name="T65" fmla="*/ 347 h 379"/>
                  <a:gd name="T66" fmla="*/ 22 w 141"/>
                  <a:gd name="T67" fmla="*/ 324 h 379"/>
                  <a:gd name="T68" fmla="*/ 7 w 141"/>
                  <a:gd name="T69" fmla="*/ 264 h 379"/>
                  <a:gd name="T70" fmla="*/ 0 w 141"/>
                  <a:gd name="T71" fmla="*/ 190 h 379"/>
                  <a:gd name="T72" fmla="*/ 3 w 141"/>
                  <a:gd name="T73" fmla="*/ 152 h 379"/>
                  <a:gd name="T74" fmla="*/ 12 w 141"/>
                  <a:gd name="T75" fmla="*/ 84 h 379"/>
                  <a:gd name="T76" fmla="*/ 26 w 141"/>
                  <a:gd name="T77" fmla="*/ 44 h 379"/>
                  <a:gd name="T78" fmla="*/ 37 w 141"/>
                  <a:gd name="T79" fmla="*/ 23 h 379"/>
                  <a:gd name="T80" fmla="*/ 50 w 141"/>
                  <a:gd name="T81" fmla="*/ 8 h 379"/>
                  <a:gd name="T82" fmla="*/ 64 w 141"/>
                  <a:gd name="T83" fmla="*/ 2 h 379"/>
                  <a:gd name="T84" fmla="*/ 71 w 141"/>
                  <a:gd name="T85" fmla="*/ 31 h 379"/>
                  <a:gd name="T86" fmla="*/ 65 w 141"/>
                  <a:gd name="T87" fmla="*/ 31 h 379"/>
                  <a:gd name="T88" fmla="*/ 53 w 141"/>
                  <a:gd name="T89" fmla="*/ 38 h 379"/>
                  <a:gd name="T90" fmla="*/ 42 w 141"/>
                  <a:gd name="T91" fmla="*/ 50 h 379"/>
                  <a:gd name="T92" fmla="*/ 29 w 141"/>
                  <a:gd name="T93" fmla="*/ 77 h 379"/>
                  <a:gd name="T94" fmla="*/ 17 w 141"/>
                  <a:gd name="T95" fmla="*/ 128 h 379"/>
                  <a:gd name="T96" fmla="*/ 12 w 141"/>
                  <a:gd name="T97" fmla="*/ 190 h 379"/>
                  <a:gd name="T98" fmla="*/ 14 w 141"/>
                  <a:gd name="T99" fmla="*/ 222 h 379"/>
                  <a:gd name="T100" fmla="*/ 22 w 141"/>
                  <a:gd name="T101" fmla="*/ 279 h 379"/>
                  <a:gd name="T102" fmla="*/ 38 w 141"/>
                  <a:gd name="T103" fmla="*/ 321 h 379"/>
                  <a:gd name="T104" fmla="*/ 48 w 141"/>
                  <a:gd name="T105" fmla="*/ 336 h 379"/>
                  <a:gd name="T106" fmla="*/ 59 w 141"/>
                  <a:gd name="T107" fmla="*/ 346 h 379"/>
                  <a:gd name="T108" fmla="*/ 71 w 141"/>
                  <a:gd name="T109" fmla="*/ 348 h 3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41" h="379">
                    <a:moveTo>
                      <a:pt x="71" y="0"/>
                    </a:moveTo>
                    <a:lnTo>
                      <a:pt x="71" y="0"/>
                    </a:lnTo>
                    <a:lnTo>
                      <a:pt x="77" y="2"/>
                    </a:lnTo>
                    <a:lnTo>
                      <a:pt x="84" y="4"/>
                    </a:lnTo>
                    <a:lnTo>
                      <a:pt x="91" y="8"/>
                    </a:lnTo>
                    <a:lnTo>
                      <a:pt x="98" y="15"/>
                    </a:lnTo>
                    <a:lnTo>
                      <a:pt x="105" y="23"/>
                    </a:lnTo>
                    <a:lnTo>
                      <a:pt x="110" y="33"/>
                    </a:lnTo>
                    <a:lnTo>
                      <a:pt x="115" y="44"/>
                    </a:lnTo>
                    <a:lnTo>
                      <a:pt x="119" y="56"/>
                    </a:lnTo>
                    <a:lnTo>
                      <a:pt x="129" y="84"/>
                    </a:lnTo>
                    <a:lnTo>
                      <a:pt x="136" y="117"/>
                    </a:lnTo>
                    <a:lnTo>
                      <a:pt x="140" y="152"/>
                    </a:lnTo>
                    <a:lnTo>
                      <a:pt x="141" y="190"/>
                    </a:lnTo>
                    <a:lnTo>
                      <a:pt x="141" y="190"/>
                    </a:lnTo>
                    <a:lnTo>
                      <a:pt x="140" y="228"/>
                    </a:lnTo>
                    <a:lnTo>
                      <a:pt x="136" y="264"/>
                    </a:lnTo>
                    <a:lnTo>
                      <a:pt x="129" y="295"/>
                    </a:lnTo>
                    <a:lnTo>
                      <a:pt x="119" y="324"/>
                    </a:lnTo>
                    <a:lnTo>
                      <a:pt x="115" y="336"/>
                    </a:lnTo>
                    <a:lnTo>
                      <a:pt x="110" y="347"/>
                    </a:lnTo>
                    <a:lnTo>
                      <a:pt x="105" y="356"/>
                    </a:lnTo>
                    <a:lnTo>
                      <a:pt x="98" y="365"/>
                    </a:lnTo>
                    <a:lnTo>
                      <a:pt x="91" y="371"/>
                    </a:lnTo>
                    <a:lnTo>
                      <a:pt x="84" y="375"/>
                    </a:lnTo>
                    <a:lnTo>
                      <a:pt x="77" y="378"/>
                    </a:lnTo>
                    <a:lnTo>
                      <a:pt x="71" y="379"/>
                    </a:lnTo>
                    <a:lnTo>
                      <a:pt x="71" y="379"/>
                    </a:lnTo>
                    <a:lnTo>
                      <a:pt x="71" y="348"/>
                    </a:lnTo>
                    <a:lnTo>
                      <a:pt x="71" y="348"/>
                    </a:lnTo>
                    <a:lnTo>
                      <a:pt x="71" y="348"/>
                    </a:lnTo>
                    <a:lnTo>
                      <a:pt x="71" y="348"/>
                    </a:lnTo>
                    <a:lnTo>
                      <a:pt x="76" y="348"/>
                    </a:lnTo>
                    <a:lnTo>
                      <a:pt x="83" y="346"/>
                    </a:lnTo>
                    <a:lnTo>
                      <a:pt x="88" y="342"/>
                    </a:lnTo>
                    <a:lnTo>
                      <a:pt x="94" y="336"/>
                    </a:lnTo>
                    <a:lnTo>
                      <a:pt x="99" y="329"/>
                    </a:lnTo>
                    <a:lnTo>
                      <a:pt x="103" y="321"/>
                    </a:lnTo>
                    <a:lnTo>
                      <a:pt x="113" y="302"/>
                    </a:lnTo>
                    <a:lnTo>
                      <a:pt x="119" y="279"/>
                    </a:lnTo>
                    <a:lnTo>
                      <a:pt x="125" y="252"/>
                    </a:lnTo>
                    <a:lnTo>
                      <a:pt x="128" y="222"/>
                    </a:lnTo>
                    <a:lnTo>
                      <a:pt x="129" y="190"/>
                    </a:lnTo>
                    <a:lnTo>
                      <a:pt x="129" y="190"/>
                    </a:lnTo>
                    <a:lnTo>
                      <a:pt x="128" y="157"/>
                    </a:lnTo>
                    <a:lnTo>
                      <a:pt x="125" y="128"/>
                    </a:lnTo>
                    <a:lnTo>
                      <a:pt x="119" y="102"/>
                    </a:lnTo>
                    <a:lnTo>
                      <a:pt x="113" y="77"/>
                    </a:lnTo>
                    <a:lnTo>
                      <a:pt x="103" y="59"/>
                    </a:lnTo>
                    <a:lnTo>
                      <a:pt x="99" y="50"/>
                    </a:lnTo>
                    <a:lnTo>
                      <a:pt x="94" y="44"/>
                    </a:lnTo>
                    <a:lnTo>
                      <a:pt x="88" y="38"/>
                    </a:lnTo>
                    <a:lnTo>
                      <a:pt x="83" y="34"/>
                    </a:lnTo>
                    <a:lnTo>
                      <a:pt x="76" y="31"/>
                    </a:lnTo>
                    <a:lnTo>
                      <a:pt x="71" y="31"/>
                    </a:lnTo>
                    <a:lnTo>
                      <a:pt x="71" y="31"/>
                    </a:lnTo>
                    <a:lnTo>
                      <a:pt x="71" y="0"/>
                    </a:lnTo>
                    <a:lnTo>
                      <a:pt x="71" y="0"/>
                    </a:lnTo>
                    <a:close/>
                    <a:moveTo>
                      <a:pt x="71" y="379"/>
                    </a:moveTo>
                    <a:lnTo>
                      <a:pt x="71" y="379"/>
                    </a:lnTo>
                    <a:lnTo>
                      <a:pt x="64" y="378"/>
                    </a:lnTo>
                    <a:lnTo>
                      <a:pt x="57" y="375"/>
                    </a:lnTo>
                    <a:lnTo>
                      <a:pt x="50" y="371"/>
                    </a:lnTo>
                    <a:lnTo>
                      <a:pt x="44" y="365"/>
                    </a:lnTo>
                    <a:lnTo>
                      <a:pt x="37" y="356"/>
                    </a:lnTo>
                    <a:lnTo>
                      <a:pt x="31" y="347"/>
                    </a:lnTo>
                    <a:lnTo>
                      <a:pt x="26" y="336"/>
                    </a:lnTo>
                    <a:lnTo>
                      <a:pt x="22" y="324"/>
                    </a:lnTo>
                    <a:lnTo>
                      <a:pt x="12" y="295"/>
                    </a:lnTo>
                    <a:lnTo>
                      <a:pt x="7" y="264"/>
                    </a:lnTo>
                    <a:lnTo>
                      <a:pt x="3" y="228"/>
                    </a:lnTo>
                    <a:lnTo>
                      <a:pt x="0" y="190"/>
                    </a:lnTo>
                    <a:lnTo>
                      <a:pt x="0" y="190"/>
                    </a:lnTo>
                    <a:lnTo>
                      <a:pt x="3" y="152"/>
                    </a:lnTo>
                    <a:lnTo>
                      <a:pt x="7" y="117"/>
                    </a:lnTo>
                    <a:lnTo>
                      <a:pt x="12" y="84"/>
                    </a:lnTo>
                    <a:lnTo>
                      <a:pt x="22" y="56"/>
                    </a:lnTo>
                    <a:lnTo>
                      <a:pt x="26" y="44"/>
                    </a:lnTo>
                    <a:lnTo>
                      <a:pt x="31" y="33"/>
                    </a:lnTo>
                    <a:lnTo>
                      <a:pt x="37" y="23"/>
                    </a:lnTo>
                    <a:lnTo>
                      <a:pt x="44" y="15"/>
                    </a:lnTo>
                    <a:lnTo>
                      <a:pt x="50" y="8"/>
                    </a:lnTo>
                    <a:lnTo>
                      <a:pt x="57" y="4"/>
                    </a:lnTo>
                    <a:lnTo>
                      <a:pt x="64" y="2"/>
                    </a:lnTo>
                    <a:lnTo>
                      <a:pt x="71" y="0"/>
                    </a:lnTo>
                    <a:lnTo>
                      <a:pt x="71" y="31"/>
                    </a:lnTo>
                    <a:lnTo>
                      <a:pt x="71" y="31"/>
                    </a:lnTo>
                    <a:lnTo>
                      <a:pt x="65" y="31"/>
                    </a:lnTo>
                    <a:lnTo>
                      <a:pt x="59" y="34"/>
                    </a:lnTo>
                    <a:lnTo>
                      <a:pt x="53" y="38"/>
                    </a:lnTo>
                    <a:lnTo>
                      <a:pt x="48" y="44"/>
                    </a:lnTo>
                    <a:lnTo>
                      <a:pt x="42" y="50"/>
                    </a:lnTo>
                    <a:lnTo>
                      <a:pt x="38" y="59"/>
                    </a:lnTo>
                    <a:lnTo>
                      <a:pt x="29" y="77"/>
                    </a:lnTo>
                    <a:lnTo>
                      <a:pt x="22" y="102"/>
                    </a:lnTo>
                    <a:lnTo>
                      <a:pt x="17" y="128"/>
                    </a:lnTo>
                    <a:lnTo>
                      <a:pt x="14" y="157"/>
                    </a:lnTo>
                    <a:lnTo>
                      <a:pt x="12" y="190"/>
                    </a:lnTo>
                    <a:lnTo>
                      <a:pt x="12" y="190"/>
                    </a:lnTo>
                    <a:lnTo>
                      <a:pt x="14" y="222"/>
                    </a:lnTo>
                    <a:lnTo>
                      <a:pt x="17" y="252"/>
                    </a:lnTo>
                    <a:lnTo>
                      <a:pt x="22" y="279"/>
                    </a:lnTo>
                    <a:lnTo>
                      <a:pt x="29" y="302"/>
                    </a:lnTo>
                    <a:lnTo>
                      <a:pt x="38" y="321"/>
                    </a:lnTo>
                    <a:lnTo>
                      <a:pt x="42" y="329"/>
                    </a:lnTo>
                    <a:lnTo>
                      <a:pt x="48" y="336"/>
                    </a:lnTo>
                    <a:lnTo>
                      <a:pt x="53" y="342"/>
                    </a:lnTo>
                    <a:lnTo>
                      <a:pt x="59" y="346"/>
                    </a:lnTo>
                    <a:lnTo>
                      <a:pt x="65" y="348"/>
                    </a:lnTo>
                    <a:lnTo>
                      <a:pt x="71" y="348"/>
                    </a:lnTo>
                    <a:lnTo>
                      <a:pt x="71" y="379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12" name="iŝľïḍe">
                <a:extLst>
                  <a:ext uri="{FF2B5EF4-FFF2-40B4-BE49-F238E27FC236}">
                    <a16:creationId xmlns:a16="http://schemas.microsoft.com/office/drawing/2014/main" id="{01D7319D-D685-CA3C-8369-4C50618B14A6}"/>
                  </a:ext>
                </a:extLst>
              </p:cNvPr>
              <p:cNvSpPr/>
              <p:nvPr/>
            </p:nvSpPr>
            <p:spPr bwMode="auto">
              <a:xfrm>
                <a:off x="1715068" y="1942320"/>
                <a:ext cx="543644" cy="199384"/>
              </a:xfrm>
              <a:custGeom>
                <a:avLst/>
                <a:gdLst>
                  <a:gd name="T0" fmla="*/ 190 w 379"/>
                  <a:gd name="T1" fmla="*/ 0 h 139"/>
                  <a:gd name="T2" fmla="*/ 228 w 379"/>
                  <a:gd name="T3" fmla="*/ 1 h 139"/>
                  <a:gd name="T4" fmla="*/ 295 w 379"/>
                  <a:gd name="T5" fmla="*/ 11 h 139"/>
                  <a:gd name="T6" fmla="*/ 336 w 379"/>
                  <a:gd name="T7" fmla="*/ 24 h 139"/>
                  <a:gd name="T8" fmla="*/ 356 w 379"/>
                  <a:gd name="T9" fmla="*/ 35 h 139"/>
                  <a:gd name="T10" fmla="*/ 371 w 379"/>
                  <a:gd name="T11" fmla="*/ 49 h 139"/>
                  <a:gd name="T12" fmla="*/ 378 w 379"/>
                  <a:gd name="T13" fmla="*/ 62 h 139"/>
                  <a:gd name="T14" fmla="*/ 379 w 379"/>
                  <a:gd name="T15" fmla="*/ 69 h 139"/>
                  <a:gd name="T16" fmla="*/ 375 w 379"/>
                  <a:gd name="T17" fmla="*/ 82 h 139"/>
                  <a:gd name="T18" fmla="*/ 364 w 379"/>
                  <a:gd name="T19" fmla="*/ 96 h 139"/>
                  <a:gd name="T20" fmla="*/ 347 w 379"/>
                  <a:gd name="T21" fmla="*/ 108 h 139"/>
                  <a:gd name="T22" fmla="*/ 324 w 379"/>
                  <a:gd name="T23" fmla="*/ 119 h 139"/>
                  <a:gd name="T24" fmla="*/ 264 w 379"/>
                  <a:gd name="T25" fmla="*/ 134 h 139"/>
                  <a:gd name="T26" fmla="*/ 190 w 379"/>
                  <a:gd name="T27" fmla="*/ 139 h 139"/>
                  <a:gd name="T28" fmla="*/ 190 w 379"/>
                  <a:gd name="T29" fmla="*/ 127 h 139"/>
                  <a:gd name="T30" fmla="*/ 190 w 379"/>
                  <a:gd name="T31" fmla="*/ 127 h 139"/>
                  <a:gd name="T32" fmla="*/ 252 w 379"/>
                  <a:gd name="T33" fmla="*/ 123 h 139"/>
                  <a:gd name="T34" fmla="*/ 302 w 379"/>
                  <a:gd name="T35" fmla="*/ 111 h 139"/>
                  <a:gd name="T36" fmla="*/ 329 w 379"/>
                  <a:gd name="T37" fmla="*/ 97 h 139"/>
                  <a:gd name="T38" fmla="*/ 341 w 379"/>
                  <a:gd name="T39" fmla="*/ 86 h 139"/>
                  <a:gd name="T40" fmla="*/ 348 w 379"/>
                  <a:gd name="T41" fmla="*/ 74 h 139"/>
                  <a:gd name="T42" fmla="*/ 348 w 379"/>
                  <a:gd name="T43" fmla="*/ 69 h 139"/>
                  <a:gd name="T44" fmla="*/ 348 w 379"/>
                  <a:gd name="T45" fmla="*/ 63 h 139"/>
                  <a:gd name="T46" fmla="*/ 341 w 379"/>
                  <a:gd name="T47" fmla="*/ 51 h 139"/>
                  <a:gd name="T48" fmla="*/ 329 w 379"/>
                  <a:gd name="T49" fmla="*/ 40 h 139"/>
                  <a:gd name="T50" fmla="*/ 302 w 379"/>
                  <a:gd name="T51" fmla="*/ 28 h 139"/>
                  <a:gd name="T52" fmla="*/ 252 w 379"/>
                  <a:gd name="T53" fmla="*/ 15 h 139"/>
                  <a:gd name="T54" fmla="*/ 190 w 379"/>
                  <a:gd name="T55" fmla="*/ 11 h 139"/>
                  <a:gd name="T56" fmla="*/ 190 w 379"/>
                  <a:gd name="T57" fmla="*/ 0 h 139"/>
                  <a:gd name="T58" fmla="*/ 0 w 379"/>
                  <a:gd name="T59" fmla="*/ 69 h 139"/>
                  <a:gd name="T60" fmla="*/ 4 w 379"/>
                  <a:gd name="T61" fmla="*/ 55 h 139"/>
                  <a:gd name="T62" fmla="*/ 15 w 379"/>
                  <a:gd name="T63" fmla="*/ 42 h 139"/>
                  <a:gd name="T64" fmla="*/ 33 w 379"/>
                  <a:gd name="T65" fmla="*/ 30 h 139"/>
                  <a:gd name="T66" fmla="*/ 56 w 379"/>
                  <a:gd name="T67" fmla="*/ 20 h 139"/>
                  <a:gd name="T68" fmla="*/ 117 w 379"/>
                  <a:gd name="T69" fmla="*/ 5 h 139"/>
                  <a:gd name="T70" fmla="*/ 190 w 379"/>
                  <a:gd name="T71" fmla="*/ 0 h 139"/>
                  <a:gd name="T72" fmla="*/ 190 w 379"/>
                  <a:gd name="T73" fmla="*/ 11 h 139"/>
                  <a:gd name="T74" fmla="*/ 127 w 379"/>
                  <a:gd name="T75" fmla="*/ 15 h 139"/>
                  <a:gd name="T76" fmla="*/ 77 w 379"/>
                  <a:gd name="T77" fmla="*/ 28 h 139"/>
                  <a:gd name="T78" fmla="*/ 50 w 379"/>
                  <a:gd name="T79" fmla="*/ 40 h 139"/>
                  <a:gd name="T80" fmla="*/ 38 w 379"/>
                  <a:gd name="T81" fmla="*/ 51 h 139"/>
                  <a:gd name="T82" fmla="*/ 31 w 379"/>
                  <a:gd name="T83" fmla="*/ 63 h 139"/>
                  <a:gd name="T84" fmla="*/ 31 w 379"/>
                  <a:gd name="T85" fmla="*/ 69 h 139"/>
                  <a:gd name="T86" fmla="*/ 34 w 379"/>
                  <a:gd name="T87" fmla="*/ 81 h 139"/>
                  <a:gd name="T88" fmla="*/ 43 w 379"/>
                  <a:gd name="T89" fmla="*/ 92 h 139"/>
                  <a:gd name="T90" fmla="*/ 58 w 379"/>
                  <a:gd name="T91" fmla="*/ 101 h 139"/>
                  <a:gd name="T92" fmla="*/ 102 w 379"/>
                  <a:gd name="T93" fmla="*/ 118 h 139"/>
                  <a:gd name="T94" fmla="*/ 157 w 379"/>
                  <a:gd name="T95" fmla="*/ 126 h 139"/>
                  <a:gd name="T96" fmla="*/ 190 w 379"/>
                  <a:gd name="T97" fmla="*/ 139 h 139"/>
                  <a:gd name="T98" fmla="*/ 152 w 379"/>
                  <a:gd name="T99" fmla="*/ 138 h 139"/>
                  <a:gd name="T100" fmla="*/ 84 w 379"/>
                  <a:gd name="T101" fmla="*/ 127 h 139"/>
                  <a:gd name="T102" fmla="*/ 43 w 379"/>
                  <a:gd name="T103" fmla="*/ 114 h 139"/>
                  <a:gd name="T104" fmla="*/ 23 w 379"/>
                  <a:gd name="T105" fmla="*/ 103 h 139"/>
                  <a:gd name="T106" fmla="*/ 8 w 379"/>
                  <a:gd name="T107" fmla="*/ 89 h 139"/>
                  <a:gd name="T108" fmla="*/ 1 w 379"/>
                  <a:gd name="T109" fmla="*/ 76 h 139"/>
                  <a:gd name="T110" fmla="*/ 0 w 379"/>
                  <a:gd name="T111" fmla="*/ 69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379" h="139">
                    <a:moveTo>
                      <a:pt x="190" y="0"/>
                    </a:moveTo>
                    <a:lnTo>
                      <a:pt x="190" y="0"/>
                    </a:lnTo>
                    <a:lnTo>
                      <a:pt x="190" y="0"/>
                    </a:lnTo>
                    <a:lnTo>
                      <a:pt x="228" y="1"/>
                    </a:lnTo>
                    <a:lnTo>
                      <a:pt x="264" y="5"/>
                    </a:lnTo>
                    <a:lnTo>
                      <a:pt x="295" y="11"/>
                    </a:lnTo>
                    <a:lnTo>
                      <a:pt x="324" y="20"/>
                    </a:lnTo>
                    <a:lnTo>
                      <a:pt x="336" y="24"/>
                    </a:lnTo>
                    <a:lnTo>
                      <a:pt x="347" y="30"/>
                    </a:lnTo>
                    <a:lnTo>
                      <a:pt x="356" y="35"/>
                    </a:lnTo>
                    <a:lnTo>
                      <a:pt x="364" y="42"/>
                    </a:lnTo>
                    <a:lnTo>
                      <a:pt x="371" y="49"/>
                    </a:lnTo>
                    <a:lnTo>
                      <a:pt x="375" y="55"/>
                    </a:lnTo>
                    <a:lnTo>
                      <a:pt x="378" y="62"/>
                    </a:lnTo>
                    <a:lnTo>
                      <a:pt x="379" y="69"/>
                    </a:lnTo>
                    <a:lnTo>
                      <a:pt x="379" y="69"/>
                    </a:lnTo>
                    <a:lnTo>
                      <a:pt x="378" y="76"/>
                    </a:lnTo>
                    <a:lnTo>
                      <a:pt x="375" y="82"/>
                    </a:lnTo>
                    <a:lnTo>
                      <a:pt x="371" y="89"/>
                    </a:lnTo>
                    <a:lnTo>
                      <a:pt x="364" y="96"/>
                    </a:lnTo>
                    <a:lnTo>
                      <a:pt x="356" y="103"/>
                    </a:lnTo>
                    <a:lnTo>
                      <a:pt x="347" y="108"/>
                    </a:lnTo>
                    <a:lnTo>
                      <a:pt x="336" y="114"/>
                    </a:lnTo>
                    <a:lnTo>
                      <a:pt x="324" y="119"/>
                    </a:lnTo>
                    <a:lnTo>
                      <a:pt x="295" y="127"/>
                    </a:lnTo>
                    <a:lnTo>
                      <a:pt x="264" y="134"/>
                    </a:lnTo>
                    <a:lnTo>
                      <a:pt x="228" y="138"/>
                    </a:lnTo>
                    <a:lnTo>
                      <a:pt x="190" y="139"/>
                    </a:lnTo>
                    <a:lnTo>
                      <a:pt x="190" y="139"/>
                    </a:lnTo>
                    <a:lnTo>
                      <a:pt x="190" y="127"/>
                    </a:lnTo>
                    <a:lnTo>
                      <a:pt x="190" y="127"/>
                    </a:lnTo>
                    <a:lnTo>
                      <a:pt x="190" y="127"/>
                    </a:lnTo>
                    <a:lnTo>
                      <a:pt x="222" y="126"/>
                    </a:lnTo>
                    <a:lnTo>
                      <a:pt x="252" y="123"/>
                    </a:lnTo>
                    <a:lnTo>
                      <a:pt x="279" y="118"/>
                    </a:lnTo>
                    <a:lnTo>
                      <a:pt x="302" y="111"/>
                    </a:lnTo>
                    <a:lnTo>
                      <a:pt x="321" y="101"/>
                    </a:lnTo>
                    <a:lnTo>
                      <a:pt x="329" y="97"/>
                    </a:lnTo>
                    <a:lnTo>
                      <a:pt x="336" y="92"/>
                    </a:lnTo>
                    <a:lnTo>
                      <a:pt x="341" y="86"/>
                    </a:lnTo>
                    <a:lnTo>
                      <a:pt x="345" y="81"/>
                    </a:lnTo>
                    <a:lnTo>
                      <a:pt x="348" y="74"/>
                    </a:lnTo>
                    <a:lnTo>
                      <a:pt x="348" y="69"/>
                    </a:lnTo>
                    <a:lnTo>
                      <a:pt x="348" y="69"/>
                    </a:lnTo>
                    <a:lnTo>
                      <a:pt x="348" y="69"/>
                    </a:lnTo>
                    <a:lnTo>
                      <a:pt x="348" y="63"/>
                    </a:lnTo>
                    <a:lnTo>
                      <a:pt x="345" y="57"/>
                    </a:lnTo>
                    <a:lnTo>
                      <a:pt x="341" y="51"/>
                    </a:lnTo>
                    <a:lnTo>
                      <a:pt x="336" y="46"/>
                    </a:lnTo>
                    <a:lnTo>
                      <a:pt x="329" y="40"/>
                    </a:lnTo>
                    <a:lnTo>
                      <a:pt x="321" y="36"/>
                    </a:lnTo>
                    <a:lnTo>
                      <a:pt x="302" y="28"/>
                    </a:lnTo>
                    <a:lnTo>
                      <a:pt x="279" y="20"/>
                    </a:lnTo>
                    <a:lnTo>
                      <a:pt x="252" y="15"/>
                    </a:lnTo>
                    <a:lnTo>
                      <a:pt x="222" y="12"/>
                    </a:lnTo>
                    <a:lnTo>
                      <a:pt x="190" y="11"/>
                    </a:lnTo>
                    <a:lnTo>
                      <a:pt x="190" y="11"/>
                    </a:lnTo>
                    <a:lnTo>
                      <a:pt x="190" y="0"/>
                    </a:lnTo>
                    <a:close/>
                    <a:moveTo>
                      <a:pt x="0" y="69"/>
                    </a:moveTo>
                    <a:lnTo>
                      <a:pt x="0" y="69"/>
                    </a:lnTo>
                    <a:lnTo>
                      <a:pt x="1" y="62"/>
                    </a:lnTo>
                    <a:lnTo>
                      <a:pt x="4" y="55"/>
                    </a:lnTo>
                    <a:lnTo>
                      <a:pt x="8" y="49"/>
                    </a:lnTo>
                    <a:lnTo>
                      <a:pt x="15" y="42"/>
                    </a:lnTo>
                    <a:lnTo>
                      <a:pt x="23" y="36"/>
                    </a:lnTo>
                    <a:lnTo>
                      <a:pt x="33" y="30"/>
                    </a:lnTo>
                    <a:lnTo>
                      <a:pt x="43" y="24"/>
                    </a:lnTo>
                    <a:lnTo>
                      <a:pt x="56" y="20"/>
                    </a:lnTo>
                    <a:lnTo>
                      <a:pt x="84" y="11"/>
                    </a:lnTo>
                    <a:lnTo>
                      <a:pt x="117" y="5"/>
                    </a:lnTo>
                    <a:lnTo>
                      <a:pt x="152" y="1"/>
                    </a:lnTo>
                    <a:lnTo>
                      <a:pt x="190" y="0"/>
                    </a:lnTo>
                    <a:lnTo>
                      <a:pt x="190" y="11"/>
                    </a:lnTo>
                    <a:lnTo>
                      <a:pt x="190" y="11"/>
                    </a:lnTo>
                    <a:lnTo>
                      <a:pt x="157" y="12"/>
                    </a:lnTo>
                    <a:lnTo>
                      <a:pt x="127" y="15"/>
                    </a:lnTo>
                    <a:lnTo>
                      <a:pt x="102" y="20"/>
                    </a:lnTo>
                    <a:lnTo>
                      <a:pt x="77" y="28"/>
                    </a:lnTo>
                    <a:lnTo>
                      <a:pt x="58" y="36"/>
                    </a:lnTo>
                    <a:lnTo>
                      <a:pt x="50" y="40"/>
                    </a:lnTo>
                    <a:lnTo>
                      <a:pt x="43" y="46"/>
                    </a:lnTo>
                    <a:lnTo>
                      <a:pt x="38" y="51"/>
                    </a:lnTo>
                    <a:lnTo>
                      <a:pt x="34" y="57"/>
                    </a:lnTo>
                    <a:lnTo>
                      <a:pt x="31" y="63"/>
                    </a:lnTo>
                    <a:lnTo>
                      <a:pt x="31" y="69"/>
                    </a:lnTo>
                    <a:lnTo>
                      <a:pt x="31" y="69"/>
                    </a:lnTo>
                    <a:lnTo>
                      <a:pt x="31" y="74"/>
                    </a:lnTo>
                    <a:lnTo>
                      <a:pt x="34" y="81"/>
                    </a:lnTo>
                    <a:lnTo>
                      <a:pt x="38" y="86"/>
                    </a:lnTo>
                    <a:lnTo>
                      <a:pt x="43" y="92"/>
                    </a:lnTo>
                    <a:lnTo>
                      <a:pt x="50" y="97"/>
                    </a:lnTo>
                    <a:lnTo>
                      <a:pt x="58" y="101"/>
                    </a:lnTo>
                    <a:lnTo>
                      <a:pt x="77" y="111"/>
                    </a:lnTo>
                    <a:lnTo>
                      <a:pt x="102" y="118"/>
                    </a:lnTo>
                    <a:lnTo>
                      <a:pt x="127" y="123"/>
                    </a:lnTo>
                    <a:lnTo>
                      <a:pt x="157" y="126"/>
                    </a:lnTo>
                    <a:lnTo>
                      <a:pt x="190" y="127"/>
                    </a:lnTo>
                    <a:lnTo>
                      <a:pt x="190" y="139"/>
                    </a:lnTo>
                    <a:lnTo>
                      <a:pt x="190" y="139"/>
                    </a:lnTo>
                    <a:lnTo>
                      <a:pt x="152" y="138"/>
                    </a:lnTo>
                    <a:lnTo>
                      <a:pt x="117" y="134"/>
                    </a:lnTo>
                    <a:lnTo>
                      <a:pt x="84" y="127"/>
                    </a:lnTo>
                    <a:lnTo>
                      <a:pt x="56" y="119"/>
                    </a:lnTo>
                    <a:lnTo>
                      <a:pt x="43" y="114"/>
                    </a:lnTo>
                    <a:lnTo>
                      <a:pt x="33" y="108"/>
                    </a:lnTo>
                    <a:lnTo>
                      <a:pt x="23" y="103"/>
                    </a:lnTo>
                    <a:lnTo>
                      <a:pt x="15" y="96"/>
                    </a:lnTo>
                    <a:lnTo>
                      <a:pt x="8" y="89"/>
                    </a:lnTo>
                    <a:lnTo>
                      <a:pt x="4" y="82"/>
                    </a:lnTo>
                    <a:lnTo>
                      <a:pt x="1" y="76"/>
                    </a:lnTo>
                    <a:lnTo>
                      <a:pt x="0" y="69"/>
                    </a:lnTo>
                    <a:lnTo>
                      <a:pt x="0" y="69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13" name="í$ḷïḋe">
                <a:extLst>
                  <a:ext uri="{FF2B5EF4-FFF2-40B4-BE49-F238E27FC236}">
                    <a16:creationId xmlns:a16="http://schemas.microsoft.com/office/drawing/2014/main" id="{ACC9D9F3-BC80-CE4E-CCB7-843F787D1AFE}"/>
                  </a:ext>
                </a:extLst>
              </p:cNvPr>
              <p:cNvSpPr/>
              <p:nvPr/>
            </p:nvSpPr>
            <p:spPr bwMode="auto">
              <a:xfrm>
                <a:off x="1783920" y="1837608"/>
                <a:ext cx="407374" cy="408809"/>
              </a:xfrm>
              <a:custGeom>
                <a:avLst/>
                <a:gdLst>
                  <a:gd name="T0" fmla="*/ 142 w 284"/>
                  <a:gd name="T1" fmla="*/ 50 h 285"/>
                  <a:gd name="T2" fmla="*/ 190 w 284"/>
                  <a:gd name="T3" fmla="*/ 93 h 285"/>
                  <a:gd name="T4" fmla="*/ 218 w 284"/>
                  <a:gd name="T5" fmla="*/ 120 h 285"/>
                  <a:gd name="T6" fmla="*/ 258 w 284"/>
                  <a:gd name="T7" fmla="*/ 176 h 285"/>
                  <a:gd name="T8" fmla="*/ 277 w 284"/>
                  <a:gd name="T9" fmla="*/ 214 h 285"/>
                  <a:gd name="T10" fmla="*/ 283 w 284"/>
                  <a:gd name="T11" fmla="*/ 237 h 285"/>
                  <a:gd name="T12" fmla="*/ 284 w 284"/>
                  <a:gd name="T13" fmla="*/ 256 h 285"/>
                  <a:gd name="T14" fmla="*/ 280 w 284"/>
                  <a:gd name="T15" fmla="*/ 271 h 285"/>
                  <a:gd name="T16" fmla="*/ 276 w 284"/>
                  <a:gd name="T17" fmla="*/ 276 h 285"/>
                  <a:gd name="T18" fmla="*/ 266 w 284"/>
                  <a:gd name="T19" fmla="*/ 283 h 285"/>
                  <a:gd name="T20" fmla="*/ 254 w 284"/>
                  <a:gd name="T21" fmla="*/ 285 h 285"/>
                  <a:gd name="T22" fmla="*/ 223 w 284"/>
                  <a:gd name="T23" fmla="*/ 280 h 285"/>
                  <a:gd name="T24" fmla="*/ 184 w 284"/>
                  <a:gd name="T25" fmla="*/ 262 h 285"/>
                  <a:gd name="T26" fmla="*/ 142 w 284"/>
                  <a:gd name="T27" fmla="*/ 235 h 285"/>
                  <a:gd name="T28" fmla="*/ 142 w 284"/>
                  <a:gd name="T29" fmla="*/ 219 h 285"/>
                  <a:gd name="T30" fmla="*/ 177 w 284"/>
                  <a:gd name="T31" fmla="*/ 243 h 285"/>
                  <a:gd name="T32" fmla="*/ 209 w 284"/>
                  <a:gd name="T33" fmla="*/ 257 h 285"/>
                  <a:gd name="T34" fmla="*/ 235 w 284"/>
                  <a:gd name="T35" fmla="*/ 261 h 285"/>
                  <a:gd name="T36" fmla="*/ 246 w 284"/>
                  <a:gd name="T37" fmla="*/ 260 h 285"/>
                  <a:gd name="T38" fmla="*/ 254 w 284"/>
                  <a:gd name="T39" fmla="*/ 254 h 285"/>
                  <a:gd name="T40" fmla="*/ 254 w 284"/>
                  <a:gd name="T41" fmla="*/ 254 h 285"/>
                  <a:gd name="T42" fmla="*/ 260 w 284"/>
                  <a:gd name="T43" fmla="*/ 243 h 285"/>
                  <a:gd name="T44" fmla="*/ 261 w 284"/>
                  <a:gd name="T45" fmla="*/ 230 h 285"/>
                  <a:gd name="T46" fmla="*/ 258 w 284"/>
                  <a:gd name="T47" fmla="*/ 212 h 285"/>
                  <a:gd name="T48" fmla="*/ 239 w 284"/>
                  <a:gd name="T49" fmla="*/ 170 h 285"/>
                  <a:gd name="T50" fmla="*/ 205 w 284"/>
                  <a:gd name="T51" fmla="*/ 124 h 285"/>
                  <a:gd name="T52" fmla="*/ 184 w 284"/>
                  <a:gd name="T53" fmla="*/ 101 h 285"/>
                  <a:gd name="T54" fmla="*/ 142 w 284"/>
                  <a:gd name="T55" fmla="*/ 65 h 285"/>
                  <a:gd name="T56" fmla="*/ 8 w 284"/>
                  <a:gd name="T57" fmla="*/ 8 h 285"/>
                  <a:gd name="T58" fmla="*/ 12 w 284"/>
                  <a:gd name="T59" fmla="*/ 5 h 285"/>
                  <a:gd name="T60" fmla="*/ 23 w 284"/>
                  <a:gd name="T61" fmla="*/ 0 h 285"/>
                  <a:gd name="T62" fmla="*/ 44 w 284"/>
                  <a:gd name="T63" fmla="*/ 0 h 285"/>
                  <a:gd name="T64" fmla="*/ 79 w 284"/>
                  <a:gd name="T65" fmla="*/ 11 h 285"/>
                  <a:gd name="T66" fmla="*/ 120 w 284"/>
                  <a:gd name="T67" fmla="*/ 34 h 285"/>
                  <a:gd name="T68" fmla="*/ 142 w 284"/>
                  <a:gd name="T69" fmla="*/ 65 h 285"/>
                  <a:gd name="T70" fmla="*/ 124 w 284"/>
                  <a:gd name="T71" fmla="*/ 51 h 285"/>
                  <a:gd name="T72" fmla="*/ 89 w 284"/>
                  <a:gd name="T73" fmla="*/ 32 h 285"/>
                  <a:gd name="T74" fmla="*/ 60 w 284"/>
                  <a:gd name="T75" fmla="*/ 23 h 285"/>
                  <a:gd name="T76" fmla="*/ 43 w 284"/>
                  <a:gd name="T77" fmla="*/ 23 h 285"/>
                  <a:gd name="T78" fmla="*/ 33 w 284"/>
                  <a:gd name="T79" fmla="*/ 27 h 285"/>
                  <a:gd name="T80" fmla="*/ 29 w 284"/>
                  <a:gd name="T81" fmla="*/ 29 h 285"/>
                  <a:gd name="T82" fmla="*/ 24 w 284"/>
                  <a:gd name="T83" fmla="*/ 40 h 285"/>
                  <a:gd name="T84" fmla="*/ 23 w 284"/>
                  <a:gd name="T85" fmla="*/ 55 h 285"/>
                  <a:gd name="T86" fmla="*/ 25 w 284"/>
                  <a:gd name="T87" fmla="*/ 71 h 285"/>
                  <a:gd name="T88" fmla="*/ 44 w 284"/>
                  <a:gd name="T89" fmla="*/ 113 h 285"/>
                  <a:gd name="T90" fmla="*/ 78 w 284"/>
                  <a:gd name="T91" fmla="*/ 159 h 285"/>
                  <a:gd name="T92" fmla="*/ 100 w 284"/>
                  <a:gd name="T93" fmla="*/ 184 h 285"/>
                  <a:gd name="T94" fmla="*/ 142 w 284"/>
                  <a:gd name="T95" fmla="*/ 219 h 285"/>
                  <a:gd name="T96" fmla="*/ 142 w 284"/>
                  <a:gd name="T97" fmla="*/ 235 h 285"/>
                  <a:gd name="T98" fmla="*/ 93 w 284"/>
                  <a:gd name="T99" fmla="*/ 192 h 285"/>
                  <a:gd name="T100" fmla="*/ 66 w 284"/>
                  <a:gd name="T101" fmla="*/ 164 h 285"/>
                  <a:gd name="T102" fmla="*/ 25 w 284"/>
                  <a:gd name="T103" fmla="*/ 108 h 285"/>
                  <a:gd name="T104" fmla="*/ 6 w 284"/>
                  <a:gd name="T105" fmla="*/ 70 h 285"/>
                  <a:gd name="T106" fmla="*/ 1 w 284"/>
                  <a:gd name="T107" fmla="*/ 47 h 285"/>
                  <a:gd name="T108" fmla="*/ 0 w 284"/>
                  <a:gd name="T109" fmla="*/ 28 h 285"/>
                  <a:gd name="T110" fmla="*/ 4 w 284"/>
                  <a:gd name="T111" fmla="*/ 13 h 285"/>
                  <a:gd name="T112" fmla="*/ 8 w 284"/>
                  <a:gd name="T113" fmla="*/ 8 h 2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84" h="285">
                    <a:moveTo>
                      <a:pt x="142" y="50"/>
                    </a:moveTo>
                    <a:lnTo>
                      <a:pt x="142" y="50"/>
                    </a:lnTo>
                    <a:lnTo>
                      <a:pt x="166" y="70"/>
                    </a:lnTo>
                    <a:lnTo>
                      <a:pt x="190" y="93"/>
                    </a:lnTo>
                    <a:lnTo>
                      <a:pt x="190" y="93"/>
                    </a:lnTo>
                    <a:lnTo>
                      <a:pt x="218" y="120"/>
                    </a:lnTo>
                    <a:lnTo>
                      <a:pt x="239" y="149"/>
                    </a:lnTo>
                    <a:lnTo>
                      <a:pt x="258" y="176"/>
                    </a:lnTo>
                    <a:lnTo>
                      <a:pt x="272" y="201"/>
                    </a:lnTo>
                    <a:lnTo>
                      <a:pt x="277" y="214"/>
                    </a:lnTo>
                    <a:lnTo>
                      <a:pt x="280" y="226"/>
                    </a:lnTo>
                    <a:lnTo>
                      <a:pt x="283" y="237"/>
                    </a:lnTo>
                    <a:lnTo>
                      <a:pt x="284" y="246"/>
                    </a:lnTo>
                    <a:lnTo>
                      <a:pt x="284" y="256"/>
                    </a:lnTo>
                    <a:lnTo>
                      <a:pt x="283" y="264"/>
                    </a:lnTo>
                    <a:lnTo>
                      <a:pt x="280" y="271"/>
                    </a:lnTo>
                    <a:lnTo>
                      <a:pt x="276" y="276"/>
                    </a:lnTo>
                    <a:lnTo>
                      <a:pt x="276" y="276"/>
                    </a:lnTo>
                    <a:lnTo>
                      <a:pt x="272" y="280"/>
                    </a:lnTo>
                    <a:lnTo>
                      <a:pt x="266" y="283"/>
                    </a:lnTo>
                    <a:lnTo>
                      <a:pt x="261" y="284"/>
                    </a:lnTo>
                    <a:lnTo>
                      <a:pt x="254" y="285"/>
                    </a:lnTo>
                    <a:lnTo>
                      <a:pt x="239" y="284"/>
                    </a:lnTo>
                    <a:lnTo>
                      <a:pt x="223" y="280"/>
                    </a:lnTo>
                    <a:lnTo>
                      <a:pt x="204" y="273"/>
                    </a:lnTo>
                    <a:lnTo>
                      <a:pt x="184" y="262"/>
                    </a:lnTo>
                    <a:lnTo>
                      <a:pt x="163" y="250"/>
                    </a:lnTo>
                    <a:lnTo>
                      <a:pt x="142" y="235"/>
                    </a:lnTo>
                    <a:lnTo>
                      <a:pt x="142" y="219"/>
                    </a:lnTo>
                    <a:lnTo>
                      <a:pt x="142" y="219"/>
                    </a:lnTo>
                    <a:lnTo>
                      <a:pt x="159" y="233"/>
                    </a:lnTo>
                    <a:lnTo>
                      <a:pt x="177" y="243"/>
                    </a:lnTo>
                    <a:lnTo>
                      <a:pt x="195" y="252"/>
                    </a:lnTo>
                    <a:lnTo>
                      <a:pt x="209" y="257"/>
                    </a:lnTo>
                    <a:lnTo>
                      <a:pt x="223" y="261"/>
                    </a:lnTo>
                    <a:lnTo>
                      <a:pt x="235" y="261"/>
                    </a:lnTo>
                    <a:lnTo>
                      <a:pt x="241" y="261"/>
                    </a:lnTo>
                    <a:lnTo>
                      <a:pt x="246" y="260"/>
                    </a:lnTo>
                    <a:lnTo>
                      <a:pt x="250" y="257"/>
                    </a:lnTo>
                    <a:lnTo>
                      <a:pt x="254" y="254"/>
                    </a:lnTo>
                    <a:lnTo>
                      <a:pt x="254" y="254"/>
                    </a:lnTo>
                    <a:lnTo>
                      <a:pt x="254" y="254"/>
                    </a:lnTo>
                    <a:lnTo>
                      <a:pt x="258" y="249"/>
                    </a:lnTo>
                    <a:lnTo>
                      <a:pt x="260" y="243"/>
                    </a:lnTo>
                    <a:lnTo>
                      <a:pt x="261" y="237"/>
                    </a:lnTo>
                    <a:lnTo>
                      <a:pt x="261" y="230"/>
                    </a:lnTo>
                    <a:lnTo>
                      <a:pt x="260" y="220"/>
                    </a:lnTo>
                    <a:lnTo>
                      <a:pt x="258" y="212"/>
                    </a:lnTo>
                    <a:lnTo>
                      <a:pt x="250" y="192"/>
                    </a:lnTo>
                    <a:lnTo>
                      <a:pt x="239" y="170"/>
                    </a:lnTo>
                    <a:lnTo>
                      <a:pt x="223" y="147"/>
                    </a:lnTo>
                    <a:lnTo>
                      <a:pt x="205" y="124"/>
                    </a:lnTo>
                    <a:lnTo>
                      <a:pt x="184" y="101"/>
                    </a:lnTo>
                    <a:lnTo>
                      <a:pt x="184" y="101"/>
                    </a:lnTo>
                    <a:lnTo>
                      <a:pt x="162" y="81"/>
                    </a:lnTo>
                    <a:lnTo>
                      <a:pt x="142" y="65"/>
                    </a:lnTo>
                    <a:lnTo>
                      <a:pt x="142" y="50"/>
                    </a:lnTo>
                    <a:close/>
                    <a:moveTo>
                      <a:pt x="8" y="8"/>
                    </a:moveTo>
                    <a:lnTo>
                      <a:pt x="8" y="8"/>
                    </a:lnTo>
                    <a:lnTo>
                      <a:pt x="12" y="5"/>
                    </a:lnTo>
                    <a:lnTo>
                      <a:pt x="17" y="2"/>
                    </a:lnTo>
                    <a:lnTo>
                      <a:pt x="23" y="0"/>
                    </a:lnTo>
                    <a:lnTo>
                      <a:pt x="29" y="0"/>
                    </a:lnTo>
                    <a:lnTo>
                      <a:pt x="44" y="0"/>
                    </a:lnTo>
                    <a:lnTo>
                      <a:pt x="60" y="4"/>
                    </a:lnTo>
                    <a:lnTo>
                      <a:pt x="79" y="11"/>
                    </a:lnTo>
                    <a:lnTo>
                      <a:pt x="100" y="21"/>
                    </a:lnTo>
                    <a:lnTo>
                      <a:pt x="120" y="34"/>
                    </a:lnTo>
                    <a:lnTo>
                      <a:pt x="142" y="50"/>
                    </a:lnTo>
                    <a:lnTo>
                      <a:pt x="142" y="65"/>
                    </a:lnTo>
                    <a:lnTo>
                      <a:pt x="142" y="65"/>
                    </a:lnTo>
                    <a:lnTo>
                      <a:pt x="124" y="51"/>
                    </a:lnTo>
                    <a:lnTo>
                      <a:pt x="107" y="40"/>
                    </a:lnTo>
                    <a:lnTo>
                      <a:pt x="89" y="32"/>
                    </a:lnTo>
                    <a:lnTo>
                      <a:pt x="74" y="27"/>
                    </a:lnTo>
                    <a:lnTo>
                      <a:pt x="60" y="23"/>
                    </a:lnTo>
                    <a:lnTo>
                      <a:pt x="48" y="23"/>
                    </a:lnTo>
                    <a:lnTo>
                      <a:pt x="43" y="23"/>
                    </a:lnTo>
                    <a:lnTo>
                      <a:pt x="37" y="24"/>
                    </a:lnTo>
                    <a:lnTo>
                      <a:pt x="33" y="27"/>
                    </a:lnTo>
                    <a:lnTo>
                      <a:pt x="29" y="29"/>
                    </a:lnTo>
                    <a:lnTo>
                      <a:pt x="29" y="29"/>
                    </a:lnTo>
                    <a:lnTo>
                      <a:pt x="25" y="35"/>
                    </a:lnTo>
                    <a:lnTo>
                      <a:pt x="24" y="40"/>
                    </a:lnTo>
                    <a:lnTo>
                      <a:pt x="23" y="47"/>
                    </a:lnTo>
                    <a:lnTo>
                      <a:pt x="23" y="55"/>
                    </a:lnTo>
                    <a:lnTo>
                      <a:pt x="24" y="63"/>
                    </a:lnTo>
                    <a:lnTo>
                      <a:pt x="25" y="71"/>
                    </a:lnTo>
                    <a:lnTo>
                      <a:pt x="33" y="92"/>
                    </a:lnTo>
                    <a:lnTo>
                      <a:pt x="44" y="113"/>
                    </a:lnTo>
                    <a:lnTo>
                      <a:pt x="60" y="136"/>
                    </a:lnTo>
                    <a:lnTo>
                      <a:pt x="78" y="159"/>
                    </a:lnTo>
                    <a:lnTo>
                      <a:pt x="100" y="184"/>
                    </a:lnTo>
                    <a:lnTo>
                      <a:pt x="100" y="184"/>
                    </a:lnTo>
                    <a:lnTo>
                      <a:pt x="121" y="203"/>
                    </a:lnTo>
                    <a:lnTo>
                      <a:pt x="142" y="219"/>
                    </a:lnTo>
                    <a:lnTo>
                      <a:pt x="142" y="235"/>
                    </a:lnTo>
                    <a:lnTo>
                      <a:pt x="142" y="235"/>
                    </a:lnTo>
                    <a:lnTo>
                      <a:pt x="117" y="215"/>
                    </a:lnTo>
                    <a:lnTo>
                      <a:pt x="93" y="192"/>
                    </a:lnTo>
                    <a:lnTo>
                      <a:pt x="93" y="192"/>
                    </a:lnTo>
                    <a:lnTo>
                      <a:pt x="66" y="164"/>
                    </a:lnTo>
                    <a:lnTo>
                      <a:pt x="44" y="135"/>
                    </a:lnTo>
                    <a:lnTo>
                      <a:pt x="25" y="108"/>
                    </a:lnTo>
                    <a:lnTo>
                      <a:pt x="12" y="82"/>
                    </a:lnTo>
                    <a:lnTo>
                      <a:pt x="6" y="70"/>
                    </a:lnTo>
                    <a:lnTo>
                      <a:pt x="4" y="58"/>
                    </a:lnTo>
                    <a:lnTo>
                      <a:pt x="1" y="47"/>
                    </a:lnTo>
                    <a:lnTo>
                      <a:pt x="0" y="38"/>
                    </a:lnTo>
                    <a:lnTo>
                      <a:pt x="0" y="28"/>
                    </a:lnTo>
                    <a:lnTo>
                      <a:pt x="1" y="20"/>
                    </a:lnTo>
                    <a:lnTo>
                      <a:pt x="4" y="13"/>
                    </a:lnTo>
                    <a:lnTo>
                      <a:pt x="8" y="8"/>
                    </a:lnTo>
                    <a:lnTo>
                      <a:pt x="8" y="8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14" name="íşḷíďê">
                <a:extLst>
                  <a:ext uri="{FF2B5EF4-FFF2-40B4-BE49-F238E27FC236}">
                    <a16:creationId xmlns:a16="http://schemas.microsoft.com/office/drawing/2014/main" id="{FBBAAE2D-7208-183E-EEDF-414936ABAE86}"/>
                  </a:ext>
                </a:extLst>
              </p:cNvPr>
              <p:cNvSpPr/>
              <p:nvPr/>
            </p:nvSpPr>
            <p:spPr bwMode="auto">
              <a:xfrm>
                <a:off x="1783920" y="1837608"/>
                <a:ext cx="407374" cy="408809"/>
              </a:xfrm>
              <a:custGeom>
                <a:avLst/>
                <a:gdLst>
                  <a:gd name="T0" fmla="*/ 142 w 284"/>
                  <a:gd name="T1" fmla="*/ 50 h 285"/>
                  <a:gd name="T2" fmla="*/ 184 w 284"/>
                  <a:gd name="T3" fmla="*/ 21 h 285"/>
                  <a:gd name="T4" fmla="*/ 223 w 284"/>
                  <a:gd name="T5" fmla="*/ 4 h 285"/>
                  <a:gd name="T6" fmla="*/ 254 w 284"/>
                  <a:gd name="T7" fmla="*/ 0 h 285"/>
                  <a:gd name="T8" fmla="*/ 266 w 284"/>
                  <a:gd name="T9" fmla="*/ 2 h 285"/>
                  <a:gd name="T10" fmla="*/ 276 w 284"/>
                  <a:gd name="T11" fmla="*/ 8 h 285"/>
                  <a:gd name="T12" fmla="*/ 280 w 284"/>
                  <a:gd name="T13" fmla="*/ 13 h 285"/>
                  <a:gd name="T14" fmla="*/ 284 w 284"/>
                  <a:gd name="T15" fmla="*/ 28 h 285"/>
                  <a:gd name="T16" fmla="*/ 283 w 284"/>
                  <a:gd name="T17" fmla="*/ 47 h 285"/>
                  <a:gd name="T18" fmla="*/ 277 w 284"/>
                  <a:gd name="T19" fmla="*/ 70 h 285"/>
                  <a:gd name="T20" fmla="*/ 258 w 284"/>
                  <a:gd name="T21" fmla="*/ 108 h 285"/>
                  <a:gd name="T22" fmla="*/ 218 w 284"/>
                  <a:gd name="T23" fmla="*/ 164 h 285"/>
                  <a:gd name="T24" fmla="*/ 190 w 284"/>
                  <a:gd name="T25" fmla="*/ 192 h 285"/>
                  <a:gd name="T26" fmla="*/ 142 w 284"/>
                  <a:gd name="T27" fmla="*/ 235 h 285"/>
                  <a:gd name="T28" fmla="*/ 142 w 284"/>
                  <a:gd name="T29" fmla="*/ 219 h 285"/>
                  <a:gd name="T30" fmla="*/ 184 w 284"/>
                  <a:gd name="T31" fmla="*/ 184 h 285"/>
                  <a:gd name="T32" fmla="*/ 205 w 284"/>
                  <a:gd name="T33" fmla="*/ 159 h 285"/>
                  <a:gd name="T34" fmla="*/ 239 w 284"/>
                  <a:gd name="T35" fmla="*/ 113 h 285"/>
                  <a:gd name="T36" fmla="*/ 258 w 284"/>
                  <a:gd name="T37" fmla="*/ 71 h 285"/>
                  <a:gd name="T38" fmla="*/ 261 w 284"/>
                  <a:gd name="T39" fmla="*/ 55 h 285"/>
                  <a:gd name="T40" fmla="*/ 260 w 284"/>
                  <a:gd name="T41" fmla="*/ 40 h 285"/>
                  <a:gd name="T42" fmla="*/ 254 w 284"/>
                  <a:gd name="T43" fmla="*/ 29 h 285"/>
                  <a:gd name="T44" fmla="*/ 254 w 284"/>
                  <a:gd name="T45" fmla="*/ 29 h 285"/>
                  <a:gd name="T46" fmla="*/ 246 w 284"/>
                  <a:gd name="T47" fmla="*/ 24 h 285"/>
                  <a:gd name="T48" fmla="*/ 235 w 284"/>
                  <a:gd name="T49" fmla="*/ 23 h 285"/>
                  <a:gd name="T50" fmla="*/ 209 w 284"/>
                  <a:gd name="T51" fmla="*/ 27 h 285"/>
                  <a:gd name="T52" fmla="*/ 177 w 284"/>
                  <a:gd name="T53" fmla="*/ 40 h 285"/>
                  <a:gd name="T54" fmla="*/ 142 w 284"/>
                  <a:gd name="T55" fmla="*/ 65 h 285"/>
                  <a:gd name="T56" fmla="*/ 8 w 284"/>
                  <a:gd name="T57" fmla="*/ 276 h 285"/>
                  <a:gd name="T58" fmla="*/ 4 w 284"/>
                  <a:gd name="T59" fmla="*/ 271 h 285"/>
                  <a:gd name="T60" fmla="*/ 0 w 284"/>
                  <a:gd name="T61" fmla="*/ 256 h 285"/>
                  <a:gd name="T62" fmla="*/ 1 w 284"/>
                  <a:gd name="T63" fmla="*/ 237 h 285"/>
                  <a:gd name="T64" fmla="*/ 6 w 284"/>
                  <a:gd name="T65" fmla="*/ 214 h 285"/>
                  <a:gd name="T66" fmla="*/ 25 w 284"/>
                  <a:gd name="T67" fmla="*/ 176 h 285"/>
                  <a:gd name="T68" fmla="*/ 66 w 284"/>
                  <a:gd name="T69" fmla="*/ 120 h 285"/>
                  <a:gd name="T70" fmla="*/ 93 w 284"/>
                  <a:gd name="T71" fmla="*/ 93 h 285"/>
                  <a:gd name="T72" fmla="*/ 142 w 284"/>
                  <a:gd name="T73" fmla="*/ 50 h 285"/>
                  <a:gd name="T74" fmla="*/ 142 w 284"/>
                  <a:gd name="T75" fmla="*/ 65 h 285"/>
                  <a:gd name="T76" fmla="*/ 100 w 284"/>
                  <a:gd name="T77" fmla="*/ 101 h 285"/>
                  <a:gd name="T78" fmla="*/ 78 w 284"/>
                  <a:gd name="T79" fmla="*/ 124 h 285"/>
                  <a:gd name="T80" fmla="*/ 44 w 284"/>
                  <a:gd name="T81" fmla="*/ 170 h 285"/>
                  <a:gd name="T82" fmla="*/ 25 w 284"/>
                  <a:gd name="T83" fmla="*/ 212 h 285"/>
                  <a:gd name="T84" fmla="*/ 23 w 284"/>
                  <a:gd name="T85" fmla="*/ 230 h 285"/>
                  <a:gd name="T86" fmla="*/ 24 w 284"/>
                  <a:gd name="T87" fmla="*/ 243 h 285"/>
                  <a:gd name="T88" fmla="*/ 29 w 284"/>
                  <a:gd name="T89" fmla="*/ 254 h 285"/>
                  <a:gd name="T90" fmla="*/ 33 w 284"/>
                  <a:gd name="T91" fmla="*/ 257 h 285"/>
                  <a:gd name="T92" fmla="*/ 43 w 284"/>
                  <a:gd name="T93" fmla="*/ 261 h 285"/>
                  <a:gd name="T94" fmla="*/ 60 w 284"/>
                  <a:gd name="T95" fmla="*/ 261 h 285"/>
                  <a:gd name="T96" fmla="*/ 89 w 284"/>
                  <a:gd name="T97" fmla="*/ 252 h 285"/>
                  <a:gd name="T98" fmla="*/ 124 w 284"/>
                  <a:gd name="T99" fmla="*/ 233 h 285"/>
                  <a:gd name="T100" fmla="*/ 142 w 284"/>
                  <a:gd name="T101" fmla="*/ 235 h 285"/>
                  <a:gd name="T102" fmla="*/ 120 w 284"/>
                  <a:gd name="T103" fmla="*/ 250 h 285"/>
                  <a:gd name="T104" fmla="*/ 79 w 284"/>
                  <a:gd name="T105" fmla="*/ 273 h 285"/>
                  <a:gd name="T106" fmla="*/ 44 w 284"/>
                  <a:gd name="T107" fmla="*/ 284 h 285"/>
                  <a:gd name="T108" fmla="*/ 23 w 284"/>
                  <a:gd name="T109" fmla="*/ 284 h 285"/>
                  <a:gd name="T110" fmla="*/ 12 w 284"/>
                  <a:gd name="T111" fmla="*/ 280 h 285"/>
                  <a:gd name="T112" fmla="*/ 8 w 284"/>
                  <a:gd name="T113" fmla="*/ 276 h 2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84" h="285">
                    <a:moveTo>
                      <a:pt x="142" y="50"/>
                    </a:moveTo>
                    <a:lnTo>
                      <a:pt x="142" y="50"/>
                    </a:lnTo>
                    <a:lnTo>
                      <a:pt x="163" y="34"/>
                    </a:lnTo>
                    <a:lnTo>
                      <a:pt x="184" y="21"/>
                    </a:lnTo>
                    <a:lnTo>
                      <a:pt x="204" y="11"/>
                    </a:lnTo>
                    <a:lnTo>
                      <a:pt x="223" y="4"/>
                    </a:lnTo>
                    <a:lnTo>
                      <a:pt x="239" y="0"/>
                    </a:lnTo>
                    <a:lnTo>
                      <a:pt x="254" y="0"/>
                    </a:lnTo>
                    <a:lnTo>
                      <a:pt x="261" y="0"/>
                    </a:lnTo>
                    <a:lnTo>
                      <a:pt x="266" y="2"/>
                    </a:lnTo>
                    <a:lnTo>
                      <a:pt x="272" y="4"/>
                    </a:lnTo>
                    <a:lnTo>
                      <a:pt x="276" y="8"/>
                    </a:lnTo>
                    <a:lnTo>
                      <a:pt x="276" y="8"/>
                    </a:lnTo>
                    <a:lnTo>
                      <a:pt x="280" y="13"/>
                    </a:lnTo>
                    <a:lnTo>
                      <a:pt x="283" y="20"/>
                    </a:lnTo>
                    <a:lnTo>
                      <a:pt x="284" y="28"/>
                    </a:lnTo>
                    <a:lnTo>
                      <a:pt x="284" y="38"/>
                    </a:lnTo>
                    <a:lnTo>
                      <a:pt x="283" y="47"/>
                    </a:lnTo>
                    <a:lnTo>
                      <a:pt x="280" y="58"/>
                    </a:lnTo>
                    <a:lnTo>
                      <a:pt x="277" y="70"/>
                    </a:lnTo>
                    <a:lnTo>
                      <a:pt x="272" y="82"/>
                    </a:lnTo>
                    <a:lnTo>
                      <a:pt x="258" y="108"/>
                    </a:lnTo>
                    <a:lnTo>
                      <a:pt x="239" y="135"/>
                    </a:lnTo>
                    <a:lnTo>
                      <a:pt x="218" y="164"/>
                    </a:lnTo>
                    <a:lnTo>
                      <a:pt x="190" y="192"/>
                    </a:lnTo>
                    <a:lnTo>
                      <a:pt x="190" y="192"/>
                    </a:lnTo>
                    <a:lnTo>
                      <a:pt x="166" y="215"/>
                    </a:lnTo>
                    <a:lnTo>
                      <a:pt x="142" y="235"/>
                    </a:lnTo>
                    <a:lnTo>
                      <a:pt x="142" y="219"/>
                    </a:lnTo>
                    <a:lnTo>
                      <a:pt x="142" y="219"/>
                    </a:lnTo>
                    <a:lnTo>
                      <a:pt x="162" y="203"/>
                    </a:lnTo>
                    <a:lnTo>
                      <a:pt x="184" y="184"/>
                    </a:lnTo>
                    <a:lnTo>
                      <a:pt x="184" y="184"/>
                    </a:lnTo>
                    <a:lnTo>
                      <a:pt x="205" y="159"/>
                    </a:lnTo>
                    <a:lnTo>
                      <a:pt x="223" y="136"/>
                    </a:lnTo>
                    <a:lnTo>
                      <a:pt x="239" y="113"/>
                    </a:lnTo>
                    <a:lnTo>
                      <a:pt x="250" y="92"/>
                    </a:lnTo>
                    <a:lnTo>
                      <a:pt x="258" y="71"/>
                    </a:lnTo>
                    <a:lnTo>
                      <a:pt x="260" y="63"/>
                    </a:lnTo>
                    <a:lnTo>
                      <a:pt x="261" y="55"/>
                    </a:lnTo>
                    <a:lnTo>
                      <a:pt x="261" y="47"/>
                    </a:lnTo>
                    <a:lnTo>
                      <a:pt x="260" y="40"/>
                    </a:lnTo>
                    <a:lnTo>
                      <a:pt x="258" y="35"/>
                    </a:lnTo>
                    <a:lnTo>
                      <a:pt x="254" y="29"/>
                    </a:lnTo>
                    <a:lnTo>
                      <a:pt x="254" y="29"/>
                    </a:lnTo>
                    <a:lnTo>
                      <a:pt x="254" y="29"/>
                    </a:lnTo>
                    <a:lnTo>
                      <a:pt x="250" y="27"/>
                    </a:lnTo>
                    <a:lnTo>
                      <a:pt x="246" y="24"/>
                    </a:lnTo>
                    <a:lnTo>
                      <a:pt x="241" y="23"/>
                    </a:lnTo>
                    <a:lnTo>
                      <a:pt x="235" y="23"/>
                    </a:lnTo>
                    <a:lnTo>
                      <a:pt x="223" y="23"/>
                    </a:lnTo>
                    <a:lnTo>
                      <a:pt x="209" y="27"/>
                    </a:lnTo>
                    <a:lnTo>
                      <a:pt x="195" y="32"/>
                    </a:lnTo>
                    <a:lnTo>
                      <a:pt x="177" y="40"/>
                    </a:lnTo>
                    <a:lnTo>
                      <a:pt x="159" y="51"/>
                    </a:lnTo>
                    <a:lnTo>
                      <a:pt x="142" y="65"/>
                    </a:lnTo>
                    <a:lnTo>
                      <a:pt x="142" y="50"/>
                    </a:lnTo>
                    <a:close/>
                    <a:moveTo>
                      <a:pt x="8" y="276"/>
                    </a:moveTo>
                    <a:lnTo>
                      <a:pt x="8" y="276"/>
                    </a:lnTo>
                    <a:lnTo>
                      <a:pt x="4" y="271"/>
                    </a:lnTo>
                    <a:lnTo>
                      <a:pt x="1" y="264"/>
                    </a:lnTo>
                    <a:lnTo>
                      <a:pt x="0" y="256"/>
                    </a:lnTo>
                    <a:lnTo>
                      <a:pt x="0" y="246"/>
                    </a:lnTo>
                    <a:lnTo>
                      <a:pt x="1" y="237"/>
                    </a:lnTo>
                    <a:lnTo>
                      <a:pt x="4" y="226"/>
                    </a:lnTo>
                    <a:lnTo>
                      <a:pt x="6" y="214"/>
                    </a:lnTo>
                    <a:lnTo>
                      <a:pt x="12" y="201"/>
                    </a:lnTo>
                    <a:lnTo>
                      <a:pt x="25" y="176"/>
                    </a:lnTo>
                    <a:lnTo>
                      <a:pt x="44" y="149"/>
                    </a:lnTo>
                    <a:lnTo>
                      <a:pt x="66" y="120"/>
                    </a:lnTo>
                    <a:lnTo>
                      <a:pt x="93" y="93"/>
                    </a:lnTo>
                    <a:lnTo>
                      <a:pt x="93" y="93"/>
                    </a:lnTo>
                    <a:lnTo>
                      <a:pt x="117" y="70"/>
                    </a:lnTo>
                    <a:lnTo>
                      <a:pt x="142" y="50"/>
                    </a:lnTo>
                    <a:lnTo>
                      <a:pt x="142" y="65"/>
                    </a:lnTo>
                    <a:lnTo>
                      <a:pt x="142" y="65"/>
                    </a:lnTo>
                    <a:lnTo>
                      <a:pt x="121" y="81"/>
                    </a:lnTo>
                    <a:lnTo>
                      <a:pt x="100" y="101"/>
                    </a:lnTo>
                    <a:lnTo>
                      <a:pt x="100" y="101"/>
                    </a:lnTo>
                    <a:lnTo>
                      <a:pt x="78" y="124"/>
                    </a:lnTo>
                    <a:lnTo>
                      <a:pt x="60" y="147"/>
                    </a:lnTo>
                    <a:lnTo>
                      <a:pt x="44" y="170"/>
                    </a:lnTo>
                    <a:lnTo>
                      <a:pt x="33" y="192"/>
                    </a:lnTo>
                    <a:lnTo>
                      <a:pt x="25" y="212"/>
                    </a:lnTo>
                    <a:lnTo>
                      <a:pt x="24" y="220"/>
                    </a:lnTo>
                    <a:lnTo>
                      <a:pt x="23" y="230"/>
                    </a:lnTo>
                    <a:lnTo>
                      <a:pt x="23" y="237"/>
                    </a:lnTo>
                    <a:lnTo>
                      <a:pt x="24" y="243"/>
                    </a:lnTo>
                    <a:lnTo>
                      <a:pt x="25" y="249"/>
                    </a:lnTo>
                    <a:lnTo>
                      <a:pt x="29" y="254"/>
                    </a:lnTo>
                    <a:lnTo>
                      <a:pt x="29" y="254"/>
                    </a:lnTo>
                    <a:lnTo>
                      <a:pt x="33" y="257"/>
                    </a:lnTo>
                    <a:lnTo>
                      <a:pt x="37" y="260"/>
                    </a:lnTo>
                    <a:lnTo>
                      <a:pt x="43" y="261"/>
                    </a:lnTo>
                    <a:lnTo>
                      <a:pt x="48" y="261"/>
                    </a:lnTo>
                    <a:lnTo>
                      <a:pt x="60" y="261"/>
                    </a:lnTo>
                    <a:lnTo>
                      <a:pt x="74" y="257"/>
                    </a:lnTo>
                    <a:lnTo>
                      <a:pt x="89" y="252"/>
                    </a:lnTo>
                    <a:lnTo>
                      <a:pt x="107" y="243"/>
                    </a:lnTo>
                    <a:lnTo>
                      <a:pt x="124" y="233"/>
                    </a:lnTo>
                    <a:lnTo>
                      <a:pt x="142" y="219"/>
                    </a:lnTo>
                    <a:lnTo>
                      <a:pt x="142" y="235"/>
                    </a:lnTo>
                    <a:lnTo>
                      <a:pt x="142" y="235"/>
                    </a:lnTo>
                    <a:lnTo>
                      <a:pt x="120" y="250"/>
                    </a:lnTo>
                    <a:lnTo>
                      <a:pt x="100" y="262"/>
                    </a:lnTo>
                    <a:lnTo>
                      <a:pt x="79" y="273"/>
                    </a:lnTo>
                    <a:lnTo>
                      <a:pt x="60" y="280"/>
                    </a:lnTo>
                    <a:lnTo>
                      <a:pt x="44" y="284"/>
                    </a:lnTo>
                    <a:lnTo>
                      <a:pt x="29" y="285"/>
                    </a:lnTo>
                    <a:lnTo>
                      <a:pt x="23" y="284"/>
                    </a:lnTo>
                    <a:lnTo>
                      <a:pt x="17" y="283"/>
                    </a:lnTo>
                    <a:lnTo>
                      <a:pt x="12" y="280"/>
                    </a:lnTo>
                    <a:lnTo>
                      <a:pt x="8" y="276"/>
                    </a:lnTo>
                    <a:lnTo>
                      <a:pt x="8" y="276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15" name="ïşľídé">
                <a:extLst>
                  <a:ext uri="{FF2B5EF4-FFF2-40B4-BE49-F238E27FC236}">
                    <a16:creationId xmlns:a16="http://schemas.microsoft.com/office/drawing/2014/main" id="{1FBA1A3A-5DB7-A6DF-F581-D9532E4A3752}"/>
                  </a:ext>
                </a:extLst>
              </p:cNvPr>
              <p:cNvSpPr/>
              <p:nvPr/>
            </p:nvSpPr>
            <p:spPr bwMode="auto">
              <a:xfrm>
                <a:off x="1944575" y="1998263"/>
                <a:ext cx="83196" cy="86065"/>
              </a:xfrm>
              <a:custGeom>
                <a:avLst/>
                <a:gdLst>
                  <a:gd name="T0" fmla="*/ 0 w 58"/>
                  <a:gd name="T1" fmla="*/ 30 h 60"/>
                  <a:gd name="T2" fmla="*/ 0 w 58"/>
                  <a:gd name="T3" fmla="*/ 30 h 60"/>
                  <a:gd name="T4" fmla="*/ 1 w 58"/>
                  <a:gd name="T5" fmla="*/ 24 h 60"/>
                  <a:gd name="T6" fmla="*/ 3 w 58"/>
                  <a:gd name="T7" fmla="*/ 19 h 60"/>
                  <a:gd name="T8" fmla="*/ 5 w 58"/>
                  <a:gd name="T9" fmla="*/ 14 h 60"/>
                  <a:gd name="T10" fmla="*/ 9 w 58"/>
                  <a:gd name="T11" fmla="*/ 10 h 60"/>
                  <a:gd name="T12" fmla="*/ 13 w 58"/>
                  <a:gd name="T13" fmla="*/ 6 h 60"/>
                  <a:gd name="T14" fmla="*/ 18 w 58"/>
                  <a:gd name="T15" fmla="*/ 3 h 60"/>
                  <a:gd name="T16" fmla="*/ 24 w 58"/>
                  <a:gd name="T17" fmla="*/ 1 h 60"/>
                  <a:gd name="T18" fmla="*/ 30 w 58"/>
                  <a:gd name="T19" fmla="*/ 0 h 60"/>
                  <a:gd name="T20" fmla="*/ 30 w 58"/>
                  <a:gd name="T21" fmla="*/ 0 h 60"/>
                  <a:gd name="T22" fmla="*/ 35 w 58"/>
                  <a:gd name="T23" fmla="*/ 1 h 60"/>
                  <a:gd name="T24" fmla="*/ 41 w 58"/>
                  <a:gd name="T25" fmla="*/ 3 h 60"/>
                  <a:gd name="T26" fmla="*/ 46 w 58"/>
                  <a:gd name="T27" fmla="*/ 6 h 60"/>
                  <a:gd name="T28" fmla="*/ 50 w 58"/>
                  <a:gd name="T29" fmla="*/ 10 h 60"/>
                  <a:gd name="T30" fmla="*/ 54 w 58"/>
                  <a:gd name="T31" fmla="*/ 14 h 60"/>
                  <a:gd name="T32" fmla="*/ 57 w 58"/>
                  <a:gd name="T33" fmla="*/ 19 h 60"/>
                  <a:gd name="T34" fmla="*/ 58 w 58"/>
                  <a:gd name="T35" fmla="*/ 24 h 60"/>
                  <a:gd name="T36" fmla="*/ 58 w 58"/>
                  <a:gd name="T37" fmla="*/ 30 h 60"/>
                  <a:gd name="T38" fmla="*/ 58 w 58"/>
                  <a:gd name="T39" fmla="*/ 30 h 60"/>
                  <a:gd name="T40" fmla="*/ 58 w 58"/>
                  <a:gd name="T41" fmla="*/ 35 h 60"/>
                  <a:gd name="T42" fmla="*/ 57 w 58"/>
                  <a:gd name="T43" fmla="*/ 41 h 60"/>
                  <a:gd name="T44" fmla="*/ 54 w 58"/>
                  <a:gd name="T45" fmla="*/ 46 h 60"/>
                  <a:gd name="T46" fmla="*/ 50 w 58"/>
                  <a:gd name="T47" fmla="*/ 50 h 60"/>
                  <a:gd name="T48" fmla="*/ 46 w 58"/>
                  <a:gd name="T49" fmla="*/ 54 h 60"/>
                  <a:gd name="T50" fmla="*/ 41 w 58"/>
                  <a:gd name="T51" fmla="*/ 57 h 60"/>
                  <a:gd name="T52" fmla="*/ 35 w 58"/>
                  <a:gd name="T53" fmla="*/ 58 h 60"/>
                  <a:gd name="T54" fmla="*/ 30 w 58"/>
                  <a:gd name="T55" fmla="*/ 60 h 60"/>
                  <a:gd name="T56" fmla="*/ 30 w 58"/>
                  <a:gd name="T57" fmla="*/ 60 h 60"/>
                  <a:gd name="T58" fmla="*/ 24 w 58"/>
                  <a:gd name="T59" fmla="*/ 58 h 60"/>
                  <a:gd name="T60" fmla="*/ 18 w 58"/>
                  <a:gd name="T61" fmla="*/ 57 h 60"/>
                  <a:gd name="T62" fmla="*/ 13 w 58"/>
                  <a:gd name="T63" fmla="*/ 54 h 60"/>
                  <a:gd name="T64" fmla="*/ 9 w 58"/>
                  <a:gd name="T65" fmla="*/ 50 h 60"/>
                  <a:gd name="T66" fmla="*/ 5 w 58"/>
                  <a:gd name="T67" fmla="*/ 46 h 60"/>
                  <a:gd name="T68" fmla="*/ 3 w 58"/>
                  <a:gd name="T69" fmla="*/ 41 h 60"/>
                  <a:gd name="T70" fmla="*/ 1 w 58"/>
                  <a:gd name="T71" fmla="*/ 35 h 60"/>
                  <a:gd name="T72" fmla="*/ 0 w 58"/>
                  <a:gd name="T73" fmla="*/ 30 h 60"/>
                  <a:gd name="T74" fmla="*/ 0 w 58"/>
                  <a:gd name="T75" fmla="*/ 3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58" h="60">
                    <a:moveTo>
                      <a:pt x="0" y="30"/>
                    </a:moveTo>
                    <a:lnTo>
                      <a:pt x="0" y="30"/>
                    </a:lnTo>
                    <a:lnTo>
                      <a:pt x="1" y="24"/>
                    </a:lnTo>
                    <a:lnTo>
                      <a:pt x="3" y="19"/>
                    </a:lnTo>
                    <a:lnTo>
                      <a:pt x="5" y="14"/>
                    </a:lnTo>
                    <a:lnTo>
                      <a:pt x="9" y="10"/>
                    </a:lnTo>
                    <a:lnTo>
                      <a:pt x="13" y="6"/>
                    </a:lnTo>
                    <a:lnTo>
                      <a:pt x="18" y="3"/>
                    </a:lnTo>
                    <a:lnTo>
                      <a:pt x="24" y="1"/>
                    </a:lnTo>
                    <a:lnTo>
                      <a:pt x="30" y="0"/>
                    </a:lnTo>
                    <a:lnTo>
                      <a:pt x="30" y="0"/>
                    </a:lnTo>
                    <a:lnTo>
                      <a:pt x="35" y="1"/>
                    </a:lnTo>
                    <a:lnTo>
                      <a:pt x="41" y="3"/>
                    </a:lnTo>
                    <a:lnTo>
                      <a:pt x="46" y="6"/>
                    </a:lnTo>
                    <a:lnTo>
                      <a:pt x="50" y="10"/>
                    </a:lnTo>
                    <a:lnTo>
                      <a:pt x="54" y="14"/>
                    </a:lnTo>
                    <a:lnTo>
                      <a:pt x="57" y="19"/>
                    </a:lnTo>
                    <a:lnTo>
                      <a:pt x="58" y="24"/>
                    </a:lnTo>
                    <a:lnTo>
                      <a:pt x="58" y="30"/>
                    </a:lnTo>
                    <a:lnTo>
                      <a:pt x="58" y="30"/>
                    </a:lnTo>
                    <a:lnTo>
                      <a:pt x="58" y="35"/>
                    </a:lnTo>
                    <a:lnTo>
                      <a:pt x="57" y="41"/>
                    </a:lnTo>
                    <a:lnTo>
                      <a:pt x="54" y="46"/>
                    </a:lnTo>
                    <a:lnTo>
                      <a:pt x="50" y="50"/>
                    </a:lnTo>
                    <a:lnTo>
                      <a:pt x="46" y="54"/>
                    </a:lnTo>
                    <a:lnTo>
                      <a:pt x="41" y="57"/>
                    </a:lnTo>
                    <a:lnTo>
                      <a:pt x="35" y="58"/>
                    </a:lnTo>
                    <a:lnTo>
                      <a:pt x="30" y="60"/>
                    </a:lnTo>
                    <a:lnTo>
                      <a:pt x="30" y="60"/>
                    </a:lnTo>
                    <a:lnTo>
                      <a:pt x="24" y="58"/>
                    </a:lnTo>
                    <a:lnTo>
                      <a:pt x="18" y="57"/>
                    </a:lnTo>
                    <a:lnTo>
                      <a:pt x="13" y="54"/>
                    </a:lnTo>
                    <a:lnTo>
                      <a:pt x="9" y="50"/>
                    </a:lnTo>
                    <a:lnTo>
                      <a:pt x="5" y="46"/>
                    </a:lnTo>
                    <a:lnTo>
                      <a:pt x="3" y="41"/>
                    </a:lnTo>
                    <a:lnTo>
                      <a:pt x="1" y="35"/>
                    </a:lnTo>
                    <a:lnTo>
                      <a:pt x="0" y="30"/>
                    </a:lnTo>
                    <a:lnTo>
                      <a:pt x="0" y="30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16" name="iṣľíḑé">
                <a:extLst>
                  <a:ext uri="{FF2B5EF4-FFF2-40B4-BE49-F238E27FC236}">
                    <a16:creationId xmlns:a16="http://schemas.microsoft.com/office/drawing/2014/main" id="{17B16ADA-1B92-BD82-404D-6E68743B5E22}"/>
                  </a:ext>
                </a:extLst>
              </p:cNvPr>
              <p:cNvSpPr/>
              <p:nvPr/>
            </p:nvSpPr>
            <p:spPr bwMode="auto">
              <a:xfrm>
                <a:off x="1157084" y="1618142"/>
                <a:ext cx="229507" cy="433194"/>
              </a:xfrm>
              <a:custGeom>
                <a:avLst/>
                <a:gdLst>
                  <a:gd name="T0" fmla="*/ 160 w 160"/>
                  <a:gd name="T1" fmla="*/ 0 h 302"/>
                  <a:gd name="T2" fmla="*/ 160 w 160"/>
                  <a:gd name="T3" fmla="*/ 302 h 302"/>
                  <a:gd name="T4" fmla="*/ 94 w 160"/>
                  <a:gd name="T5" fmla="*/ 302 h 302"/>
                  <a:gd name="T6" fmla="*/ 94 w 160"/>
                  <a:gd name="T7" fmla="*/ 261 h 302"/>
                  <a:gd name="T8" fmla="*/ 136 w 160"/>
                  <a:gd name="T9" fmla="*/ 261 h 302"/>
                  <a:gd name="T10" fmla="*/ 136 w 160"/>
                  <a:gd name="T11" fmla="*/ 116 h 302"/>
                  <a:gd name="T12" fmla="*/ 136 w 160"/>
                  <a:gd name="T13" fmla="*/ 116 h 302"/>
                  <a:gd name="T14" fmla="*/ 94 w 160"/>
                  <a:gd name="T15" fmla="*/ 189 h 302"/>
                  <a:gd name="T16" fmla="*/ 94 w 160"/>
                  <a:gd name="T17" fmla="*/ 124 h 302"/>
                  <a:gd name="T18" fmla="*/ 160 w 160"/>
                  <a:gd name="T19" fmla="*/ 0 h 302"/>
                  <a:gd name="T20" fmla="*/ 94 w 160"/>
                  <a:gd name="T21" fmla="*/ 302 h 302"/>
                  <a:gd name="T22" fmla="*/ 0 w 160"/>
                  <a:gd name="T23" fmla="*/ 302 h 302"/>
                  <a:gd name="T24" fmla="*/ 94 w 160"/>
                  <a:gd name="T25" fmla="*/ 124 h 302"/>
                  <a:gd name="T26" fmla="*/ 94 w 160"/>
                  <a:gd name="T27" fmla="*/ 189 h 302"/>
                  <a:gd name="T28" fmla="*/ 53 w 160"/>
                  <a:gd name="T29" fmla="*/ 261 h 302"/>
                  <a:gd name="T30" fmla="*/ 94 w 160"/>
                  <a:gd name="T31" fmla="*/ 261 h 302"/>
                  <a:gd name="T32" fmla="*/ 94 w 160"/>
                  <a:gd name="T33" fmla="*/ 302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60" h="302">
                    <a:moveTo>
                      <a:pt x="160" y="0"/>
                    </a:moveTo>
                    <a:lnTo>
                      <a:pt x="160" y="302"/>
                    </a:lnTo>
                    <a:lnTo>
                      <a:pt x="94" y="302"/>
                    </a:lnTo>
                    <a:lnTo>
                      <a:pt x="94" y="261"/>
                    </a:lnTo>
                    <a:lnTo>
                      <a:pt x="136" y="261"/>
                    </a:lnTo>
                    <a:lnTo>
                      <a:pt x="136" y="116"/>
                    </a:lnTo>
                    <a:lnTo>
                      <a:pt x="136" y="116"/>
                    </a:lnTo>
                    <a:lnTo>
                      <a:pt x="94" y="189"/>
                    </a:lnTo>
                    <a:lnTo>
                      <a:pt x="94" y="124"/>
                    </a:lnTo>
                    <a:lnTo>
                      <a:pt x="160" y="0"/>
                    </a:lnTo>
                    <a:close/>
                    <a:moveTo>
                      <a:pt x="94" y="302"/>
                    </a:moveTo>
                    <a:lnTo>
                      <a:pt x="0" y="302"/>
                    </a:lnTo>
                    <a:lnTo>
                      <a:pt x="94" y="124"/>
                    </a:lnTo>
                    <a:lnTo>
                      <a:pt x="94" y="189"/>
                    </a:lnTo>
                    <a:lnTo>
                      <a:pt x="53" y="261"/>
                    </a:lnTo>
                    <a:lnTo>
                      <a:pt x="94" y="261"/>
                    </a:lnTo>
                    <a:lnTo>
                      <a:pt x="94" y="302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17" name="iṣḻídê">
                <a:extLst>
                  <a:ext uri="{FF2B5EF4-FFF2-40B4-BE49-F238E27FC236}">
                    <a16:creationId xmlns:a16="http://schemas.microsoft.com/office/drawing/2014/main" id="{F0F5BE3D-ED61-2F07-B954-82CD0FDEE9CB}"/>
                  </a:ext>
                </a:extLst>
              </p:cNvPr>
              <p:cNvSpPr/>
              <p:nvPr/>
            </p:nvSpPr>
            <p:spPr bwMode="auto">
              <a:xfrm>
                <a:off x="1443968" y="1613839"/>
                <a:ext cx="57377" cy="426023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18" name="îşľîḓé">
                <a:extLst>
                  <a:ext uri="{FF2B5EF4-FFF2-40B4-BE49-F238E27FC236}">
                    <a16:creationId xmlns:a16="http://schemas.microsoft.com/office/drawing/2014/main" id="{67FF4D03-129F-91FC-3BDC-0C679396B0F5}"/>
                  </a:ext>
                </a:extLst>
              </p:cNvPr>
              <p:cNvSpPr/>
              <p:nvPr/>
            </p:nvSpPr>
            <p:spPr bwMode="auto">
              <a:xfrm>
                <a:off x="2888422" y="3753170"/>
                <a:ext cx="459013" cy="358604"/>
              </a:xfrm>
              <a:custGeom>
                <a:avLst/>
                <a:gdLst>
                  <a:gd name="T0" fmla="*/ 298 w 320"/>
                  <a:gd name="T1" fmla="*/ 57 h 250"/>
                  <a:gd name="T2" fmla="*/ 320 w 320"/>
                  <a:gd name="T3" fmla="*/ 138 h 250"/>
                  <a:gd name="T4" fmla="*/ 303 w 320"/>
                  <a:gd name="T5" fmla="*/ 212 h 250"/>
                  <a:gd name="T6" fmla="*/ 271 w 320"/>
                  <a:gd name="T7" fmla="*/ 245 h 250"/>
                  <a:gd name="T8" fmla="*/ 263 w 320"/>
                  <a:gd name="T9" fmla="*/ 233 h 250"/>
                  <a:gd name="T10" fmla="*/ 279 w 320"/>
                  <a:gd name="T11" fmla="*/ 214 h 250"/>
                  <a:gd name="T12" fmla="*/ 276 w 320"/>
                  <a:gd name="T13" fmla="*/ 191 h 250"/>
                  <a:gd name="T14" fmla="*/ 261 w 320"/>
                  <a:gd name="T15" fmla="*/ 165 h 250"/>
                  <a:gd name="T16" fmla="*/ 287 w 320"/>
                  <a:gd name="T17" fmla="*/ 165 h 250"/>
                  <a:gd name="T18" fmla="*/ 299 w 320"/>
                  <a:gd name="T19" fmla="*/ 153 h 250"/>
                  <a:gd name="T20" fmla="*/ 299 w 320"/>
                  <a:gd name="T21" fmla="*/ 126 h 250"/>
                  <a:gd name="T22" fmla="*/ 283 w 320"/>
                  <a:gd name="T23" fmla="*/ 112 h 250"/>
                  <a:gd name="T24" fmla="*/ 261 w 320"/>
                  <a:gd name="T25" fmla="*/ 100 h 250"/>
                  <a:gd name="T26" fmla="*/ 278 w 320"/>
                  <a:gd name="T27" fmla="*/ 96 h 250"/>
                  <a:gd name="T28" fmla="*/ 287 w 320"/>
                  <a:gd name="T29" fmla="*/ 74 h 250"/>
                  <a:gd name="T30" fmla="*/ 280 w 320"/>
                  <a:gd name="T31" fmla="*/ 58 h 250"/>
                  <a:gd name="T32" fmla="*/ 238 w 320"/>
                  <a:gd name="T33" fmla="*/ 8 h 250"/>
                  <a:gd name="T34" fmla="*/ 261 w 320"/>
                  <a:gd name="T35" fmla="*/ 50 h 250"/>
                  <a:gd name="T36" fmla="*/ 242 w 320"/>
                  <a:gd name="T37" fmla="*/ 59 h 250"/>
                  <a:gd name="T38" fmla="*/ 238 w 320"/>
                  <a:gd name="T39" fmla="*/ 34 h 250"/>
                  <a:gd name="T40" fmla="*/ 261 w 320"/>
                  <a:gd name="T41" fmla="*/ 247 h 250"/>
                  <a:gd name="T42" fmla="*/ 244 w 320"/>
                  <a:gd name="T43" fmla="*/ 235 h 250"/>
                  <a:gd name="T44" fmla="*/ 261 w 320"/>
                  <a:gd name="T45" fmla="*/ 247 h 250"/>
                  <a:gd name="T46" fmla="*/ 261 w 320"/>
                  <a:gd name="T47" fmla="*/ 113 h 250"/>
                  <a:gd name="T48" fmla="*/ 245 w 320"/>
                  <a:gd name="T49" fmla="*/ 135 h 250"/>
                  <a:gd name="T50" fmla="*/ 252 w 320"/>
                  <a:gd name="T51" fmla="*/ 155 h 250"/>
                  <a:gd name="T52" fmla="*/ 256 w 320"/>
                  <a:gd name="T53" fmla="*/ 174 h 250"/>
                  <a:gd name="T54" fmla="*/ 238 w 320"/>
                  <a:gd name="T55" fmla="*/ 82 h 250"/>
                  <a:gd name="T56" fmla="*/ 255 w 320"/>
                  <a:gd name="T57" fmla="*/ 100 h 250"/>
                  <a:gd name="T58" fmla="*/ 238 w 320"/>
                  <a:gd name="T59" fmla="*/ 8 h 250"/>
                  <a:gd name="T60" fmla="*/ 234 w 320"/>
                  <a:gd name="T61" fmla="*/ 20 h 250"/>
                  <a:gd name="T62" fmla="*/ 219 w 320"/>
                  <a:gd name="T63" fmla="*/ 2 h 250"/>
                  <a:gd name="T64" fmla="*/ 219 w 320"/>
                  <a:gd name="T65" fmla="*/ 215 h 250"/>
                  <a:gd name="T66" fmla="*/ 229 w 320"/>
                  <a:gd name="T67" fmla="*/ 227 h 250"/>
                  <a:gd name="T68" fmla="*/ 238 w 320"/>
                  <a:gd name="T69" fmla="*/ 39 h 250"/>
                  <a:gd name="T70" fmla="*/ 238 w 320"/>
                  <a:gd name="T71" fmla="*/ 174 h 250"/>
                  <a:gd name="T72" fmla="*/ 226 w 320"/>
                  <a:gd name="T73" fmla="*/ 184 h 250"/>
                  <a:gd name="T74" fmla="*/ 225 w 320"/>
                  <a:gd name="T75" fmla="*/ 51 h 250"/>
                  <a:gd name="T76" fmla="*/ 238 w 320"/>
                  <a:gd name="T77" fmla="*/ 39 h 250"/>
                  <a:gd name="T78" fmla="*/ 134 w 320"/>
                  <a:gd name="T79" fmla="*/ 8 h 250"/>
                  <a:gd name="T80" fmla="*/ 219 w 320"/>
                  <a:gd name="T81" fmla="*/ 2 h 250"/>
                  <a:gd name="T82" fmla="*/ 211 w 320"/>
                  <a:gd name="T83" fmla="*/ 16 h 250"/>
                  <a:gd name="T84" fmla="*/ 203 w 320"/>
                  <a:gd name="T85" fmla="*/ 42 h 250"/>
                  <a:gd name="T86" fmla="*/ 219 w 320"/>
                  <a:gd name="T87" fmla="*/ 53 h 250"/>
                  <a:gd name="T88" fmla="*/ 218 w 320"/>
                  <a:gd name="T89" fmla="*/ 210 h 250"/>
                  <a:gd name="T90" fmla="*/ 194 w 320"/>
                  <a:gd name="T91" fmla="*/ 230 h 250"/>
                  <a:gd name="T92" fmla="*/ 125 w 320"/>
                  <a:gd name="T93" fmla="*/ 192 h 250"/>
                  <a:gd name="T94" fmla="*/ 68 w 320"/>
                  <a:gd name="T95" fmla="*/ 164 h 250"/>
                  <a:gd name="T96" fmla="*/ 84 w 320"/>
                  <a:gd name="T97" fmla="*/ 159 h 250"/>
                  <a:gd name="T98" fmla="*/ 104 w 320"/>
                  <a:gd name="T99" fmla="*/ 131 h 250"/>
                  <a:gd name="T100" fmla="*/ 95 w 320"/>
                  <a:gd name="T101" fmla="*/ 100 h 250"/>
                  <a:gd name="T102" fmla="*/ 0 w 320"/>
                  <a:gd name="T103" fmla="*/ 136 h 250"/>
                  <a:gd name="T104" fmla="*/ 5 w 320"/>
                  <a:gd name="T105" fmla="*/ 96 h 250"/>
                  <a:gd name="T106" fmla="*/ 45 w 320"/>
                  <a:gd name="T107" fmla="*/ 44 h 250"/>
                  <a:gd name="T108" fmla="*/ 68 w 320"/>
                  <a:gd name="T109" fmla="*/ 88 h 250"/>
                  <a:gd name="T110" fmla="*/ 38 w 320"/>
                  <a:gd name="T111" fmla="*/ 101 h 250"/>
                  <a:gd name="T112" fmla="*/ 31 w 320"/>
                  <a:gd name="T113" fmla="*/ 135 h 250"/>
                  <a:gd name="T114" fmla="*/ 57 w 320"/>
                  <a:gd name="T115" fmla="*/ 162 h 250"/>
                  <a:gd name="T116" fmla="*/ 42 w 320"/>
                  <a:gd name="T117" fmla="*/ 189 h 250"/>
                  <a:gd name="T118" fmla="*/ 3 w 320"/>
                  <a:gd name="T119" fmla="*/ 150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320" h="250">
                    <a:moveTo>
                      <a:pt x="261" y="19"/>
                    </a:moveTo>
                    <a:lnTo>
                      <a:pt x="261" y="19"/>
                    </a:lnTo>
                    <a:lnTo>
                      <a:pt x="276" y="30"/>
                    </a:lnTo>
                    <a:lnTo>
                      <a:pt x="288" y="42"/>
                    </a:lnTo>
                    <a:lnTo>
                      <a:pt x="298" y="57"/>
                    </a:lnTo>
                    <a:lnTo>
                      <a:pt x="306" y="71"/>
                    </a:lnTo>
                    <a:lnTo>
                      <a:pt x="312" y="88"/>
                    </a:lnTo>
                    <a:lnTo>
                      <a:pt x="316" y="104"/>
                    </a:lnTo>
                    <a:lnTo>
                      <a:pt x="318" y="120"/>
                    </a:lnTo>
                    <a:lnTo>
                      <a:pt x="320" y="138"/>
                    </a:lnTo>
                    <a:lnTo>
                      <a:pt x="320" y="154"/>
                    </a:lnTo>
                    <a:lnTo>
                      <a:pt x="317" y="170"/>
                    </a:lnTo>
                    <a:lnTo>
                      <a:pt x="314" y="185"/>
                    </a:lnTo>
                    <a:lnTo>
                      <a:pt x="310" y="200"/>
                    </a:lnTo>
                    <a:lnTo>
                      <a:pt x="303" y="212"/>
                    </a:lnTo>
                    <a:lnTo>
                      <a:pt x="297" y="223"/>
                    </a:lnTo>
                    <a:lnTo>
                      <a:pt x="290" y="233"/>
                    </a:lnTo>
                    <a:lnTo>
                      <a:pt x="282" y="239"/>
                    </a:lnTo>
                    <a:lnTo>
                      <a:pt x="282" y="239"/>
                    </a:lnTo>
                    <a:lnTo>
                      <a:pt x="271" y="245"/>
                    </a:lnTo>
                    <a:lnTo>
                      <a:pt x="261" y="247"/>
                    </a:lnTo>
                    <a:lnTo>
                      <a:pt x="261" y="233"/>
                    </a:lnTo>
                    <a:lnTo>
                      <a:pt x="261" y="233"/>
                    </a:lnTo>
                    <a:lnTo>
                      <a:pt x="263" y="233"/>
                    </a:lnTo>
                    <a:lnTo>
                      <a:pt x="263" y="233"/>
                    </a:lnTo>
                    <a:lnTo>
                      <a:pt x="263" y="233"/>
                    </a:lnTo>
                    <a:lnTo>
                      <a:pt x="268" y="229"/>
                    </a:lnTo>
                    <a:lnTo>
                      <a:pt x="272" y="224"/>
                    </a:lnTo>
                    <a:lnTo>
                      <a:pt x="276" y="219"/>
                    </a:lnTo>
                    <a:lnTo>
                      <a:pt x="279" y="214"/>
                    </a:lnTo>
                    <a:lnTo>
                      <a:pt x="280" y="208"/>
                    </a:lnTo>
                    <a:lnTo>
                      <a:pt x="280" y="203"/>
                    </a:lnTo>
                    <a:lnTo>
                      <a:pt x="279" y="196"/>
                    </a:lnTo>
                    <a:lnTo>
                      <a:pt x="276" y="191"/>
                    </a:lnTo>
                    <a:lnTo>
                      <a:pt x="276" y="191"/>
                    </a:lnTo>
                    <a:lnTo>
                      <a:pt x="274" y="185"/>
                    </a:lnTo>
                    <a:lnTo>
                      <a:pt x="271" y="181"/>
                    </a:lnTo>
                    <a:lnTo>
                      <a:pt x="267" y="178"/>
                    </a:lnTo>
                    <a:lnTo>
                      <a:pt x="261" y="176"/>
                    </a:lnTo>
                    <a:lnTo>
                      <a:pt x="261" y="165"/>
                    </a:lnTo>
                    <a:lnTo>
                      <a:pt x="261" y="165"/>
                    </a:lnTo>
                    <a:lnTo>
                      <a:pt x="268" y="168"/>
                    </a:lnTo>
                    <a:lnTo>
                      <a:pt x="275" y="168"/>
                    </a:lnTo>
                    <a:lnTo>
                      <a:pt x="280" y="168"/>
                    </a:lnTo>
                    <a:lnTo>
                      <a:pt x="287" y="165"/>
                    </a:lnTo>
                    <a:lnTo>
                      <a:pt x="287" y="165"/>
                    </a:lnTo>
                    <a:lnTo>
                      <a:pt x="287" y="165"/>
                    </a:lnTo>
                    <a:lnTo>
                      <a:pt x="293" y="162"/>
                    </a:lnTo>
                    <a:lnTo>
                      <a:pt x="297" y="158"/>
                    </a:lnTo>
                    <a:lnTo>
                      <a:pt x="299" y="153"/>
                    </a:lnTo>
                    <a:lnTo>
                      <a:pt x="302" y="149"/>
                    </a:lnTo>
                    <a:lnTo>
                      <a:pt x="303" y="143"/>
                    </a:lnTo>
                    <a:lnTo>
                      <a:pt x="303" y="136"/>
                    </a:lnTo>
                    <a:lnTo>
                      <a:pt x="302" y="131"/>
                    </a:lnTo>
                    <a:lnTo>
                      <a:pt x="299" y="126"/>
                    </a:lnTo>
                    <a:lnTo>
                      <a:pt x="299" y="126"/>
                    </a:lnTo>
                    <a:lnTo>
                      <a:pt x="297" y="122"/>
                    </a:lnTo>
                    <a:lnTo>
                      <a:pt x="293" y="118"/>
                    </a:lnTo>
                    <a:lnTo>
                      <a:pt x="288" y="113"/>
                    </a:lnTo>
                    <a:lnTo>
                      <a:pt x="283" y="112"/>
                    </a:lnTo>
                    <a:lnTo>
                      <a:pt x="279" y="111"/>
                    </a:lnTo>
                    <a:lnTo>
                      <a:pt x="272" y="109"/>
                    </a:lnTo>
                    <a:lnTo>
                      <a:pt x="267" y="111"/>
                    </a:lnTo>
                    <a:lnTo>
                      <a:pt x="261" y="112"/>
                    </a:lnTo>
                    <a:lnTo>
                      <a:pt x="261" y="100"/>
                    </a:lnTo>
                    <a:lnTo>
                      <a:pt x="261" y="100"/>
                    </a:lnTo>
                    <a:lnTo>
                      <a:pt x="268" y="100"/>
                    </a:lnTo>
                    <a:lnTo>
                      <a:pt x="274" y="99"/>
                    </a:lnTo>
                    <a:lnTo>
                      <a:pt x="274" y="99"/>
                    </a:lnTo>
                    <a:lnTo>
                      <a:pt x="278" y="96"/>
                    </a:lnTo>
                    <a:lnTo>
                      <a:pt x="282" y="92"/>
                    </a:lnTo>
                    <a:lnTo>
                      <a:pt x="284" y="88"/>
                    </a:lnTo>
                    <a:lnTo>
                      <a:pt x="286" y="84"/>
                    </a:lnTo>
                    <a:lnTo>
                      <a:pt x="287" y="78"/>
                    </a:lnTo>
                    <a:lnTo>
                      <a:pt x="287" y="74"/>
                    </a:lnTo>
                    <a:lnTo>
                      <a:pt x="286" y="69"/>
                    </a:lnTo>
                    <a:lnTo>
                      <a:pt x="284" y="63"/>
                    </a:lnTo>
                    <a:lnTo>
                      <a:pt x="284" y="63"/>
                    </a:lnTo>
                    <a:lnTo>
                      <a:pt x="284" y="63"/>
                    </a:lnTo>
                    <a:lnTo>
                      <a:pt x="280" y="58"/>
                    </a:lnTo>
                    <a:lnTo>
                      <a:pt x="275" y="54"/>
                    </a:lnTo>
                    <a:lnTo>
                      <a:pt x="270" y="51"/>
                    </a:lnTo>
                    <a:lnTo>
                      <a:pt x="261" y="50"/>
                    </a:lnTo>
                    <a:lnTo>
                      <a:pt x="261" y="19"/>
                    </a:lnTo>
                    <a:close/>
                    <a:moveTo>
                      <a:pt x="238" y="8"/>
                    </a:moveTo>
                    <a:lnTo>
                      <a:pt x="238" y="8"/>
                    </a:lnTo>
                    <a:lnTo>
                      <a:pt x="251" y="12"/>
                    </a:lnTo>
                    <a:lnTo>
                      <a:pt x="261" y="19"/>
                    </a:lnTo>
                    <a:lnTo>
                      <a:pt x="261" y="50"/>
                    </a:lnTo>
                    <a:lnTo>
                      <a:pt x="261" y="50"/>
                    </a:lnTo>
                    <a:lnTo>
                      <a:pt x="256" y="50"/>
                    </a:lnTo>
                    <a:lnTo>
                      <a:pt x="251" y="53"/>
                    </a:lnTo>
                    <a:lnTo>
                      <a:pt x="251" y="53"/>
                    </a:lnTo>
                    <a:lnTo>
                      <a:pt x="247" y="55"/>
                    </a:lnTo>
                    <a:lnTo>
                      <a:pt x="242" y="59"/>
                    </a:lnTo>
                    <a:lnTo>
                      <a:pt x="240" y="63"/>
                    </a:lnTo>
                    <a:lnTo>
                      <a:pt x="238" y="67"/>
                    </a:lnTo>
                    <a:lnTo>
                      <a:pt x="238" y="39"/>
                    </a:lnTo>
                    <a:lnTo>
                      <a:pt x="238" y="39"/>
                    </a:lnTo>
                    <a:lnTo>
                      <a:pt x="238" y="34"/>
                    </a:lnTo>
                    <a:lnTo>
                      <a:pt x="238" y="27"/>
                    </a:lnTo>
                    <a:lnTo>
                      <a:pt x="238" y="8"/>
                    </a:lnTo>
                    <a:lnTo>
                      <a:pt x="238" y="8"/>
                    </a:lnTo>
                    <a:close/>
                    <a:moveTo>
                      <a:pt x="261" y="247"/>
                    </a:moveTo>
                    <a:lnTo>
                      <a:pt x="261" y="247"/>
                    </a:lnTo>
                    <a:lnTo>
                      <a:pt x="249" y="250"/>
                    </a:lnTo>
                    <a:lnTo>
                      <a:pt x="238" y="250"/>
                    </a:lnTo>
                    <a:lnTo>
                      <a:pt x="238" y="233"/>
                    </a:lnTo>
                    <a:lnTo>
                      <a:pt x="238" y="233"/>
                    </a:lnTo>
                    <a:lnTo>
                      <a:pt x="244" y="235"/>
                    </a:lnTo>
                    <a:lnTo>
                      <a:pt x="249" y="235"/>
                    </a:lnTo>
                    <a:lnTo>
                      <a:pt x="256" y="235"/>
                    </a:lnTo>
                    <a:lnTo>
                      <a:pt x="261" y="233"/>
                    </a:lnTo>
                    <a:lnTo>
                      <a:pt x="261" y="247"/>
                    </a:lnTo>
                    <a:lnTo>
                      <a:pt x="261" y="247"/>
                    </a:lnTo>
                    <a:close/>
                    <a:moveTo>
                      <a:pt x="261" y="100"/>
                    </a:moveTo>
                    <a:lnTo>
                      <a:pt x="261" y="112"/>
                    </a:lnTo>
                    <a:lnTo>
                      <a:pt x="261" y="112"/>
                    </a:lnTo>
                    <a:lnTo>
                      <a:pt x="261" y="113"/>
                    </a:lnTo>
                    <a:lnTo>
                      <a:pt x="261" y="113"/>
                    </a:lnTo>
                    <a:lnTo>
                      <a:pt x="256" y="116"/>
                    </a:lnTo>
                    <a:lnTo>
                      <a:pt x="252" y="120"/>
                    </a:lnTo>
                    <a:lnTo>
                      <a:pt x="249" y="124"/>
                    </a:lnTo>
                    <a:lnTo>
                      <a:pt x="247" y="130"/>
                    </a:lnTo>
                    <a:lnTo>
                      <a:pt x="245" y="135"/>
                    </a:lnTo>
                    <a:lnTo>
                      <a:pt x="245" y="141"/>
                    </a:lnTo>
                    <a:lnTo>
                      <a:pt x="247" y="146"/>
                    </a:lnTo>
                    <a:lnTo>
                      <a:pt x="249" y="151"/>
                    </a:lnTo>
                    <a:lnTo>
                      <a:pt x="249" y="151"/>
                    </a:lnTo>
                    <a:lnTo>
                      <a:pt x="252" y="155"/>
                    </a:lnTo>
                    <a:lnTo>
                      <a:pt x="255" y="159"/>
                    </a:lnTo>
                    <a:lnTo>
                      <a:pt x="261" y="165"/>
                    </a:lnTo>
                    <a:lnTo>
                      <a:pt x="261" y="176"/>
                    </a:lnTo>
                    <a:lnTo>
                      <a:pt x="261" y="176"/>
                    </a:lnTo>
                    <a:lnTo>
                      <a:pt x="256" y="174"/>
                    </a:lnTo>
                    <a:lnTo>
                      <a:pt x="251" y="173"/>
                    </a:lnTo>
                    <a:lnTo>
                      <a:pt x="244" y="173"/>
                    </a:lnTo>
                    <a:lnTo>
                      <a:pt x="238" y="174"/>
                    </a:lnTo>
                    <a:lnTo>
                      <a:pt x="238" y="82"/>
                    </a:lnTo>
                    <a:lnTo>
                      <a:pt x="238" y="82"/>
                    </a:lnTo>
                    <a:lnTo>
                      <a:pt x="240" y="86"/>
                    </a:lnTo>
                    <a:lnTo>
                      <a:pt x="240" y="86"/>
                    </a:lnTo>
                    <a:lnTo>
                      <a:pt x="244" y="92"/>
                    </a:lnTo>
                    <a:lnTo>
                      <a:pt x="249" y="97"/>
                    </a:lnTo>
                    <a:lnTo>
                      <a:pt x="255" y="100"/>
                    </a:lnTo>
                    <a:lnTo>
                      <a:pt x="261" y="100"/>
                    </a:lnTo>
                    <a:lnTo>
                      <a:pt x="261" y="100"/>
                    </a:lnTo>
                    <a:close/>
                    <a:moveTo>
                      <a:pt x="219" y="2"/>
                    </a:moveTo>
                    <a:lnTo>
                      <a:pt x="219" y="2"/>
                    </a:lnTo>
                    <a:lnTo>
                      <a:pt x="238" y="8"/>
                    </a:lnTo>
                    <a:lnTo>
                      <a:pt x="238" y="27"/>
                    </a:lnTo>
                    <a:lnTo>
                      <a:pt x="238" y="27"/>
                    </a:lnTo>
                    <a:lnTo>
                      <a:pt x="237" y="24"/>
                    </a:lnTo>
                    <a:lnTo>
                      <a:pt x="237" y="24"/>
                    </a:lnTo>
                    <a:lnTo>
                      <a:pt x="234" y="20"/>
                    </a:lnTo>
                    <a:lnTo>
                      <a:pt x="230" y="17"/>
                    </a:lnTo>
                    <a:lnTo>
                      <a:pt x="225" y="15"/>
                    </a:lnTo>
                    <a:lnTo>
                      <a:pt x="219" y="15"/>
                    </a:lnTo>
                    <a:lnTo>
                      <a:pt x="219" y="2"/>
                    </a:lnTo>
                    <a:lnTo>
                      <a:pt x="219" y="2"/>
                    </a:lnTo>
                    <a:close/>
                    <a:moveTo>
                      <a:pt x="238" y="250"/>
                    </a:moveTo>
                    <a:lnTo>
                      <a:pt x="238" y="250"/>
                    </a:lnTo>
                    <a:lnTo>
                      <a:pt x="229" y="247"/>
                    </a:lnTo>
                    <a:lnTo>
                      <a:pt x="219" y="245"/>
                    </a:lnTo>
                    <a:lnTo>
                      <a:pt x="219" y="215"/>
                    </a:lnTo>
                    <a:lnTo>
                      <a:pt x="219" y="215"/>
                    </a:lnTo>
                    <a:lnTo>
                      <a:pt x="221" y="218"/>
                    </a:lnTo>
                    <a:lnTo>
                      <a:pt x="221" y="218"/>
                    </a:lnTo>
                    <a:lnTo>
                      <a:pt x="225" y="223"/>
                    </a:lnTo>
                    <a:lnTo>
                      <a:pt x="229" y="227"/>
                    </a:lnTo>
                    <a:lnTo>
                      <a:pt x="233" y="231"/>
                    </a:lnTo>
                    <a:lnTo>
                      <a:pt x="238" y="233"/>
                    </a:lnTo>
                    <a:lnTo>
                      <a:pt x="238" y="250"/>
                    </a:lnTo>
                    <a:lnTo>
                      <a:pt x="238" y="250"/>
                    </a:lnTo>
                    <a:close/>
                    <a:moveTo>
                      <a:pt x="238" y="39"/>
                    </a:moveTo>
                    <a:lnTo>
                      <a:pt x="238" y="67"/>
                    </a:lnTo>
                    <a:lnTo>
                      <a:pt x="238" y="67"/>
                    </a:lnTo>
                    <a:lnTo>
                      <a:pt x="237" y="74"/>
                    </a:lnTo>
                    <a:lnTo>
                      <a:pt x="238" y="82"/>
                    </a:lnTo>
                    <a:lnTo>
                      <a:pt x="238" y="174"/>
                    </a:lnTo>
                    <a:lnTo>
                      <a:pt x="238" y="174"/>
                    </a:lnTo>
                    <a:lnTo>
                      <a:pt x="236" y="176"/>
                    </a:lnTo>
                    <a:lnTo>
                      <a:pt x="236" y="176"/>
                    </a:lnTo>
                    <a:lnTo>
                      <a:pt x="230" y="180"/>
                    </a:lnTo>
                    <a:lnTo>
                      <a:pt x="226" y="184"/>
                    </a:lnTo>
                    <a:lnTo>
                      <a:pt x="222" y="188"/>
                    </a:lnTo>
                    <a:lnTo>
                      <a:pt x="219" y="193"/>
                    </a:lnTo>
                    <a:lnTo>
                      <a:pt x="219" y="53"/>
                    </a:lnTo>
                    <a:lnTo>
                      <a:pt x="219" y="53"/>
                    </a:lnTo>
                    <a:lnTo>
                      <a:pt x="225" y="51"/>
                    </a:lnTo>
                    <a:lnTo>
                      <a:pt x="229" y="50"/>
                    </a:lnTo>
                    <a:lnTo>
                      <a:pt x="229" y="50"/>
                    </a:lnTo>
                    <a:lnTo>
                      <a:pt x="234" y="46"/>
                    </a:lnTo>
                    <a:lnTo>
                      <a:pt x="238" y="39"/>
                    </a:lnTo>
                    <a:lnTo>
                      <a:pt x="238" y="39"/>
                    </a:lnTo>
                    <a:close/>
                    <a:moveTo>
                      <a:pt x="68" y="31"/>
                    </a:moveTo>
                    <a:lnTo>
                      <a:pt x="68" y="31"/>
                    </a:lnTo>
                    <a:lnTo>
                      <a:pt x="91" y="21"/>
                    </a:lnTo>
                    <a:lnTo>
                      <a:pt x="112" y="13"/>
                    </a:lnTo>
                    <a:lnTo>
                      <a:pt x="134" y="8"/>
                    </a:lnTo>
                    <a:lnTo>
                      <a:pt x="153" y="4"/>
                    </a:lnTo>
                    <a:lnTo>
                      <a:pt x="172" y="1"/>
                    </a:lnTo>
                    <a:lnTo>
                      <a:pt x="190" y="0"/>
                    </a:lnTo>
                    <a:lnTo>
                      <a:pt x="205" y="1"/>
                    </a:lnTo>
                    <a:lnTo>
                      <a:pt x="219" y="2"/>
                    </a:lnTo>
                    <a:lnTo>
                      <a:pt x="219" y="15"/>
                    </a:lnTo>
                    <a:lnTo>
                      <a:pt x="219" y="15"/>
                    </a:lnTo>
                    <a:lnTo>
                      <a:pt x="215" y="15"/>
                    </a:lnTo>
                    <a:lnTo>
                      <a:pt x="211" y="16"/>
                    </a:lnTo>
                    <a:lnTo>
                      <a:pt x="211" y="16"/>
                    </a:lnTo>
                    <a:lnTo>
                      <a:pt x="211" y="16"/>
                    </a:lnTo>
                    <a:lnTo>
                      <a:pt x="206" y="20"/>
                    </a:lnTo>
                    <a:lnTo>
                      <a:pt x="202" y="27"/>
                    </a:lnTo>
                    <a:lnTo>
                      <a:pt x="200" y="34"/>
                    </a:lnTo>
                    <a:lnTo>
                      <a:pt x="203" y="42"/>
                    </a:lnTo>
                    <a:lnTo>
                      <a:pt x="203" y="42"/>
                    </a:lnTo>
                    <a:lnTo>
                      <a:pt x="206" y="46"/>
                    </a:lnTo>
                    <a:lnTo>
                      <a:pt x="210" y="50"/>
                    </a:lnTo>
                    <a:lnTo>
                      <a:pt x="215" y="51"/>
                    </a:lnTo>
                    <a:lnTo>
                      <a:pt x="219" y="53"/>
                    </a:lnTo>
                    <a:lnTo>
                      <a:pt x="219" y="193"/>
                    </a:lnTo>
                    <a:lnTo>
                      <a:pt x="219" y="193"/>
                    </a:lnTo>
                    <a:lnTo>
                      <a:pt x="218" y="199"/>
                    </a:lnTo>
                    <a:lnTo>
                      <a:pt x="218" y="204"/>
                    </a:lnTo>
                    <a:lnTo>
                      <a:pt x="218" y="210"/>
                    </a:lnTo>
                    <a:lnTo>
                      <a:pt x="219" y="215"/>
                    </a:lnTo>
                    <a:lnTo>
                      <a:pt x="219" y="245"/>
                    </a:lnTo>
                    <a:lnTo>
                      <a:pt x="219" y="245"/>
                    </a:lnTo>
                    <a:lnTo>
                      <a:pt x="207" y="238"/>
                    </a:lnTo>
                    <a:lnTo>
                      <a:pt x="194" y="230"/>
                    </a:lnTo>
                    <a:lnTo>
                      <a:pt x="169" y="212"/>
                    </a:lnTo>
                    <a:lnTo>
                      <a:pt x="157" y="203"/>
                    </a:lnTo>
                    <a:lnTo>
                      <a:pt x="145" y="196"/>
                    </a:lnTo>
                    <a:lnTo>
                      <a:pt x="131" y="192"/>
                    </a:lnTo>
                    <a:lnTo>
                      <a:pt x="125" y="192"/>
                    </a:lnTo>
                    <a:lnTo>
                      <a:pt x="118" y="192"/>
                    </a:lnTo>
                    <a:lnTo>
                      <a:pt x="118" y="192"/>
                    </a:lnTo>
                    <a:lnTo>
                      <a:pt x="92" y="193"/>
                    </a:lnTo>
                    <a:lnTo>
                      <a:pt x="68" y="193"/>
                    </a:lnTo>
                    <a:lnTo>
                      <a:pt x="68" y="164"/>
                    </a:lnTo>
                    <a:lnTo>
                      <a:pt x="68" y="164"/>
                    </a:lnTo>
                    <a:lnTo>
                      <a:pt x="76" y="162"/>
                    </a:lnTo>
                    <a:lnTo>
                      <a:pt x="84" y="159"/>
                    </a:lnTo>
                    <a:lnTo>
                      <a:pt x="84" y="159"/>
                    </a:lnTo>
                    <a:lnTo>
                      <a:pt x="84" y="159"/>
                    </a:lnTo>
                    <a:lnTo>
                      <a:pt x="91" y="155"/>
                    </a:lnTo>
                    <a:lnTo>
                      <a:pt x="96" y="150"/>
                    </a:lnTo>
                    <a:lnTo>
                      <a:pt x="100" y="145"/>
                    </a:lnTo>
                    <a:lnTo>
                      <a:pt x="103" y="138"/>
                    </a:lnTo>
                    <a:lnTo>
                      <a:pt x="104" y="131"/>
                    </a:lnTo>
                    <a:lnTo>
                      <a:pt x="104" y="123"/>
                    </a:lnTo>
                    <a:lnTo>
                      <a:pt x="103" y="116"/>
                    </a:lnTo>
                    <a:lnTo>
                      <a:pt x="100" y="109"/>
                    </a:lnTo>
                    <a:lnTo>
                      <a:pt x="100" y="109"/>
                    </a:lnTo>
                    <a:lnTo>
                      <a:pt x="95" y="100"/>
                    </a:lnTo>
                    <a:lnTo>
                      <a:pt x="87" y="93"/>
                    </a:lnTo>
                    <a:lnTo>
                      <a:pt x="77" y="89"/>
                    </a:lnTo>
                    <a:lnTo>
                      <a:pt x="68" y="88"/>
                    </a:lnTo>
                    <a:lnTo>
                      <a:pt x="68" y="31"/>
                    </a:lnTo>
                    <a:close/>
                    <a:moveTo>
                      <a:pt x="0" y="136"/>
                    </a:moveTo>
                    <a:lnTo>
                      <a:pt x="0" y="136"/>
                    </a:lnTo>
                    <a:lnTo>
                      <a:pt x="0" y="124"/>
                    </a:lnTo>
                    <a:lnTo>
                      <a:pt x="0" y="115"/>
                    </a:lnTo>
                    <a:lnTo>
                      <a:pt x="3" y="104"/>
                    </a:lnTo>
                    <a:lnTo>
                      <a:pt x="5" y="96"/>
                    </a:lnTo>
                    <a:lnTo>
                      <a:pt x="10" y="86"/>
                    </a:lnTo>
                    <a:lnTo>
                      <a:pt x="14" y="78"/>
                    </a:lnTo>
                    <a:lnTo>
                      <a:pt x="24" y="65"/>
                    </a:lnTo>
                    <a:lnTo>
                      <a:pt x="35" y="53"/>
                    </a:lnTo>
                    <a:lnTo>
                      <a:pt x="45" y="44"/>
                    </a:lnTo>
                    <a:lnTo>
                      <a:pt x="54" y="38"/>
                    </a:lnTo>
                    <a:lnTo>
                      <a:pt x="54" y="38"/>
                    </a:lnTo>
                    <a:lnTo>
                      <a:pt x="68" y="31"/>
                    </a:lnTo>
                    <a:lnTo>
                      <a:pt x="68" y="88"/>
                    </a:lnTo>
                    <a:lnTo>
                      <a:pt x="68" y="88"/>
                    </a:lnTo>
                    <a:lnTo>
                      <a:pt x="58" y="89"/>
                    </a:lnTo>
                    <a:lnTo>
                      <a:pt x="50" y="92"/>
                    </a:lnTo>
                    <a:lnTo>
                      <a:pt x="50" y="92"/>
                    </a:lnTo>
                    <a:lnTo>
                      <a:pt x="43" y="96"/>
                    </a:lnTo>
                    <a:lnTo>
                      <a:pt x="38" y="101"/>
                    </a:lnTo>
                    <a:lnTo>
                      <a:pt x="34" y="108"/>
                    </a:lnTo>
                    <a:lnTo>
                      <a:pt x="31" y="113"/>
                    </a:lnTo>
                    <a:lnTo>
                      <a:pt x="30" y="122"/>
                    </a:lnTo>
                    <a:lnTo>
                      <a:pt x="30" y="128"/>
                    </a:lnTo>
                    <a:lnTo>
                      <a:pt x="31" y="135"/>
                    </a:lnTo>
                    <a:lnTo>
                      <a:pt x="34" y="143"/>
                    </a:lnTo>
                    <a:lnTo>
                      <a:pt x="34" y="143"/>
                    </a:lnTo>
                    <a:lnTo>
                      <a:pt x="39" y="151"/>
                    </a:lnTo>
                    <a:lnTo>
                      <a:pt x="47" y="158"/>
                    </a:lnTo>
                    <a:lnTo>
                      <a:pt x="57" y="162"/>
                    </a:lnTo>
                    <a:lnTo>
                      <a:pt x="68" y="164"/>
                    </a:lnTo>
                    <a:lnTo>
                      <a:pt x="68" y="193"/>
                    </a:lnTo>
                    <a:lnTo>
                      <a:pt x="68" y="193"/>
                    </a:lnTo>
                    <a:lnTo>
                      <a:pt x="54" y="192"/>
                    </a:lnTo>
                    <a:lnTo>
                      <a:pt x="42" y="189"/>
                    </a:lnTo>
                    <a:lnTo>
                      <a:pt x="31" y="185"/>
                    </a:lnTo>
                    <a:lnTo>
                      <a:pt x="22" y="178"/>
                    </a:lnTo>
                    <a:lnTo>
                      <a:pt x="14" y="172"/>
                    </a:lnTo>
                    <a:lnTo>
                      <a:pt x="8" y="162"/>
                    </a:lnTo>
                    <a:lnTo>
                      <a:pt x="3" y="150"/>
                    </a:lnTo>
                    <a:lnTo>
                      <a:pt x="0" y="136"/>
                    </a:lnTo>
                    <a:lnTo>
                      <a:pt x="0" y="136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 lnSpcReduction="1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19" name="îsḷiḍe">
                <a:extLst>
                  <a:ext uri="{FF2B5EF4-FFF2-40B4-BE49-F238E27FC236}">
                    <a16:creationId xmlns:a16="http://schemas.microsoft.com/office/drawing/2014/main" id="{4F54A54E-F721-EBAB-26A9-29E6B6616F2F}"/>
                  </a:ext>
                </a:extLst>
              </p:cNvPr>
              <p:cNvSpPr/>
              <p:nvPr/>
            </p:nvSpPr>
            <p:spPr bwMode="auto">
              <a:xfrm>
                <a:off x="1518553" y="4111158"/>
                <a:ext cx="447538" cy="448973"/>
              </a:xfrm>
              <a:custGeom>
                <a:avLst/>
                <a:gdLst>
                  <a:gd name="T0" fmla="*/ 83 w 312"/>
                  <a:gd name="T1" fmla="*/ 16 h 313"/>
                  <a:gd name="T2" fmla="*/ 57 w 312"/>
                  <a:gd name="T3" fmla="*/ 41 h 313"/>
                  <a:gd name="T4" fmla="*/ 37 w 312"/>
                  <a:gd name="T5" fmla="*/ 71 h 313"/>
                  <a:gd name="T6" fmla="*/ 25 w 312"/>
                  <a:gd name="T7" fmla="*/ 103 h 313"/>
                  <a:gd name="T8" fmla="*/ 21 w 312"/>
                  <a:gd name="T9" fmla="*/ 140 h 313"/>
                  <a:gd name="T10" fmla="*/ 21 w 312"/>
                  <a:gd name="T11" fmla="*/ 156 h 313"/>
                  <a:gd name="T12" fmla="*/ 27 w 312"/>
                  <a:gd name="T13" fmla="*/ 186 h 313"/>
                  <a:gd name="T14" fmla="*/ 40 w 312"/>
                  <a:gd name="T15" fmla="*/ 213 h 313"/>
                  <a:gd name="T16" fmla="*/ 56 w 312"/>
                  <a:gd name="T17" fmla="*/ 237 h 313"/>
                  <a:gd name="T18" fmla="*/ 76 w 312"/>
                  <a:gd name="T19" fmla="*/ 259 h 313"/>
                  <a:gd name="T20" fmla="*/ 101 w 312"/>
                  <a:gd name="T21" fmla="*/ 275 h 313"/>
                  <a:gd name="T22" fmla="*/ 128 w 312"/>
                  <a:gd name="T23" fmla="*/ 287 h 313"/>
                  <a:gd name="T24" fmla="*/ 157 w 312"/>
                  <a:gd name="T25" fmla="*/ 293 h 313"/>
                  <a:gd name="T26" fmla="*/ 174 w 312"/>
                  <a:gd name="T27" fmla="*/ 294 h 313"/>
                  <a:gd name="T28" fmla="*/ 210 w 312"/>
                  <a:gd name="T29" fmla="*/ 289 h 313"/>
                  <a:gd name="T30" fmla="*/ 243 w 312"/>
                  <a:gd name="T31" fmla="*/ 276 h 313"/>
                  <a:gd name="T32" fmla="*/ 273 w 312"/>
                  <a:gd name="T33" fmla="*/ 257 h 313"/>
                  <a:gd name="T34" fmla="*/ 296 w 312"/>
                  <a:gd name="T35" fmla="*/ 233 h 313"/>
                  <a:gd name="T36" fmla="*/ 312 w 312"/>
                  <a:gd name="T37" fmla="*/ 245 h 313"/>
                  <a:gd name="T38" fmla="*/ 285 w 312"/>
                  <a:gd name="T39" fmla="*/ 274 h 313"/>
                  <a:gd name="T40" fmla="*/ 252 w 312"/>
                  <a:gd name="T41" fmla="*/ 295 h 313"/>
                  <a:gd name="T42" fmla="*/ 214 w 312"/>
                  <a:gd name="T43" fmla="*/ 309 h 313"/>
                  <a:gd name="T44" fmla="*/ 174 w 312"/>
                  <a:gd name="T45" fmla="*/ 313 h 313"/>
                  <a:gd name="T46" fmla="*/ 156 w 312"/>
                  <a:gd name="T47" fmla="*/ 313 h 313"/>
                  <a:gd name="T48" fmla="*/ 122 w 312"/>
                  <a:gd name="T49" fmla="*/ 306 h 313"/>
                  <a:gd name="T50" fmla="*/ 91 w 312"/>
                  <a:gd name="T51" fmla="*/ 293 h 313"/>
                  <a:gd name="T52" fmla="*/ 64 w 312"/>
                  <a:gd name="T53" fmla="*/ 274 h 313"/>
                  <a:gd name="T54" fmla="*/ 40 w 312"/>
                  <a:gd name="T55" fmla="*/ 251 h 313"/>
                  <a:gd name="T56" fmla="*/ 21 w 312"/>
                  <a:gd name="T57" fmla="*/ 222 h 313"/>
                  <a:gd name="T58" fmla="*/ 8 w 312"/>
                  <a:gd name="T59" fmla="*/ 191 h 313"/>
                  <a:gd name="T60" fmla="*/ 2 w 312"/>
                  <a:gd name="T61" fmla="*/ 159 h 313"/>
                  <a:gd name="T62" fmla="*/ 0 w 312"/>
                  <a:gd name="T63" fmla="*/ 140 h 313"/>
                  <a:gd name="T64" fmla="*/ 6 w 312"/>
                  <a:gd name="T65" fmla="*/ 99 h 313"/>
                  <a:gd name="T66" fmla="*/ 19 w 312"/>
                  <a:gd name="T67" fmla="*/ 61 h 313"/>
                  <a:gd name="T68" fmla="*/ 42 w 312"/>
                  <a:gd name="T69" fmla="*/ 27 h 313"/>
                  <a:gd name="T70" fmla="*/ 71 w 312"/>
                  <a:gd name="T71" fmla="*/ 0 h 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12" h="313">
                    <a:moveTo>
                      <a:pt x="83" y="16"/>
                    </a:moveTo>
                    <a:lnTo>
                      <a:pt x="83" y="16"/>
                    </a:lnTo>
                    <a:lnTo>
                      <a:pt x="69" y="29"/>
                    </a:lnTo>
                    <a:lnTo>
                      <a:pt x="57" y="41"/>
                    </a:lnTo>
                    <a:lnTo>
                      <a:pt x="46" y="54"/>
                    </a:lnTo>
                    <a:lnTo>
                      <a:pt x="37" y="71"/>
                    </a:lnTo>
                    <a:lnTo>
                      <a:pt x="30" y="87"/>
                    </a:lnTo>
                    <a:lnTo>
                      <a:pt x="25" y="103"/>
                    </a:lnTo>
                    <a:lnTo>
                      <a:pt x="22" y="122"/>
                    </a:lnTo>
                    <a:lnTo>
                      <a:pt x="21" y="140"/>
                    </a:lnTo>
                    <a:lnTo>
                      <a:pt x="21" y="140"/>
                    </a:lnTo>
                    <a:lnTo>
                      <a:pt x="21" y="156"/>
                    </a:lnTo>
                    <a:lnTo>
                      <a:pt x="23" y="171"/>
                    </a:lnTo>
                    <a:lnTo>
                      <a:pt x="27" y="186"/>
                    </a:lnTo>
                    <a:lnTo>
                      <a:pt x="33" y="199"/>
                    </a:lnTo>
                    <a:lnTo>
                      <a:pt x="40" y="213"/>
                    </a:lnTo>
                    <a:lnTo>
                      <a:pt x="46" y="226"/>
                    </a:lnTo>
                    <a:lnTo>
                      <a:pt x="56" y="237"/>
                    </a:lnTo>
                    <a:lnTo>
                      <a:pt x="65" y="248"/>
                    </a:lnTo>
                    <a:lnTo>
                      <a:pt x="76" y="259"/>
                    </a:lnTo>
                    <a:lnTo>
                      <a:pt x="88" y="267"/>
                    </a:lnTo>
                    <a:lnTo>
                      <a:pt x="101" y="275"/>
                    </a:lnTo>
                    <a:lnTo>
                      <a:pt x="114" y="282"/>
                    </a:lnTo>
                    <a:lnTo>
                      <a:pt x="128" y="287"/>
                    </a:lnTo>
                    <a:lnTo>
                      <a:pt x="143" y="290"/>
                    </a:lnTo>
                    <a:lnTo>
                      <a:pt x="157" y="293"/>
                    </a:lnTo>
                    <a:lnTo>
                      <a:pt x="174" y="294"/>
                    </a:lnTo>
                    <a:lnTo>
                      <a:pt x="174" y="294"/>
                    </a:lnTo>
                    <a:lnTo>
                      <a:pt x="193" y="293"/>
                    </a:lnTo>
                    <a:lnTo>
                      <a:pt x="210" y="289"/>
                    </a:lnTo>
                    <a:lnTo>
                      <a:pt x="227" y="285"/>
                    </a:lnTo>
                    <a:lnTo>
                      <a:pt x="243" y="276"/>
                    </a:lnTo>
                    <a:lnTo>
                      <a:pt x="258" y="268"/>
                    </a:lnTo>
                    <a:lnTo>
                      <a:pt x="273" y="257"/>
                    </a:lnTo>
                    <a:lnTo>
                      <a:pt x="285" y="247"/>
                    </a:lnTo>
                    <a:lnTo>
                      <a:pt x="296" y="233"/>
                    </a:lnTo>
                    <a:lnTo>
                      <a:pt x="312" y="245"/>
                    </a:lnTo>
                    <a:lnTo>
                      <a:pt x="312" y="245"/>
                    </a:lnTo>
                    <a:lnTo>
                      <a:pt x="298" y="260"/>
                    </a:lnTo>
                    <a:lnTo>
                      <a:pt x="285" y="274"/>
                    </a:lnTo>
                    <a:lnTo>
                      <a:pt x="268" y="285"/>
                    </a:lnTo>
                    <a:lnTo>
                      <a:pt x="252" y="295"/>
                    </a:lnTo>
                    <a:lnTo>
                      <a:pt x="233" y="303"/>
                    </a:lnTo>
                    <a:lnTo>
                      <a:pt x="214" y="309"/>
                    </a:lnTo>
                    <a:lnTo>
                      <a:pt x="194" y="312"/>
                    </a:lnTo>
                    <a:lnTo>
                      <a:pt x="174" y="313"/>
                    </a:lnTo>
                    <a:lnTo>
                      <a:pt x="174" y="313"/>
                    </a:lnTo>
                    <a:lnTo>
                      <a:pt x="156" y="313"/>
                    </a:lnTo>
                    <a:lnTo>
                      <a:pt x="138" y="310"/>
                    </a:lnTo>
                    <a:lnTo>
                      <a:pt x="122" y="306"/>
                    </a:lnTo>
                    <a:lnTo>
                      <a:pt x="106" y="299"/>
                    </a:lnTo>
                    <a:lnTo>
                      <a:pt x="91" y="293"/>
                    </a:lnTo>
                    <a:lnTo>
                      <a:pt x="76" y="285"/>
                    </a:lnTo>
                    <a:lnTo>
                      <a:pt x="64" y="274"/>
                    </a:lnTo>
                    <a:lnTo>
                      <a:pt x="52" y="263"/>
                    </a:lnTo>
                    <a:lnTo>
                      <a:pt x="40" y="251"/>
                    </a:lnTo>
                    <a:lnTo>
                      <a:pt x="30" y="237"/>
                    </a:lnTo>
                    <a:lnTo>
                      <a:pt x="21" y="222"/>
                    </a:lnTo>
                    <a:lnTo>
                      <a:pt x="14" y="207"/>
                    </a:lnTo>
                    <a:lnTo>
                      <a:pt x="8" y="191"/>
                    </a:lnTo>
                    <a:lnTo>
                      <a:pt x="4" y="175"/>
                    </a:lnTo>
                    <a:lnTo>
                      <a:pt x="2" y="159"/>
                    </a:lnTo>
                    <a:lnTo>
                      <a:pt x="0" y="140"/>
                    </a:lnTo>
                    <a:lnTo>
                      <a:pt x="0" y="140"/>
                    </a:lnTo>
                    <a:lnTo>
                      <a:pt x="2" y="119"/>
                    </a:lnTo>
                    <a:lnTo>
                      <a:pt x="6" y="99"/>
                    </a:lnTo>
                    <a:lnTo>
                      <a:pt x="11" y="79"/>
                    </a:lnTo>
                    <a:lnTo>
                      <a:pt x="19" y="61"/>
                    </a:lnTo>
                    <a:lnTo>
                      <a:pt x="30" y="44"/>
                    </a:lnTo>
                    <a:lnTo>
                      <a:pt x="42" y="27"/>
                    </a:lnTo>
                    <a:lnTo>
                      <a:pt x="56" y="14"/>
                    </a:lnTo>
                    <a:lnTo>
                      <a:pt x="71" y="0"/>
                    </a:lnTo>
                    <a:lnTo>
                      <a:pt x="83" y="16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20" name="iṧḷidé">
                <a:extLst>
                  <a:ext uri="{FF2B5EF4-FFF2-40B4-BE49-F238E27FC236}">
                    <a16:creationId xmlns:a16="http://schemas.microsoft.com/office/drawing/2014/main" id="{4297C5FA-14DE-D374-4346-F6A8BDFDE531}"/>
                  </a:ext>
                </a:extLst>
              </p:cNvPr>
              <p:cNvSpPr/>
              <p:nvPr/>
            </p:nvSpPr>
            <p:spPr bwMode="auto">
              <a:xfrm>
                <a:off x="1567323" y="4119764"/>
                <a:ext cx="394465" cy="393030"/>
              </a:xfrm>
              <a:custGeom>
                <a:avLst/>
                <a:gdLst>
                  <a:gd name="T0" fmla="*/ 152 w 275"/>
                  <a:gd name="T1" fmla="*/ 1 h 274"/>
                  <a:gd name="T2" fmla="*/ 191 w 275"/>
                  <a:gd name="T3" fmla="*/ 10 h 274"/>
                  <a:gd name="T4" fmla="*/ 225 w 275"/>
                  <a:gd name="T5" fmla="*/ 32 h 274"/>
                  <a:gd name="T6" fmla="*/ 252 w 275"/>
                  <a:gd name="T7" fmla="*/ 61 h 274"/>
                  <a:gd name="T8" fmla="*/ 268 w 275"/>
                  <a:gd name="T9" fmla="*/ 97 h 274"/>
                  <a:gd name="T10" fmla="*/ 275 w 275"/>
                  <a:gd name="T11" fmla="*/ 138 h 274"/>
                  <a:gd name="T12" fmla="*/ 272 w 275"/>
                  <a:gd name="T13" fmla="*/ 165 h 274"/>
                  <a:gd name="T14" fmla="*/ 259 w 275"/>
                  <a:gd name="T15" fmla="*/ 203 h 274"/>
                  <a:gd name="T16" fmla="*/ 234 w 275"/>
                  <a:gd name="T17" fmla="*/ 235 h 274"/>
                  <a:gd name="T18" fmla="*/ 203 w 275"/>
                  <a:gd name="T19" fmla="*/ 258 h 274"/>
                  <a:gd name="T20" fmla="*/ 165 w 275"/>
                  <a:gd name="T21" fmla="*/ 272 h 274"/>
                  <a:gd name="T22" fmla="*/ 137 w 275"/>
                  <a:gd name="T23" fmla="*/ 274 h 274"/>
                  <a:gd name="T24" fmla="*/ 137 w 275"/>
                  <a:gd name="T25" fmla="*/ 269 h 274"/>
                  <a:gd name="T26" fmla="*/ 164 w 275"/>
                  <a:gd name="T27" fmla="*/ 266 h 274"/>
                  <a:gd name="T28" fmla="*/ 201 w 275"/>
                  <a:gd name="T29" fmla="*/ 253 h 274"/>
                  <a:gd name="T30" fmla="*/ 230 w 275"/>
                  <a:gd name="T31" fmla="*/ 230 h 274"/>
                  <a:gd name="T32" fmla="*/ 253 w 275"/>
                  <a:gd name="T33" fmla="*/ 200 h 274"/>
                  <a:gd name="T34" fmla="*/ 266 w 275"/>
                  <a:gd name="T35" fmla="*/ 163 h 274"/>
                  <a:gd name="T36" fmla="*/ 268 w 275"/>
                  <a:gd name="T37" fmla="*/ 138 h 274"/>
                  <a:gd name="T38" fmla="*/ 263 w 275"/>
                  <a:gd name="T39" fmla="*/ 98 h 274"/>
                  <a:gd name="T40" fmla="*/ 247 w 275"/>
                  <a:gd name="T41" fmla="*/ 65 h 274"/>
                  <a:gd name="T42" fmla="*/ 221 w 275"/>
                  <a:gd name="T43" fmla="*/ 36 h 274"/>
                  <a:gd name="T44" fmla="*/ 188 w 275"/>
                  <a:gd name="T45" fmla="*/ 17 h 274"/>
                  <a:gd name="T46" fmla="*/ 151 w 275"/>
                  <a:gd name="T47" fmla="*/ 8 h 274"/>
                  <a:gd name="T48" fmla="*/ 137 w 275"/>
                  <a:gd name="T49" fmla="*/ 0 h 274"/>
                  <a:gd name="T50" fmla="*/ 137 w 275"/>
                  <a:gd name="T51" fmla="*/ 274 h 274"/>
                  <a:gd name="T52" fmla="*/ 96 w 275"/>
                  <a:gd name="T53" fmla="*/ 269 h 274"/>
                  <a:gd name="T54" fmla="*/ 61 w 275"/>
                  <a:gd name="T55" fmla="*/ 251 h 274"/>
                  <a:gd name="T56" fmla="*/ 31 w 275"/>
                  <a:gd name="T57" fmla="*/ 224 h 274"/>
                  <a:gd name="T58" fmla="*/ 11 w 275"/>
                  <a:gd name="T59" fmla="*/ 191 h 274"/>
                  <a:gd name="T60" fmla="*/ 2 w 275"/>
                  <a:gd name="T61" fmla="*/ 151 h 274"/>
                  <a:gd name="T62" fmla="*/ 2 w 275"/>
                  <a:gd name="T63" fmla="*/ 123 h 274"/>
                  <a:gd name="T64" fmla="*/ 11 w 275"/>
                  <a:gd name="T65" fmla="*/ 84 h 274"/>
                  <a:gd name="T66" fmla="*/ 31 w 275"/>
                  <a:gd name="T67" fmla="*/ 50 h 274"/>
                  <a:gd name="T68" fmla="*/ 61 w 275"/>
                  <a:gd name="T69" fmla="*/ 24 h 274"/>
                  <a:gd name="T70" fmla="*/ 96 w 275"/>
                  <a:gd name="T71" fmla="*/ 6 h 274"/>
                  <a:gd name="T72" fmla="*/ 137 w 275"/>
                  <a:gd name="T73" fmla="*/ 0 h 274"/>
                  <a:gd name="T74" fmla="*/ 125 w 275"/>
                  <a:gd name="T75" fmla="*/ 8 h 274"/>
                  <a:gd name="T76" fmla="*/ 87 w 275"/>
                  <a:gd name="T77" fmla="*/ 17 h 274"/>
                  <a:gd name="T78" fmla="*/ 54 w 275"/>
                  <a:gd name="T79" fmla="*/ 36 h 274"/>
                  <a:gd name="T80" fmla="*/ 29 w 275"/>
                  <a:gd name="T81" fmla="*/ 65 h 274"/>
                  <a:gd name="T82" fmla="*/ 12 w 275"/>
                  <a:gd name="T83" fmla="*/ 98 h 274"/>
                  <a:gd name="T84" fmla="*/ 7 w 275"/>
                  <a:gd name="T85" fmla="*/ 138 h 274"/>
                  <a:gd name="T86" fmla="*/ 10 w 275"/>
                  <a:gd name="T87" fmla="*/ 163 h 274"/>
                  <a:gd name="T88" fmla="*/ 22 w 275"/>
                  <a:gd name="T89" fmla="*/ 200 h 274"/>
                  <a:gd name="T90" fmla="*/ 45 w 275"/>
                  <a:gd name="T91" fmla="*/ 230 h 274"/>
                  <a:gd name="T92" fmla="*/ 75 w 275"/>
                  <a:gd name="T93" fmla="*/ 253 h 274"/>
                  <a:gd name="T94" fmla="*/ 111 w 275"/>
                  <a:gd name="T95" fmla="*/ 266 h 274"/>
                  <a:gd name="T96" fmla="*/ 137 w 275"/>
                  <a:gd name="T97" fmla="*/ 274 h 2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75" h="274">
                    <a:moveTo>
                      <a:pt x="137" y="0"/>
                    </a:moveTo>
                    <a:lnTo>
                      <a:pt x="137" y="0"/>
                    </a:lnTo>
                    <a:lnTo>
                      <a:pt x="152" y="1"/>
                    </a:lnTo>
                    <a:lnTo>
                      <a:pt x="165" y="2"/>
                    </a:lnTo>
                    <a:lnTo>
                      <a:pt x="179" y="6"/>
                    </a:lnTo>
                    <a:lnTo>
                      <a:pt x="191" y="10"/>
                    </a:lnTo>
                    <a:lnTo>
                      <a:pt x="203" y="17"/>
                    </a:lnTo>
                    <a:lnTo>
                      <a:pt x="214" y="24"/>
                    </a:lnTo>
                    <a:lnTo>
                      <a:pt x="225" y="32"/>
                    </a:lnTo>
                    <a:lnTo>
                      <a:pt x="234" y="40"/>
                    </a:lnTo>
                    <a:lnTo>
                      <a:pt x="244" y="50"/>
                    </a:lnTo>
                    <a:lnTo>
                      <a:pt x="252" y="61"/>
                    </a:lnTo>
                    <a:lnTo>
                      <a:pt x="259" y="71"/>
                    </a:lnTo>
                    <a:lnTo>
                      <a:pt x="264" y="84"/>
                    </a:lnTo>
                    <a:lnTo>
                      <a:pt x="268" y="97"/>
                    </a:lnTo>
                    <a:lnTo>
                      <a:pt x="272" y="109"/>
                    </a:lnTo>
                    <a:lnTo>
                      <a:pt x="274" y="123"/>
                    </a:lnTo>
                    <a:lnTo>
                      <a:pt x="275" y="138"/>
                    </a:lnTo>
                    <a:lnTo>
                      <a:pt x="275" y="138"/>
                    </a:lnTo>
                    <a:lnTo>
                      <a:pt x="274" y="151"/>
                    </a:lnTo>
                    <a:lnTo>
                      <a:pt x="272" y="165"/>
                    </a:lnTo>
                    <a:lnTo>
                      <a:pt x="268" y="178"/>
                    </a:lnTo>
                    <a:lnTo>
                      <a:pt x="264" y="191"/>
                    </a:lnTo>
                    <a:lnTo>
                      <a:pt x="259" y="203"/>
                    </a:lnTo>
                    <a:lnTo>
                      <a:pt x="252" y="215"/>
                    </a:lnTo>
                    <a:lnTo>
                      <a:pt x="244" y="224"/>
                    </a:lnTo>
                    <a:lnTo>
                      <a:pt x="234" y="235"/>
                    </a:lnTo>
                    <a:lnTo>
                      <a:pt x="225" y="243"/>
                    </a:lnTo>
                    <a:lnTo>
                      <a:pt x="214" y="251"/>
                    </a:lnTo>
                    <a:lnTo>
                      <a:pt x="203" y="258"/>
                    </a:lnTo>
                    <a:lnTo>
                      <a:pt x="191" y="264"/>
                    </a:lnTo>
                    <a:lnTo>
                      <a:pt x="179" y="269"/>
                    </a:lnTo>
                    <a:lnTo>
                      <a:pt x="165" y="272"/>
                    </a:lnTo>
                    <a:lnTo>
                      <a:pt x="152" y="274"/>
                    </a:lnTo>
                    <a:lnTo>
                      <a:pt x="137" y="274"/>
                    </a:lnTo>
                    <a:lnTo>
                      <a:pt x="137" y="274"/>
                    </a:lnTo>
                    <a:lnTo>
                      <a:pt x="137" y="269"/>
                    </a:lnTo>
                    <a:lnTo>
                      <a:pt x="137" y="269"/>
                    </a:lnTo>
                    <a:lnTo>
                      <a:pt x="137" y="269"/>
                    </a:lnTo>
                    <a:lnTo>
                      <a:pt x="137" y="269"/>
                    </a:lnTo>
                    <a:lnTo>
                      <a:pt x="151" y="268"/>
                    </a:lnTo>
                    <a:lnTo>
                      <a:pt x="164" y="266"/>
                    </a:lnTo>
                    <a:lnTo>
                      <a:pt x="176" y="262"/>
                    </a:lnTo>
                    <a:lnTo>
                      <a:pt x="188" y="258"/>
                    </a:lnTo>
                    <a:lnTo>
                      <a:pt x="201" y="253"/>
                    </a:lnTo>
                    <a:lnTo>
                      <a:pt x="211" y="246"/>
                    </a:lnTo>
                    <a:lnTo>
                      <a:pt x="221" y="238"/>
                    </a:lnTo>
                    <a:lnTo>
                      <a:pt x="230" y="230"/>
                    </a:lnTo>
                    <a:lnTo>
                      <a:pt x="239" y="220"/>
                    </a:lnTo>
                    <a:lnTo>
                      <a:pt x="247" y="211"/>
                    </a:lnTo>
                    <a:lnTo>
                      <a:pt x="253" y="200"/>
                    </a:lnTo>
                    <a:lnTo>
                      <a:pt x="259" y="188"/>
                    </a:lnTo>
                    <a:lnTo>
                      <a:pt x="263" y="177"/>
                    </a:lnTo>
                    <a:lnTo>
                      <a:pt x="266" y="163"/>
                    </a:lnTo>
                    <a:lnTo>
                      <a:pt x="268" y="151"/>
                    </a:lnTo>
                    <a:lnTo>
                      <a:pt x="268" y="138"/>
                    </a:lnTo>
                    <a:lnTo>
                      <a:pt x="268" y="138"/>
                    </a:lnTo>
                    <a:lnTo>
                      <a:pt x="268" y="124"/>
                    </a:lnTo>
                    <a:lnTo>
                      <a:pt x="266" y="111"/>
                    </a:lnTo>
                    <a:lnTo>
                      <a:pt x="263" y="98"/>
                    </a:lnTo>
                    <a:lnTo>
                      <a:pt x="259" y="86"/>
                    </a:lnTo>
                    <a:lnTo>
                      <a:pt x="253" y="75"/>
                    </a:lnTo>
                    <a:lnTo>
                      <a:pt x="247" y="65"/>
                    </a:lnTo>
                    <a:lnTo>
                      <a:pt x="239" y="54"/>
                    </a:lnTo>
                    <a:lnTo>
                      <a:pt x="230" y="44"/>
                    </a:lnTo>
                    <a:lnTo>
                      <a:pt x="221" y="36"/>
                    </a:lnTo>
                    <a:lnTo>
                      <a:pt x="211" y="29"/>
                    </a:lnTo>
                    <a:lnTo>
                      <a:pt x="201" y="23"/>
                    </a:lnTo>
                    <a:lnTo>
                      <a:pt x="188" y="17"/>
                    </a:lnTo>
                    <a:lnTo>
                      <a:pt x="176" y="12"/>
                    </a:lnTo>
                    <a:lnTo>
                      <a:pt x="164" y="9"/>
                    </a:lnTo>
                    <a:lnTo>
                      <a:pt x="151" y="8"/>
                    </a:lnTo>
                    <a:lnTo>
                      <a:pt x="137" y="6"/>
                    </a:lnTo>
                    <a:lnTo>
                      <a:pt x="137" y="6"/>
                    </a:lnTo>
                    <a:lnTo>
                      <a:pt x="137" y="0"/>
                    </a:lnTo>
                    <a:lnTo>
                      <a:pt x="137" y="0"/>
                    </a:lnTo>
                    <a:close/>
                    <a:moveTo>
                      <a:pt x="137" y="274"/>
                    </a:moveTo>
                    <a:lnTo>
                      <a:pt x="137" y="274"/>
                    </a:lnTo>
                    <a:lnTo>
                      <a:pt x="123" y="274"/>
                    </a:lnTo>
                    <a:lnTo>
                      <a:pt x="110" y="272"/>
                    </a:lnTo>
                    <a:lnTo>
                      <a:pt x="96" y="269"/>
                    </a:lnTo>
                    <a:lnTo>
                      <a:pt x="84" y="264"/>
                    </a:lnTo>
                    <a:lnTo>
                      <a:pt x="72" y="258"/>
                    </a:lnTo>
                    <a:lnTo>
                      <a:pt x="61" y="251"/>
                    </a:lnTo>
                    <a:lnTo>
                      <a:pt x="50" y="243"/>
                    </a:lnTo>
                    <a:lnTo>
                      <a:pt x="41" y="235"/>
                    </a:lnTo>
                    <a:lnTo>
                      <a:pt x="31" y="224"/>
                    </a:lnTo>
                    <a:lnTo>
                      <a:pt x="23" y="215"/>
                    </a:lnTo>
                    <a:lnTo>
                      <a:pt x="16" y="203"/>
                    </a:lnTo>
                    <a:lnTo>
                      <a:pt x="11" y="191"/>
                    </a:lnTo>
                    <a:lnTo>
                      <a:pt x="7" y="178"/>
                    </a:lnTo>
                    <a:lnTo>
                      <a:pt x="3" y="165"/>
                    </a:lnTo>
                    <a:lnTo>
                      <a:pt x="2" y="151"/>
                    </a:lnTo>
                    <a:lnTo>
                      <a:pt x="0" y="138"/>
                    </a:lnTo>
                    <a:lnTo>
                      <a:pt x="0" y="138"/>
                    </a:lnTo>
                    <a:lnTo>
                      <a:pt x="2" y="123"/>
                    </a:lnTo>
                    <a:lnTo>
                      <a:pt x="3" y="109"/>
                    </a:lnTo>
                    <a:lnTo>
                      <a:pt x="7" y="97"/>
                    </a:lnTo>
                    <a:lnTo>
                      <a:pt x="11" y="84"/>
                    </a:lnTo>
                    <a:lnTo>
                      <a:pt x="16" y="71"/>
                    </a:lnTo>
                    <a:lnTo>
                      <a:pt x="23" y="61"/>
                    </a:lnTo>
                    <a:lnTo>
                      <a:pt x="31" y="50"/>
                    </a:lnTo>
                    <a:lnTo>
                      <a:pt x="41" y="40"/>
                    </a:lnTo>
                    <a:lnTo>
                      <a:pt x="50" y="32"/>
                    </a:lnTo>
                    <a:lnTo>
                      <a:pt x="61" y="24"/>
                    </a:lnTo>
                    <a:lnTo>
                      <a:pt x="72" y="17"/>
                    </a:lnTo>
                    <a:lnTo>
                      <a:pt x="84" y="10"/>
                    </a:lnTo>
                    <a:lnTo>
                      <a:pt x="96" y="6"/>
                    </a:lnTo>
                    <a:lnTo>
                      <a:pt x="110" y="2"/>
                    </a:lnTo>
                    <a:lnTo>
                      <a:pt x="123" y="1"/>
                    </a:lnTo>
                    <a:lnTo>
                      <a:pt x="137" y="0"/>
                    </a:lnTo>
                    <a:lnTo>
                      <a:pt x="137" y="6"/>
                    </a:lnTo>
                    <a:lnTo>
                      <a:pt x="137" y="6"/>
                    </a:lnTo>
                    <a:lnTo>
                      <a:pt x="125" y="8"/>
                    </a:lnTo>
                    <a:lnTo>
                      <a:pt x="111" y="9"/>
                    </a:lnTo>
                    <a:lnTo>
                      <a:pt x="99" y="12"/>
                    </a:lnTo>
                    <a:lnTo>
                      <a:pt x="87" y="17"/>
                    </a:lnTo>
                    <a:lnTo>
                      <a:pt x="75" y="23"/>
                    </a:lnTo>
                    <a:lnTo>
                      <a:pt x="64" y="29"/>
                    </a:lnTo>
                    <a:lnTo>
                      <a:pt x="54" y="36"/>
                    </a:lnTo>
                    <a:lnTo>
                      <a:pt x="45" y="44"/>
                    </a:lnTo>
                    <a:lnTo>
                      <a:pt x="37" y="54"/>
                    </a:lnTo>
                    <a:lnTo>
                      <a:pt x="29" y="65"/>
                    </a:lnTo>
                    <a:lnTo>
                      <a:pt x="22" y="75"/>
                    </a:lnTo>
                    <a:lnTo>
                      <a:pt x="16" y="86"/>
                    </a:lnTo>
                    <a:lnTo>
                      <a:pt x="12" y="98"/>
                    </a:lnTo>
                    <a:lnTo>
                      <a:pt x="10" y="111"/>
                    </a:lnTo>
                    <a:lnTo>
                      <a:pt x="7" y="124"/>
                    </a:lnTo>
                    <a:lnTo>
                      <a:pt x="7" y="138"/>
                    </a:lnTo>
                    <a:lnTo>
                      <a:pt x="7" y="138"/>
                    </a:lnTo>
                    <a:lnTo>
                      <a:pt x="7" y="151"/>
                    </a:lnTo>
                    <a:lnTo>
                      <a:pt x="10" y="163"/>
                    </a:lnTo>
                    <a:lnTo>
                      <a:pt x="12" y="177"/>
                    </a:lnTo>
                    <a:lnTo>
                      <a:pt x="16" y="188"/>
                    </a:lnTo>
                    <a:lnTo>
                      <a:pt x="22" y="200"/>
                    </a:lnTo>
                    <a:lnTo>
                      <a:pt x="29" y="211"/>
                    </a:lnTo>
                    <a:lnTo>
                      <a:pt x="37" y="220"/>
                    </a:lnTo>
                    <a:lnTo>
                      <a:pt x="45" y="230"/>
                    </a:lnTo>
                    <a:lnTo>
                      <a:pt x="54" y="238"/>
                    </a:lnTo>
                    <a:lnTo>
                      <a:pt x="64" y="246"/>
                    </a:lnTo>
                    <a:lnTo>
                      <a:pt x="75" y="253"/>
                    </a:lnTo>
                    <a:lnTo>
                      <a:pt x="87" y="258"/>
                    </a:lnTo>
                    <a:lnTo>
                      <a:pt x="99" y="262"/>
                    </a:lnTo>
                    <a:lnTo>
                      <a:pt x="111" y="266"/>
                    </a:lnTo>
                    <a:lnTo>
                      <a:pt x="125" y="268"/>
                    </a:lnTo>
                    <a:lnTo>
                      <a:pt x="137" y="269"/>
                    </a:lnTo>
                    <a:lnTo>
                      <a:pt x="137" y="274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21" name="îšļîďé">
                <a:extLst>
                  <a:ext uri="{FF2B5EF4-FFF2-40B4-BE49-F238E27FC236}">
                    <a16:creationId xmlns:a16="http://schemas.microsoft.com/office/drawing/2014/main" id="{F9375E0E-01D3-1D23-0C5A-BA24705F83F0}"/>
                  </a:ext>
                </a:extLst>
              </p:cNvPr>
              <p:cNvSpPr/>
              <p:nvPr/>
            </p:nvSpPr>
            <p:spPr bwMode="auto">
              <a:xfrm>
                <a:off x="1561586" y="4126937"/>
                <a:ext cx="393030" cy="382990"/>
              </a:xfrm>
              <a:custGeom>
                <a:avLst/>
                <a:gdLst>
                  <a:gd name="T0" fmla="*/ 199 w 274"/>
                  <a:gd name="T1" fmla="*/ 18 h 267"/>
                  <a:gd name="T2" fmla="*/ 203 w 274"/>
                  <a:gd name="T3" fmla="*/ 37 h 267"/>
                  <a:gd name="T4" fmla="*/ 214 w 274"/>
                  <a:gd name="T5" fmla="*/ 35 h 267"/>
                  <a:gd name="T6" fmla="*/ 221 w 274"/>
                  <a:gd name="T7" fmla="*/ 43 h 267"/>
                  <a:gd name="T8" fmla="*/ 238 w 274"/>
                  <a:gd name="T9" fmla="*/ 56 h 267"/>
                  <a:gd name="T10" fmla="*/ 257 w 274"/>
                  <a:gd name="T11" fmla="*/ 80 h 267"/>
                  <a:gd name="T12" fmla="*/ 251 w 274"/>
                  <a:gd name="T13" fmla="*/ 91 h 267"/>
                  <a:gd name="T14" fmla="*/ 256 w 274"/>
                  <a:gd name="T15" fmla="*/ 93 h 267"/>
                  <a:gd name="T16" fmla="*/ 262 w 274"/>
                  <a:gd name="T17" fmla="*/ 85 h 267"/>
                  <a:gd name="T18" fmla="*/ 264 w 274"/>
                  <a:gd name="T19" fmla="*/ 93 h 267"/>
                  <a:gd name="T20" fmla="*/ 259 w 274"/>
                  <a:gd name="T21" fmla="*/ 110 h 267"/>
                  <a:gd name="T22" fmla="*/ 247 w 274"/>
                  <a:gd name="T23" fmla="*/ 112 h 267"/>
                  <a:gd name="T24" fmla="*/ 232 w 274"/>
                  <a:gd name="T25" fmla="*/ 127 h 267"/>
                  <a:gd name="T26" fmla="*/ 220 w 274"/>
                  <a:gd name="T27" fmla="*/ 141 h 267"/>
                  <a:gd name="T28" fmla="*/ 202 w 274"/>
                  <a:gd name="T29" fmla="*/ 154 h 267"/>
                  <a:gd name="T30" fmla="*/ 209 w 274"/>
                  <a:gd name="T31" fmla="*/ 183 h 267"/>
                  <a:gd name="T32" fmla="*/ 218 w 274"/>
                  <a:gd name="T33" fmla="*/ 214 h 267"/>
                  <a:gd name="T34" fmla="*/ 210 w 274"/>
                  <a:gd name="T35" fmla="*/ 237 h 267"/>
                  <a:gd name="T36" fmla="*/ 226 w 274"/>
                  <a:gd name="T37" fmla="*/ 228 h 267"/>
                  <a:gd name="T38" fmla="*/ 247 w 274"/>
                  <a:gd name="T39" fmla="*/ 192 h 267"/>
                  <a:gd name="T40" fmla="*/ 264 w 274"/>
                  <a:gd name="T41" fmla="*/ 141 h 267"/>
                  <a:gd name="T42" fmla="*/ 274 w 274"/>
                  <a:gd name="T43" fmla="*/ 115 h 267"/>
                  <a:gd name="T44" fmla="*/ 155 w 274"/>
                  <a:gd name="T45" fmla="*/ 267 h 267"/>
                  <a:gd name="T46" fmla="*/ 178 w 274"/>
                  <a:gd name="T47" fmla="*/ 246 h 267"/>
                  <a:gd name="T48" fmla="*/ 153 w 274"/>
                  <a:gd name="T49" fmla="*/ 245 h 267"/>
                  <a:gd name="T50" fmla="*/ 145 w 274"/>
                  <a:gd name="T51" fmla="*/ 252 h 267"/>
                  <a:gd name="T52" fmla="*/ 125 w 274"/>
                  <a:gd name="T53" fmla="*/ 248 h 267"/>
                  <a:gd name="T54" fmla="*/ 99 w 274"/>
                  <a:gd name="T55" fmla="*/ 249 h 267"/>
                  <a:gd name="T56" fmla="*/ 121 w 274"/>
                  <a:gd name="T57" fmla="*/ 267 h 267"/>
                  <a:gd name="T58" fmla="*/ 0 w 274"/>
                  <a:gd name="T59" fmla="*/ 129 h 267"/>
                  <a:gd name="T60" fmla="*/ 62 w 274"/>
                  <a:gd name="T61" fmla="*/ 26 h 267"/>
                  <a:gd name="T62" fmla="*/ 19 w 274"/>
                  <a:gd name="T63" fmla="*/ 87 h 267"/>
                  <a:gd name="T64" fmla="*/ 31 w 274"/>
                  <a:gd name="T65" fmla="*/ 84 h 267"/>
                  <a:gd name="T66" fmla="*/ 50 w 274"/>
                  <a:gd name="T67" fmla="*/ 91 h 267"/>
                  <a:gd name="T68" fmla="*/ 60 w 274"/>
                  <a:gd name="T69" fmla="*/ 88 h 267"/>
                  <a:gd name="T70" fmla="*/ 46 w 274"/>
                  <a:gd name="T71" fmla="*/ 106 h 267"/>
                  <a:gd name="T72" fmla="*/ 35 w 274"/>
                  <a:gd name="T73" fmla="*/ 122 h 267"/>
                  <a:gd name="T74" fmla="*/ 45 w 274"/>
                  <a:gd name="T75" fmla="*/ 157 h 267"/>
                  <a:gd name="T76" fmla="*/ 54 w 274"/>
                  <a:gd name="T77" fmla="*/ 180 h 267"/>
                  <a:gd name="T78" fmla="*/ 87 w 274"/>
                  <a:gd name="T79" fmla="*/ 210 h 267"/>
                  <a:gd name="T80" fmla="*/ 95 w 274"/>
                  <a:gd name="T81" fmla="*/ 188 h 267"/>
                  <a:gd name="T82" fmla="*/ 98 w 274"/>
                  <a:gd name="T83" fmla="*/ 169 h 267"/>
                  <a:gd name="T84" fmla="*/ 104 w 274"/>
                  <a:gd name="T85" fmla="*/ 137 h 267"/>
                  <a:gd name="T86" fmla="*/ 117 w 274"/>
                  <a:gd name="T87" fmla="*/ 122 h 267"/>
                  <a:gd name="T88" fmla="*/ 152 w 274"/>
                  <a:gd name="T89" fmla="*/ 125 h 267"/>
                  <a:gd name="T90" fmla="*/ 165 w 274"/>
                  <a:gd name="T91" fmla="*/ 106 h 267"/>
                  <a:gd name="T92" fmla="*/ 161 w 274"/>
                  <a:gd name="T93" fmla="*/ 81 h 267"/>
                  <a:gd name="T94" fmla="*/ 134 w 274"/>
                  <a:gd name="T95" fmla="*/ 58 h 267"/>
                  <a:gd name="T96" fmla="*/ 111 w 274"/>
                  <a:gd name="T97" fmla="*/ 57 h 267"/>
                  <a:gd name="T98" fmla="*/ 92 w 274"/>
                  <a:gd name="T99" fmla="*/ 68 h 267"/>
                  <a:gd name="T100" fmla="*/ 69 w 274"/>
                  <a:gd name="T101" fmla="*/ 64 h 267"/>
                  <a:gd name="T102" fmla="*/ 73 w 274"/>
                  <a:gd name="T103" fmla="*/ 56 h 267"/>
                  <a:gd name="T104" fmla="*/ 80 w 274"/>
                  <a:gd name="T105" fmla="*/ 45 h 267"/>
                  <a:gd name="T106" fmla="*/ 81 w 274"/>
                  <a:gd name="T107" fmla="*/ 38 h 267"/>
                  <a:gd name="T108" fmla="*/ 96 w 274"/>
                  <a:gd name="T109" fmla="*/ 49 h 267"/>
                  <a:gd name="T110" fmla="*/ 119 w 274"/>
                  <a:gd name="T111" fmla="*/ 47 h 267"/>
                  <a:gd name="T112" fmla="*/ 137 w 274"/>
                  <a:gd name="T113" fmla="*/ 45 h 267"/>
                  <a:gd name="T114" fmla="*/ 141 w 274"/>
                  <a:gd name="T115" fmla="*/ 28 h 267"/>
                  <a:gd name="T116" fmla="*/ 161 w 274"/>
                  <a:gd name="T117" fmla="*/ 22 h 267"/>
                  <a:gd name="T118" fmla="*/ 132 w 274"/>
                  <a:gd name="T119" fmla="*/ 8 h 2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74" h="267">
                    <a:moveTo>
                      <a:pt x="161" y="1"/>
                    </a:moveTo>
                    <a:lnTo>
                      <a:pt x="161" y="1"/>
                    </a:lnTo>
                    <a:lnTo>
                      <a:pt x="169" y="3"/>
                    </a:lnTo>
                    <a:lnTo>
                      <a:pt x="178" y="5"/>
                    </a:lnTo>
                    <a:lnTo>
                      <a:pt x="188" y="8"/>
                    </a:lnTo>
                    <a:lnTo>
                      <a:pt x="201" y="14"/>
                    </a:lnTo>
                    <a:lnTo>
                      <a:pt x="214" y="22"/>
                    </a:lnTo>
                    <a:lnTo>
                      <a:pt x="226" y="31"/>
                    </a:lnTo>
                    <a:lnTo>
                      <a:pt x="238" y="43"/>
                    </a:lnTo>
                    <a:lnTo>
                      <a:pt x="238" y="43"/>
                    </a:lnTo>
                    <a:lnTo>
                      <a:pt x="234" y="39"/>
                    </a:lnTo>
                    <a:lnTo>
                      <a:pt x="225" y="31"/>
                    </a:lnTo>
                    <a:lnTo>
                      <a:pt x="213" y="22"/>
                    </a:lnTo>
                    <a:lnTo>
                      <a:pt x="206" y="19"/>
                    </a:lnTo>
                    <a:lnTo>
                      <a:pt x="199" y="18"/>
                    </a:lnTo>
                    <a:lnTo>
                      <a:pt x="197" y="19"/>
                    </a:lnTo>
                    <a:lnTo>
                      <a:pt x="197" y="19"/>
                    </a:lnTo>
                    <a:lnTo>
                      <a:pt x="198" y="22"/>
                    </a:lnTo>
                    <a:lnTo>
                      <a:pt x="198" y="22"/>
                    </a:lnTo>
                    <a:lnTo>
                      <a:pt x="199" y="24"/>
                    </a:lnTo>
                    <a:lnTo>
                      <a:pt x="199" y="24"/>
                    </a:lnTo>
                    <a:lnTo>
                      <a:pt x="199" y="27"/>
                    </a:lnTo>
                    <a:lnTo>
                      <a:pt x="201" y="30"/>
                    </a:lnTo>
                    <a:lnTo>
                      <a:pt x="201" y="30"/>
                    </a:lnTo>
                    <a:lnTo>
                      <a:pt x="202" y="30"/>
                    </a:lnTo>
                    <a:lnTo>
                      <a:pt x="202" y="30"/>
                    </a:lnTo>
                    <a:lnTo>
                      <a:pt x="203" y="33"/>
                    </a:lnTo>
                    <a:lnTo>
                      <a:pt x="203" y="33"/>
                    </a:lnTo>
                    <a:lnTo>
                      <a:pt x="203" y="34"/>
                    </a:lnTo>
                    <a:lnTo>
                      <a:pt x="203" y="37"/>
                    </a:lnTo>
                    <a:lnTo>
                      <a:pt x="203" y="39"/>
                    </a:lnTo>
                    <a:lnTo>
                      <a:pt x="206" y="39"/>
                    </a:lnTo>
                    <a:lnTo>
                      <a:pt x="206" y="39"/>
                    </a:lnTo>
                    <a:lnTo>
                      <a:pt x="209" y="39"/>
                    </a:lnTo>
                    <a:lnTo>
                      <a:pt x="209" y="39"/>
                    </a:lnTo>
                    <a:lnTo>
                      <a:pt x="210" y="38"/>
                    </a:lnTo>
                    <a:lnTo>
                      <a:pt x="210" y="38"/>
                    </a:lnTo>
                    <a:lnTo>
                      <a:pt x="207" y="35"/>
                    </a:lnTo>
                    <a:lnTo>
                      <a:pt x="207" y="35"/>
                    </a:lnTo>
                    <a:lnTo>
                      <a:pt x="207" y="35"/>
                    </a:lnTo>
                    <a:lnTo>
                      <a:pt x="207" y="35"/>
                    </a:lnTo>
                    <a:lnTo>
                      <a:pt x="209" y="34"/>
                    </a:lnTo>
                    <a:lnTo>
                      <a:pt x="210" y="33"/>
                    </a:lnTo>
                    <a:lnTo>
                      <a:pt x="210" y="33"/>
                    </a:lnTo>
                    <a:lnTo>
                      <a:pt x="214" y="35"/>
                    </a:lnTo>
                    <a:lnTo>
                      <a:pt x="215" y="37"/>
                    </a:lnTo>
                    <a:lnTo>
                      <a:pt x="215" y="37"/>
                    </a:lnTo>
                    <a:lnTo>
                      <a:pt x="217" y="39"/>
                    </a:lnTo>
                    <a:lnTo>
                      <a:pt x="217" y="39"/>
                    </a:lnTo>
                    <a:lnTo>
                      <a:pt x="215" y="41"/>
                    </a:lnTo>
                    <a:lnTo>
                      <a:pt x="215" y="41"/>
                    </a:lnTo>
                    <a:lnTo>
                      <a:pt x="214" y="42"/>
                    </a:lnTo>
                    <a:lnTo>
                      <a:pt x="214" y="42"/>
                    </a:lnTo>
                    <a:lnTo>
                      <a:pt x="215" y="45"/>
                    </a:lnTo>
                    <a:lnTo>
                      <a:pt x="215" y="45"/>
                    </a:lnTo>
                    <a:lnTo>
                      <a:pt x="215" y="45"/>
                    </a:lnTo>
                    <a:lnTo>
                      <a:pt x="217" y="45"/>
                    </a:lnTo>
                    <a:lnTo>
                      <a:pt x="217" y="45"/>
                    </a:lnTo>
                    <a:lnTo>
                      <a:pt x="221" y="43"/>
                    </a:lnTo>
                    <a:lnTo>
                      <a:pt x="221" y="43"/>
                    </a:lnTo>
                    <a:lnTo>
                      <a:pt x="224" y="43"/>
                    </a:lnTo>
                    <a:lnTo>
                      <a:pt x="224" y="43"/>
                    </a:lnTo>
                    <a:lnTo>
                      <a:pt x="225" y="45"/>
                    </a:lnTo>
                    <a:lnTo>
                      <a:pt x="225" y="45"/>
                    </a:lnTo>
                    <a:lnTo>
                      <a:pt x="229" y="47"/>
                    </a:lnTo>
                    <a:lnTo>
                      <a:pt x="229" y="47"/>
                    </a:lnTo>
                    <a:lnTo>
                      <a:pt x="230" y="47"/>
                    </a:lnTo>
                    <a:lnTo>
                      <a:pt x="230" y="47"/>
                    </a:lnTo>
                    <a:lnTo>
                      <a:pt x="232" y="51"/>
                    </a:lnTo>
                    <a:lnTo>
                      <a:pt x="232" y="51"/>
                    </a:lnTo>
                    <a:lnTo>
                      <a:pt x="234" y="53"/>
                    </a:lnTo>
                    <a:lnTo>
                      <a:pt x="234" y="53"/>
                    </a:lnTo>
                    <a:lnTo>
                      <a:pt x="237" y="54"/>
                    </a:lnTo>
                    <a:lnTo>
                      <a:pt x="238" y="56"/>
                    </a:lnTo>
                    <a:lnTo>
                      <a:pt x="238" y="56"/>
                    </a:lnTo>
                    <a:lnTo>
                      <a:pt x="240" y="58"/>
                    </a:lnTo>
                    <a:lnTo>
                      <a:pt x="240" y="58"/>
                    </a:lnTo>
                    <a:lnTo>
                      <a:pt x="245" y="62"/>
                    </a:lnTo>
                    <a:lnTo>
                      <a:pt x="245" y="62"/>
                    </a:lnTo>
                    <a:lnTo>
                      <a:pt x="248" y="65"/>
                    </a:lnTo>
                    <a:lnTo>
                      <a:pt x="248" y="65"/>
                    </a:lnTo>
                    <a:lnTo>
                      <a:pt x="248" y="69"/>
                    </a:lnTo>
                    <a:lnTo>
                      <a:pt x="248" y="69"/>
                    </a:lnTo>
                    <a:lnTo>
                      <a:pt x="249" y="73"/>
                    </a:lnTo>
                    <a:lnTo>
                      <a:pt x="249" y="73"/>
                    </a:lnTo>
                    <a:lnTo>
                      <a:pt x="251" y="76"/>
                    </a:lnTo>
                    <a:lnTo>
                      <a:pt x="251" y="76"/>
                    </a:lnTo>
                    <a:lnTo>
                      <a:pt x="253" y="77"/>
                    </a:lnTo>
                    <a:lnTo>
                      <a:pt x="253" y="77"/>
                    </a:lnTo>
                    <a:lnTo>
                      <a:pt x="257" y="80"/>
                    </a:lnTo>
                    <a:lnTo>
                      <a:pt x="257" y="80"/>
                    </a:lnTo>
                    <a:lnTo>
                      <a:pt x="259" y="81"/>
                    </a:lnTo>
                    <a:lnTo>
                      <a:pt x="259" y="83"/>
                    </a:lnTo>
                    <a:lnTo>
                      <a:pt x="259" y="83"/>
                    </a:lnTo>
                    <a:lnTo>
                      <a:pt x="257" y="84"/>
                    </a:lnTo>
                    <a:lnTo>
                      <a:pt x="257" y="84"/>
                    </a:lnTo>
                    <a:lnTo>
                      <a:pt x="255" y="84"/>
                    </a:lnTo>
                    <a:lnTo>
                      <a:pt x="255" y="84"/>
                    </a:lnTo>
                    <a:lnTo>
                      <a:pt x="255" y="87"/>
                    </a:lnTo>
                    <a:lnTo>
                      <a:pt x="255" y="87"/>
                    </a:lnTo>
                    <a:lnTo>
                      <a:pt x="255" y="88"/>
                    </a:lnTo>
                    <a:lnTo>
                      <a:pt x="255" y="89"/>
                    </a:lnTo>
                    <a:lnTo>
                      <a:pt x="255" y="89"/>
                    </a:lnTo>
                    <a:lnTo>
                      <a:pt x="252" y="91"/>
                    </a:lnTo>
                    <a:lnTo>
                      <a:pt x="251" y="91"/>
                    </a:lnTo>
                    <a:lnTo>
                      <a:pt x="248" y="92"/>
                    </a:lnTo>
                    <a:lnTo>
                      <a:pt x="247" y="93"/>
                    </a:lnTo>
                    <a:lnTo>
                      <a:pt x="247" y="93"/>
                    </a:lnTo>
                    <a:lnTo>
                      <a:pt x="247" y="95"/>
                    </a:lnTo>
                    <a:lnTo>
                      <a:pt x="247" y="95"/>
                    </a:lnTo>
                    <a:lnTo>
                      <a:pt x="249" y="96"/>
                    </a:lnTo>
                    <a:lnTo>
                      <a:pt x="249" y="96"/>
                    </a:lnTo>
                    <a:lnTo>
                      <a:pt x="249" y="95"/>
                    </a:lnTo>
                    <a:lnTo>
                      <a:pt x="249" y="95"/>
                    </a:lnTo>
                    <a:lnTo>
                      <a:pt x="249" y="93"/>
                    </a:lnTo>
                    <a:lnTo>
                      <a:pt x="251" y="93"/>
                    </a:lnTo>
                    <a:lnTo>
                      <a:pt x="251" y="93"/>
                    </a:lnTo>
                    <a:lnTo>
                      <a:pt x="253" y="93"/>
                    </a:lnTo>
                    <a:lnTo>
                      <a:pt x="253" y="93"/>
                    </a:lnTo>
                    <a:lnTo>
                      <a:pt x="256" y="93"/>
                    </a:lnTo>
                    <a:lnTo>
                      <a:pt x="256" y="93"/>
                    </a:lnTo>
                    <a:lnTo>
                      <a:pt x="256" y="92"/>
                    </a:lnTo>
                    <a:lnTo>
                      <a:pt x="256" y="92"/>
                    </a:lnTo>
                    <a:lnTo>
                      <a:pt x="256" y="92"/>
                    </a:lnTo>
                    <a:lnTo>
                      <a:pt x="256" y="89"/>
                    </a:lnTo>
                    <a:lnTo>
                      <a:pt x="256" y="89"/>
                    </a:lnTo>
                    <a:lnTo>
                      <a:pt x="257" y="87"/>
                    </a:lnTo>
                    <a:lnTo>
                      <a:pt x="257" y="87"/>
                    </a:lnTo>
                    <a:lnTo>
                      <a:pt x="257" y="88"/>
                    </a:lnTo>
                    <a:lnTo>
                      <a:pt x="259" y="87"/>
                    </a:lnTo>
                    <a:lnTo>
                      <a:pt x="259" y="87"/>
                    </a:lnTo>
                    <a:lnTo>
                      <a:pt x="260" y="85"/>
                    </a:lnTo>
                    <a:lnTo>
                      <a:pt x="260" y="85"/>
                    </a:lnTo>
                    <a:lnTo>
                      <a:pt x="262" y="85"/>
                    </a:lnTo>
                    <a:lnTo>
                      <a:pt x="262" y="85"/>
                    </a:lnTo>
                    <a:lnTo>
                      <a:pt x="262" y="85"/>
                    </a:lnTo>
                    <a:lnTo>
                      <a:pt x="262" y="83"/>
                    </a:lnTo>
                    <a:lnTo>
                      <a:pt x="262" y="83"/>
                    </a:lnTo>
                    <a:lnTo>
                      <a:pt x="260" y="80"/>
                    </a:lnTo>
                    <a:lnTo>
                      <a:pt x="260" y="80"/>
                    </a:lnTo>
                    <a:lnTo>
                      <a:pt x="260" y="75"/>
                    </a:lnTo>
                    <a:lnTo>
                      <a:pt x="260" y="75"/>
                    </a:lnTo>
                    <a:lnTo>
                      <a:pt x="263" y="80"/>
                    </a:lnTo>
                    <a:lnTo>
                      <a:pt x="266" y="89"/>
                    </a:lnTo>
                    <a:lnTo>
                      <a:pt x="266" y="89"/>
                    </a:lnTo>
                    <a:lnTo>
                      <a:pt x="264" y="89"/>
                    </a:lnTo>
                    <a:lnTo>
                      <a:pt x="264" y="91"/>
                    </a:lnTo>
                    <a:lnTo>
                      <a:pt x="264" y="91"/>
                    </a:lnTo>
                    <a:lnTo>
                      <a:pt x="264" y="93"/>
                    </a:lnTo>
                    <a:lnTo>
                      <a:pt x="264" y="93"/>
                    </a:lnTo>
                    <a:lnTo>
                      <a:pt x="264" y="98"/>
                    </a:lnTo>
                    <a:lnTo>
                      <a:pt x="264" y="98"/>
                    </a:lnTo>
                    <a:lnTo>
                      <a:pt x="264" y="103"/>
                    </a:lnTo>
                    <a:lnTo>
                      <a:pt x="264" y="103"/>
                    </a:lnTo>
                    <a:lnTo>
                      <a:pt x="264" y="107"/>
                    </a:lnTo>
                    <a:lnTo>
                      <a:pt x="264" y="107"/>
                    </a:lnTo>
                    <a:lnTo>
                      <a:pt x="264" y="112"/>
                    </a:lnTo>
                    <a:lnTo>
                      <a:pt x="264" y="112"/>
                    </a:lnTo>
                    <a:lnTo>
                      <a:pt x="263" y="114"/>
                    </a:lnTo>
                    <a:lnTo>
                      <a:pt x="263" y="114"/>
                    </a:lnTo>
                    <a:lnTo>
                      <a:pt x="263" y="115"/>
                    </a:lnTo>
                    <a:lnTo>
                      <a:pt x="262" y="114"/>
                    </a:lnTo>
                    <a:lnTo>
                      <a:pt x="262" y="114"/>
                    </a:lnTo>
                    <a:lnTo>
                      <a:pt x="260" y="110"/>
                    </a:lnTo>
                    <a:lnTo>
                      <a:pt x="259" y="110"/>
                    </a:lnTo>
                    <a:lnTo>
                      <a:pt x="259" y="110"/>
                    </a:lnTo>
                    <a:lnTo>
                      <a:pt x="259" y="108"/>
                    </a:lnTo>
                    <a:lnTo>
                      <a:pt x="256" y="108"/>
                    </a:lnTo>
                    <a:lnTo>
                      <a:pt x="256" y="108"/>
                    </a:lnTo>
                    <a:lnTo>
                      <a:pt x="255" y="108"/>
                    </a:lnTo>
                    <a:lnTo>
                      <a:pt x="253" y="108"/>
                    </a:lnTo>
                    <a:lnTo>
                      <a:pt x="253" y="108"/>
                    </a:lnTo>
                    <a:lnTo>
                      <a:pt x="253" y="111"/>
                    </a:lnTo>
                    <a:lnTo>
                      <a:pt x="253" y="112"/>
                    </a:lnTo>
                    <a:lnTo>
                      <a:pt x="253" y="112"/>
                    </a:lnTo>
                    <a:lnTo>
                      <a:pt x="248" y="111"/>
                    </a:lnTo>
                    <a:lnTo>
                      <a:pt x="248" y="111"/>
                    </a:lnTo>
                    <a:lnTo>
                      <a:pt x="247" y="111"/>
                    </a:lnTo>
                    <a:lnTo>
                      <a:pt x="247" y="112"/>
                    </a:lnTo>
                    <a:lnTo>
                      <a:pt x="247" y="112"/>
                    </a:lnTo>
                    <a:lnTo>
                      <a:pt x="245" y="115"/>
                    </a:lnTo>
                    <a:lnTo>
                      <a:pt x="244" y="116"/>
                    </a:lnTo>
                    <a:lnTo>
                      <a:pt x="244" y="116"/>
                    </a:lnTo>
                    <a:lnTo>
                      <a:pt x="244" y="118"/>
                    </a:lnTo>
                    <a:lnTo>
                      <a:pt x="243" y="121"/>
                    </a:lnTo>
                    <a:lnTo>
                      <a:pt x="243" y="121"/>
                    </a:lnTo>
                    <a:lnTo>
                      <a:pt x="241" y="122"/>
                    </a:lnTo>
                    <a:lnTo>
                      <a:pt x="238" y="122"/>
                    </a:lnTo>
                    <a:lnTo>
                      <a:pt x="238" y="122"/>
                    </a:lnTo>
                    <a:lnTo>
                      <a:pt x="234" y="123"/>
                    </a:lnTo>
                    <a:lnTo>
                      <a:pt x="234" y="123"/>
                    </a:lnTo>
                    <a:lnTo>
                      <a:pt x="234" y="125"/>
                    </a:lnTo>
                    <a:lnTo>
                      <a:pt x="233" y="126"/>
                    </a:lnTo>
                    <a:lnTo>
                      <a:pt x="233" y="126"/>
                    </a:lnTo>
                    <a:lnTo>
                      <a:pt x="232" y="127"/>
                    </a:lnTo>
                    <a:lnTo>
                      <a:pt x="230" y="129"/>
                    </a:lnTo>
                    <a:lnTo>
                      <a:pt x="230" y="129"/>
                    </a:lnTo>
                    <a:lnTo>
                      <a:pt x="230" y="133"/>
                    </a:lnTo>
                    <a:lnTo>
                      <a:pt x="230" y="133"/>
                    </a:lnTo>
                    <a:lnTo>
                      <a:pt x="230" y="134"/>
                    </a:lnTo>
                    <a:lnTo>
                      <a:pt x="230" y="135"/>
                    </a:lnTo>
                    <a:lnTo>
                      <a:pt x="230" y="135"/>
                    </a:lnTo>
                    <a:lnTo>
                      <a:pt x="226" y="137"/>
                    </a:lnTo>
                    <a:lnTo>
                      <a:pt x="226" y="137"/>
                    </a:lnTo>
                    <a:lnTo>
                      <a:pt x="226" y="137"/>
                    </a:lnTo>
                    <a:lnTo>
                      <a:pt x="226" y="138"/>
                    </a:lnTo>
                    <a:lnTo>
                      <a:pt x="225" y="139"/>
                    </a:lnTo>
                    <a:lnTo>
                      <a:pt x="225" y="139"/>
                    </a:lnTo>
                    <a:lnTo>
                      <a:pt x="220" y="141"/>
                    </a:lnTo>
                    <a:lnTo>
                      <a:pt x="220" y="141"/>
                    </a:lnTo>
                    <a:lnTo>
                      <a:pt x="220" y="142"/>
                    </a:lnTo>
                    <a:lnTo>
                      <a:pt x="220" y="144"/>
                    </a:lnTo>
                    <a:lnTo>
                      <a:pt x="218" y="144"/>
                    </a:lnTo>
                    <a:lnTo>
                      <a:pt x="218" y="144"/>
                    </a:lnTo>
                    <a:lnTo>
                      <a:pt x="215" y="144"/>
                    </a:lnTo>
                    <a:lnTo>
                      <a:pt x="213" y="144"/>
                    </a:lnTo>
                    <a:lnTo>
                      <a:pt x="213" y="144"/>
                    </a:lnTo>
                    <a:lnTo>
                      <a:pt x="211" y="145"/>
                    </a:lnTo>
                    <a:lnTo>
                      <a:pt x="209" y="148"/>
                    </a:lnTo>
                    <a:lnTo>
                      <a:pt x="209" y="148"/>
                    </a:lnTo>
                    <a:lnTo>
                      <a:pt x="203" y="152"/>
                    </a:lnTo>
                    <a:lnTo>
                      <a:pt x="203" y="152"/>
                    </a:lnTo>
                    <a:lnTo>
                      <a:pt x="202" y="152"/>
                    </a:lnTo>
                    <a:lnTo>
                      <a:pt x="202" y="154"/>
                    </a:lnTo>
                    <a:lnTo>
                      <a:pt x="202" y="154"/>
                    </a:lnTo>
                    <a:lnTo>
                      <a:pt x="202" y="157"/>
                    </a:lnTo>
                    <a:lnTo>
                      <a:pt x="203" y="158"/>
                    </a:lnTo>
                    <a:lnTo>
                      <a:pt x="203" y="158"/>
                    </a:lnTo>
                    <a:lnTo>
                      <a:pt x="207" y="164"/>
                    </a:lnTo>
                    <a:lnTo>
                      <a:pt x="207" y="164"/>
                    </a:lnTo>
                    <a:lnTo>
                      <a:pt x="209" y="167"/>
                    </a:lnTo>
                    <a:lnTo>
                      <a:pt x="207" y="169"/>
                    </a:lnTo>
                    <a:lnTo>
                      <a:pt x="207" y="169"/>
                    </a:lnTo>
                    <a:lnTo>
                      <a:pt x="206" y="173"/>
                    </a:lnTo>
                    <a:lnTo>
                      <a:pt x="206" y="173"/>
                    </a:lnTo>
                    <a:lnTo>
                      <a:pt x="206" y="176"/>
                    </a:lnTo>
                    <a:lnTo>
                      <a:pt x="206" y="179"/>
                    </a:lnTo>
                    <a:lnTo>
                      <a:pt x="206" y="179"/>
                    </a:lnTo>
                    <a:lnTo>
                      <a:pt x="209" y="183"/>
                    </a:lnTo>
                    <a:lnTo>
                      <a:pt x="209" y="183"/>
                    </a:lnTo>
                    <a:lnTo>
                      <a:pt x="207" y="184"/>
                    </a:lnTo>
                    <a:lnTo>
                      <a:pt x="207" y="186"/>
                    </a:lnTo>
                    <a:lnTo>
                      <a:pt x="207" y="187"/>
                    </a:lnTo>
                    <a:lnTo>
                      <a:pt x="207" y="187"/>
                    </a:lnTo>
                    <a:lnTo>
                      <a:pt x="213" y="191"/>
                    </a:lnTo>
                    <a:lnTo>
                      <a:pt x="213" y="191"/>
                    </a:lnTo>
                    <a:lnTo>
                      <a:pt x="217" y="194"/>
                    </a:lnTo>
                    <a:lnTo>
                      <a:pt x="217" y="194"/>
                    </a:lnTo>
                    <a:lnTo>
                      <a:pt x="217" y="199"/>
                    </a:lnTo>
                    <a:lnTo>
                      <a:pt x="217" y="199"/>
                    </a:lnTo>
                    <a:lnTo>
                      <a:pt x="220" y="204"/>
                    </a:lnTo>
                    <a:lnTo>
                      <a:pt x="221" y="209"/>
                    </a:lnTo>
                    <a:lnTo>
                      <a:pt x="220" y="211"/>
                    </a:lnTo>
                    <a:lnTo>
                      <a:pt x="220" y="211"/>
                    </a:lnTo>
                    <a:lnTo>
                      <a:pt x="218" y="214"/>
                    </a:lnTo>
                    <a:lnTo>
                      <a:pt x="218" y="215"/>
                    </a:lnTo>
                    <a:lnTo>
                      <a:pt x="218" y="215"/>
                    </a:lnTo>
                    <a:lnTo>
                      <a:pt x="220" y="218"/>
                    </a:lnTo>
                    <a:lnTo>
                      <a:pt x="220" y="218"/>
                    </a:lnTo>
                    <a:lnTo>
                      <a:pt x="222" y="219"/>
                    </a:lnTo>
                    <a:lnTo>
                      <a:pt x="222" y="219"/>
                    </a:lnTo>
                    <a:lnTo>
                      <a:pt x="222" y="221"/>
                    </a:lnTo>
                    <a:lnTo>
                      <a:pt x="222" y="221"/>
                    </a:lnTo>
                    <a:lnTo>
                      <a:pt x="218" y="226"/>
                    </a:lnTo>
                    <a:lnTo>
                      <a:pt x="218" y="226"/>
                    </a:lnTo>
                    <a:lnTo>
                      <a:pt x="217" y="230"/>
                    </a:lnTo>
                    <a:lnTo>
                      <a:pt x="217" y="230"/>
                    </a:lnTo>
                    <a:lnTo>
                      <a:pt x="213" y="236"/>
                    </a:lnTo>
                    <a:lnTo>
                      <a:pt x="213" y="236"/>
                    </a:lnTo>
                    <a:lnTo>
                      <a:pt x="210" y="237"/>
                    </a:lnTo>
                    <a:lnTo>
                      <a:pt x="210" y="238"/>
                    </a:lnTo>
                    <a:lnTo>
                      <a:pt x="210" y="238"/>
                    </a:lnTo>
                    <a:lnTo>
                      <a:pt x="209" y="241"/>
                    </a:lnTo>
                    <a:lnTo>
                      <a:pt x="209" y="242"/>
                    </a:lnTo>
                    <a:lnTo>
                      <a:pt x="210" y="241"/>
                    </a:lnTo>
                    <a:lnTo>
                      <a:pt x="210" y="241"/>
                    </a:lnTo>
                    <a:lnTo>
                      <a:pt x="215" y="237"/>
                    </a:lnTo>
                    <a:lnTo>
                      <a:pt x="215" y="237"/>
                    </a:lnTo>
                    <a:lnTo>
                      <a:pt x="221" y="234"/>
                    </a:lnTo>
                    <a:lnTo>
                      <a:pt x="224" y="232"/>
                    </a:lnTo>
                    <a:lnTo>
                      <a:pt x="224" y="232"/>
                    </a:lnTo>
                    <a:lnTo>
                      <a:pt x="225" y="232"/>
                    </a:lnTo>
                    <a:lnTo>
                      <a:pt x="225" y="233"/>
                    </a:lnTo>
                    <a:lnTo>
                      <a:pt x="226" y="228"/>
                    </a:lnTo>
                    <a:lnTo>
                      <a:pt x="226" y="228"/>
                    </a:lnTo>
                    <a:lnTo>
                      <a:pt x="230" y="219"/>
                    </a:lnTo>
                    <a:lnTo>
                      <a:pt x="233" y="217"/>
                    </a:lnTo>
                    <a:lnTo>
                      <a:pt x="233" y="217"/>
                    </a:lnTo>
                    <a:lnTo>
                      <a:pt x="236" y="211"/>
                    </a:lnTo>
                    <a:lnTo>
                      <a:pt x="236" y="211"/>
                    </a:lnTo>
                    <a:lnTo>
                      <a:pt x="238" y="206"/>
                    </a:lnTo>
                    <a:lnTo>
                      <a:pt x="238" y="206"/>
                    </a:lnTo>
                    <a:lnTo>
                      <a:pt x="240" y="204"/>
                    </a:lnTo>
                    <a:lnTo>
                      <a:pt x="241" y="204"/>
                    </a:lnTo>
                    <a:lnTo>
                      <a:pt x="243" y="204"/>
                    </a:lnTo>
                    <a:lnTo>
                      <a:pt x="243" y="200"/>
                    </a:lnTo>
                    <a:lnTo>
                      <a:pt x="243" y="200"/>
                    </a:lnTo>
                    <a:lnTo>
                      <a:pt x="244" y="196"/>
                    </a:lnTo>
                    <a:lnTo>
                      <a:pt x="247" y="192"/>
                    </a:lnTo>
                    <a:lnTo>
                      <a:pt x="247" y="192"/>
                    </a:lnTo>
                    <a:lnTo>
                      <a:pt x="247" y="188"/>
                    </a:lnTo>
                    <a:lnTo>
                      <a:pt x="247" y="186"/>
                    </a:lnTo>
                    <a:lnTo>
                      <a:pt x="247" y="184"/>
                    </a:lnTo>
                    <a:lnTo>
                      <a:pt x="248" y="181"/>
                    </a:lnTo>
                    <a:lnTo>
                      <a:pt x="248" y="181"/>
                    </a:lnTo>
                    <a:lnTo>
                      <a:pt x="252" y="179"/>
                    </a:lnTo>
                    <a:lnTo>
                      <a:pt x="253" y="177"/>
                    </a:lnTo>
                    <a:lnTo>
                      <a:pt x="253" y="177"/>
                    </a:lnTo>
                    <a:lnTo>
                      <a:pt x="256" y="172"/>
                    </a:lnTo>
                    <a:lnTo>
                      <a:pt x="256" y="172"/>
                    </a:lnTo>
                    <a:lnTo>
                      <a:pt x="262" y="164"/>
                    </a:lnTo>
                    <a:lnTo>
                      <a:pt x="263" y="160"/>
                    </a:lnTo>
                    <a:lnTo>
                      <a:pt x="264" y="153"/>
                    </a:lnTo>
                    <a:lnTo>
                      <a:pt x="264" y="153"/>
                    </a:lnTo>
                    <a:lnTo>
                      <a:pt x="264" y="141"/>
                    </a:lnTo>
                    <a:lnTo>
                      <a:pt x="264" y="141"/>
                    </a:lnTo>
                    <a:lnTo>
                      <a:pt x="266" y="138"/>
                    </a:lnTo>
                    <a:lnTo>
                      <a:pt x="267" y="135"/>
                    </a:lnTo>
                    <a:lnTo>
                      <a:pt x="267" y="131"/>
                    </a:lnTo>
                    <a:lnTo>
                      <a:pt x="267" y="131"/>
                    </a:lnTo>
                    <a:lnTo>
                      <a:pt x="266" y="127"/>
                    </a:lnTo>
                    <a:lnTo>
                      <a:pt x="266" y="126"/>
                    </a:lnTo>
                    <a:lnTo>
                      <a:pt x="266" y="126"/>
                    </a:lnTo>
                    <a:lnTo>
                      <a:pt x="267" y="123"/>
                    </a:lnTo>
                    <a:lnTo>
                      <a:pt x="268" y="122"/>
                    </a:lnTo>
                    <a:lnTo>
                      <a:pt x="268" y="122"/>
                    </a:lnTo>
                    <a:lnTo>
                      <a:pt x="271" y="118"/>
                    </a:lnTo>
                    <a:lnTo>
                      <a:pt x="271" y="118"/>
                    </a:lnTo>
                    <a:lnTo>
                      <a:pt x="272" y="114"/>
                    </a:lnTo>
                    <a:lnTo>
                      <a:pt x="274" y="115"/>
                    </a:lnTo>
                    <a:lnTo>
                      <a:pt x="274" y="115"/>
                    </a:lnTo>
                    <a:lnTo>
                      <a:pt x="274" y="121"/>
                    </a:lnTo>
                    <a:lnTo>
                      <a:pt x="274" y="135"/>
                    </a:lnTo>
                    <a:lnTo>
                      <a:pt x="270" y="157"/>
                    </a:lnTo>
                    <a:lnTo>
                      <a:pt x="267" y="171"/>
                    </a:lnTo>
                    <a:lnTo>
                      <a:pt x="263" y="183"/>
                    </a:lnTo>
                    <a:lnTo>
                      <a:pt x="257" y="196"/>
                    </a:lnTo>
                    <a:lnTo>
                      <a:pt x="249" y="210"/>
                    </a:lnTo>
                    <a:lnTo>
                      <a:pt x="240" y="223"/>
                    </a:lnTo>
                    <a:lnTo>
                      <a:pt x="229" y="234"/>
                    </a:lnTo>
                    <a:lnTo>
                      <a:pt x="214" y="245"/>
                    </a:lnTo>
                    <a:lnTo>
                      <a:pt x="198" y="255"/>
                    </a:lnTo>
                    <a:lnTo>
                      <a:pt x="178" y="261"/>
                    </a:lnTo>
                    <a:lnTo>
                      <a:pt x="155" y="267"/>
                    </a:lnTo>
                    <a:lnTo>
                      <a:pt x="155" y="267"/>
                    </a:lnTo>
                    <a:lnTo>
                      <a:pt x="169" y="263"/>
                    </a:lnTo>
                    <a:lnTo>
                      <a:pt x="182" y="259"/>
                    </a:lnTo>
                    <a:lnTo>
                      <a:pt x="186" y="256"/>
                    </a:lnTo>
                    <a:lnTo>
                      <a:pt x="187" y="255"/>
                    </a:lnTo>
                    <a:lnTo>
                      <a:pt x="187" y="255"/>
                    </a:lnTo>
                    <a:lnTo>
                      <a:pt x="187" y="252"/>
                    </a:lnTo>
                    <a:lnTo>
                      <a:pt x="187" y="249"/>
                    </a:lnTo>
                    <a:lnTo>
                      <a:pt x="187" y="249"/>
                    </a:lnTo>
                    <a:lnTo>
                      <a:pt x="187" y="249"/>
                    </a:lnTo>
                    <a:lnTo>
                      <a:pt x="184" y="249"/>
                    </a:lnTo>
                    <a:lnTo>
                      <a:pt x="182" y="248"/>
                    </a:lnTo>
                    <a:lnTo>
                      <a:pt x="182" y="248"/>
                    </a:lnTo>
                    <a:lnTo>
                      <a:pt x="178" y="245"/>
                    </a:lnTo>
                    <a:lnTo>
                      <a:pt x="178" y="246"/>
                    </a:lnTo>
                    <a:lnTo>
                      <a:pt x="178" y="246"/>
                    </a:lnTo>
                    <a:lnTo>
                      <a:pt x="173" y="246"/>
                    </a:lnTo>
                    <a:lnTo>
                      <a:pt x="173" y="246"/>
                    </a:lnTo>
                    <a:lnTo>
                      <a:pt x="168" y="246"/>
                    </a:lnTo>
                    <a:lnTo>
                      <a:pt x="165" y="245"/>
                    </a:lnTo>
                    <a:lnTo>
                      <a:pt x="165" y="245"/>
                    </a:lnTo>
                    <a:lnTo>
                      <a:pt x="161" y="242"/>
                    </a:lnTo>
                    <a:lnTo>
                      <a:pt x="160" y="241"/>
                    </a:lnTo>
                    <a:lnTo>
                      <a:pt x="159" y="242"/>
                    </a:lnTo>
                    <a:lnTo>
                      <a:pt x="159" y="242"/>
                    </a:lnTo>
                    <a:lnTo>
                      <a:pt x="159" y="244"/>
                    </a:lnTo>
                    <a:lnTo>
                      <a:pt x="159" y="244"/>
                    </a:lnTo>
                    <a:lnTo>
                      <a:pt x="157" y="245"/>
                    </a:lnTo>
                    <a:lnTo>
                      <a:pt x="157" y="245"/>
                    </a:lnTo>
                    <a:lnTo>
                      <a:pt x="156" y="245"/>
                    </a:lnTo>
                    <a:lnTo>
                      <a:pt x="153" y="245"/>
                    </a:lnTo>
                    <a:lnTo>
                      <a:pt x="149" y="245"/>
                    </a:lnTo>
                    <a:lnTo>
                      <a:pt x="149" y="245"/>
                    </a:lnTo>
                    <a:lnTo>
                      <a:pt x="145" y="245"/>
                    </a:lnTo>
                    <a:lnTo>
                      <a:pt x="140" y="244"/>
                    </a:lnTo>
                    <a:lnTo>
                      <a:pt x="140" y="244"/>
                    </a:lnTo>
                    <a:lnTo>
                      <a:pt x="138" y="242"/>
                    </a:lnTo>
                    <a:lnTo>
                      <a:pt x="137" y="242"/>
                    </a:lnTo>
                    <a:lnTo>
                      <a:pt x="137" y="242"/>
                    </a:lnTo>
                    <a:lnTo>
                      <a:pt x="136" y="244"/>
                    </a:lnTo>
                    <a:lnTo>
                      <a:pt x="134" y="245"/>
                    </a:lnTo>
                    <a:lnTo>
                      <a:pt x="140" y="248"/>
                    </a:lnTo>
                    <a:lnTo>
                      <a:pt x="144" y="251"/>
                    </a:lnTo>
                    <a:lnTo>
                      <a:pt x="144" y="251"/>
                    </a:lnTo>
                    <a:lnTo>
                      <a:pt x="145" y="252"/>
                    </a:lnTo>
                    <a:lnTo>
                      <a:pt x="145" y="252"/>
                    </a:lnTo>
                    <a:lnTo>
                      <a:pt x="145" y="253"/>
                    </a:lnTo>
                    <a:lnTo>
                      <a:pt x="145" y="253"/>
                    </a:lnTo>
                    <a:lnTo>
                      <a:pt x="142" y="253"/>
                    </a:lnTo>
                    <a:lnTo>
                      <a:pt x="140" y="253"/>
                    </a:lnTo>
                    <a:lnTo>
                      <a:pt x="140" y="253"/>
                    </a:lnTo>
                    <a:lnTo>
                      <a:pt x="134" y="256"/>
                    </a:lnTo>
                    <a:lnTo>
                      <a:pt x="133" y="256"/>
                    </a:lnTo>
                    <a:lnTo>
                      <a:pt x="130" y="256"/>
                    </a:lnTo>
                    <a:lnTo>
                      <a:pt x="130" y="256"/>
                    </a:lnTo>
                    <a:lnTo>
                      <a:pt x="127" y="251"/>
                    </a:lnTo>
                    <a:lnTo>
                      <a:pt x="127" y="251"/>
                    </a:lnTo>
                    <a:lnTo>
                      <a:pt x="127" y="249"/>
                    </a:lnTo>
                    <a:lnTo>
                      <a:pt x="126" y="248"/>
                    </a:lnTo>
                    <a:lnTo>
                      <a:pt x="125" y="248"/>
                    </a:lnTo>
                    <a:lnTo>
                      <a:pt x="125" y="248"/>
                    </a:lnTo>
                    <a:lnTo>
                      <a:pt x="121" y="248"/>
                    </a:lnTo>
                    <a:lnTo>
                      <a:pt x="123" y="252"/>
                    </a:lnTo>
                    <a:lnTo>
                      <a:pt x="123" y="252"/>
                    </a:lnTo>
                    <a:lnTo>
                      <a:pt x="118" y="252"/>
                    </a:lnTo>
                    <a:lnTo>
                      <a:pt x="118" y="252"/>
                    </a:lnTo>
                    <a:lnTo>
                      <a:pt x="115" y="253"/>
                    </a:lnTo>
                    <a:lnTo>
                      <a:pt x="115" y="253"/>
                    </a:lnTo>
                    <a:lnTo>
                      <a:pt x="114" y="252"/>
                    </a:lnTo>
                    <a:lnTo>
                      <a:pt x="114" y="252"/>
                    </a:lnTo>
                    <a:lnTo>
                      <a:pt x="111" y="251"/>
                    </a:lnTo>
                    <a:lnTo>
                      <a:pt x="108" y="251"/>
                    </a:lnTo>
                    <a:lnTo>
                      <a:pt x="108" y="251"/>
                    </a:lnTo>
                    <a:lnTo>
                      <a:pt x="102" y="249"/>
                    </a:lnTo>
                    <a:lnTo>
                      <a:pt x="102" y="249"/>
                    </a:lnTo>
                    <a:lnTo>
                      <a:pt x="99" y="249"/>
                    </a:lnTo>
                    <a:lnTo>
                      <a:pt x="99" y="249"/>
                    </a:lnTo>
                    <a:lnTo>
                      <a:pt x="95" y="252"/>
                    </a:lnTo>
                    <a:lnTo>
                      <a:pt x="92" y="252"/>
                    </a:lnTo>
                    <a:lnTo>
                      <a:pt x="92" y="252"/>
                    </a:lnTo>
                    <a:lnTo>
                      <a:pt x="88" y="252"/>
                    </a:lnTo>
                    <a:lnTo>
                      <a:pt x="85" y="252"/>
                    </a:lnTo>
                    <a:lnTo>
                      <a:pt x="85" y="252"/>
                    </a:lnTo>
                    <a:lnTo>
                      <a:pt x="88" y="255"/>
                    </a:lnTo>
                    <a:lnTo>
                      <a:pt x="98" y="259"/>
                    </a:lnTo>
                    <a:lnTo>
                      <a:pt x="104" y="261"/>
                    </a:lnTo>
                    <a:lnTo>
                      <a:pt x="113" y="264"/>
                    </a:lnTo>
                    <a:lnTo>
                      <a:pt x="122" y="265"/>
                    </a:lnTo>
                    <a:lnTo>
                      <a:pt x="133" y="267"/>
                    </a:lnTo>
                    <a:lnTo>
                      <a:pt x="133" y="267"/>
                    </a:lnTo>
                    <a:lnTo>
                      <a:pt x="121" y="267"/>
                    </a:lnTo>
                    <a:lnTo>
                      <a:pt x="108" y="264"/>
                    </a:lnTo>
                    <a:lnTo>
                      <a:pt x="92" y="260"/>
                    </a:lnTo>
                    <a:lnTo>
                      <a:pt x="73" y="252"/>
                    </a:lnTo>
                    <a:lnTo>
                      <a:pt x="64" y="246"/>
                    </a:lnTo>
                    <a:lnTo>
                      <a:pt x="54" y="240"/>
                    </a:lnTo>
                    <a:lnTo>
                      <a:pt x="45" y="232"/>
                    </a:lnTo>
                    <a:lnTo>
                      <a:pt x="35" y="222"/>
                    </a:lnTo>
                    <a:lnTo>
                      <a:pt x="27" y="211"/>
                    </a:lnTo>
                    <a:lnTo>
                      <a:pt x="19" y="199"/>
                    </a:lnTo>
                    <a:lnTo>
                      <a:pt x="19" y="199"/>
                    </a:lnTo>
                    <a:lnTo>
                      <a:pt x="12" y="186"/>
                    </a:lnTo>
                    <a:lnTo>
                      <a:pt x="7" y="172"/>
                    </a:lnTo>
                    <a:lnTo>
                      <a:pt x="3" y="157"/>
                    </a:lnTo>
                    <a:lnTo>
                      <a:pt x="2" y="142"/>
                    </a:lnTo>
                    <a:lnTo>
                      <a:pt x="0" y="129"/>
                    </a:lnTo>
                    <a:lnTo>
                      <a:pt x="2" y="114"/>
                    </a:lnTo>
                    <a:lnTo>
                      <a:pt x="4" y="100"/>
                    </a:lnTo>
                    <a:lnTo>
                      <a:pt x="10" y="87"/>
                    </a:lnTo>
                    <a:lnTo>
                      <a:pt x="15" y="73"/>
                    </a:lnTo>
                    <a:lnTo>
                      <a:pt x="23" y="61"/>
                    </a:lnTo>
                    <a:lnTo>
                      <a:pt x="31" y="49"/>
                    </a:lnTo>
                    <a:lnTo>
                      <a:pt x="42" y="38"/>
                    </a:lnTo>
                    <a:lnTo>
                      <a:pt x="54" y="28"/>
                    </a:lnTo>
                    <a:lnTo>
                      <a:pt x="68" y="19"/>
                    </a:lnTo>
                    <a:lnTo>
                      <a:pt x="84" y="11"/>
                    </a:lnTo>
                    <a:lnTo>
                      <a:pt x="100" y="4"/>
                    </a:lnTo>
                    <a:lnTo>
                      <a:pt x="100" y="4"/>
                    </a:lnTo>
                    <a:lnTo>
                      <a:pt x="90" y="10"/>
                    </a:lnTo>
                    <a:lnTo>
                      <a:pt x="77" y="16"/>
                    </a:lnTo>
                    <a:lnTo>
                      <a:pt x="62" y="26"/>
                    </a:lnTo>
                    <a:lnTo>
                      <a:pt x="48" y="38"/>
                    </a:lnTo>
                    <a:lnTo>
                      <a:pt x="41" y="46"/>
                    </a:lnTo>
                    <a:lnTo>
                      <a:pt x="33" y="54"/>
                    </a:lnTo>
                    <a:lnTo>
                      <a:pt x="27" y="64"/>
                    </a:lnTo>
                    <a:lnTo>
                      <a:pt x="20" y="75"/>
                    </a:lnTo>
                    <a:lnTo>
                      <a:pt x="15" y="85"/>
                    </a:lnTo>
                    <a:lnTo>
                      <a:pt x="11" y="98"/>
                    </a:lnTo>
                    <a:lnTo>
                      <a:pt x="12" y="99"/>
                    </a:lnTo>
                    <a:lnTo>
                      <a:pt x="12" y="99"/>
                    </a:lnTo>
                    <a:lnTo>
                      <a:pt x="14" y="98"/>
                    </a:lnTo>
                    <a:lnTo>
                      <a:pt x="15" y="95"/>
                    </a:lnTo>
                    <a:lnTo>
                      <a:pt x="15" y="95"/>
                    </a:lnTo>
                    <a:lnTo>
                      <a:pt x="18" y="89"/>
                    </a:lnTo>
                    <a:lnTo>
                      <a:pt x="18" y="89"/>
                    </a:lnTo>
                    <a:lnTo>
                      <a:pt x="19" y="87"/>
                    </a:lnTo>
                    <a:lnTo>
                      <a:pt x="19" y="87"/>
                    </a:lnTo>
                    <a:lnTo>
                      <a:pt x="23" y="84"/>
                    </a:lnTo>
                    <a:lnTo>
                      <a:pt x="23" y="84"/>
                    </a:lnTo>
                    <a:lnTo>
                      <a:pt x="26" y="77"/>
                    </a:lnTo>
                    <a:lnTo>
                      <a:pt x="26" y="77"/>
                    </a:lnTo>
                    <a:lnTo>
                      <a:pt x="29" y="76"/>
                    </a:lnTo>
                    <a:lnTo>
                      <a:pt x="31" y="76"/>
                    </a:lnTo>
                    <a:lnTo>
                      <a:pt x="31" y="76"/>
                    </a:lnTo>
                    <a:lnTo>
                      <a:pt x="33" y="75"/>
                    </a:lnTo>
                    <a:lnTo>
                      <a:pt x="33" y="75"/>
                    </a:lnTo>
                    <a:lnTo>
                      <a:pt x="33" y="75"/>
                    </a:lnTo>
                    <a:lnTo>
                      <a:pt x="31" y="77"/>
                    </a:lnTo>
                    <a:lnTo>
                      <a:pt x="31" y="80"/>
                    </a:lnTo>
                    <a:lnTo>
                      <a:pt x="31" y="84"/>
                    </a:lnTo>
                    <a:lnTo>
                      <a:pt x="31" y="84"/>
                    </a:lnTo>
                    <a:lnTo>
                      <a:pt x="29" y="91"/>
                    </a:lnTo>
                    <a:lnTo>
                      <a:pt x="29" y="91"/>
                    </a:lnTo>
                    <a:lnTo>
                      <a:pt x="30" y="95"/>
                    </a:lnTo>
                    <a:lnTo>
                      <a:pt x="30" y="95"/>
                    </a:lnTo>
                    <a:lnTo>
                      <a:pt x="31" y="98"/>
                    </a:lnTo>
                    <a:lnTo>
                      <a:pt x="33" y="99"/>
                    </a:lnTo>
                    <a:lnTo>
                      <a:pt x="33" y="99"/>
                    </a:lnTo>
                    <a:lnTo>
                      <a:pt x="41" y="102"/>
                    </a:lnTo>
                    <a:lnTo>
                      <a:pt x="41" y="102"/>
                    </a:lnTo>
                    <a:lnTo>
                      <a:pt x="45" y="96"/>
                    </a:lnTo>
                    <a:lnTo>
                      <a:pt x="45" y="96"/>
                    </a:lnTo>
                    <a:lnTo>
                      <a:pt x="48" y="95"/>
                    </a:lnTo>
                    <a:lnTo>
                      <a:pt x="50" y="93"/>
                    </a:lnTo>
                    <a:lnTo>
                      <a:pt x="50" y="93"/>
                    </a:lnTo>
                    <a:lnTo>
                      <a:pt x="50" y="91"/>
                    </a:lnTo>
                    <a:lnTo>
                      <a:pt x="50" y="89"/>
                    </a:lnTo>
                    <a:lnTo>
                      <a:pt x="52" y="88"/>
                    </a:lnTo>
                    <a:lnTo>
                      <a:pt x="52" y="88"/>
                    </a:lnTo>
                    <a:lnTo>
                      <a:pt x="53" y="85"/>
                    </a:lnTo>
                    <a:lnTo>
                      <a:pt x="54" y="84"/>
                    </a:lnTo>
                    <a:lnTo>
                      <a:pt x="54" y="84"/>
                    </a:lnTo>
                    <a:lnTo>
                      <a:pt x="56" y="81"/>
                    </a:lnTo>
                    <a:lnTo>
                      <a:pt x="56" y="81"/>
                    </a:lnTo>
                    <a:lnTo>
                      <a:pt x="58" y="81"/>
                    </a:lnTo>
                    <a:lnTo>
                      <a:pt x="60" y="81"/>
                    </a:lnTo>
                    <a:lnTo>
                      <a:pt x="60" y="83"/>
                    </a:lnTo>
                    <a:lnTo>
                      <a:pt x="60" y="83"/>
                    </a:lnTo>
                    <a:lnTo>
                      <a:pt x="60" y="85"/>
                    </a:lnTo>
                    <a:lnTo>
                      <a:pt x="60" y="87"/>
                    </a:lnTo>
                    <a:lnTo>
                      <a:pt x="60" y="88"/>
                    </a:lnTo>
                    <a:lnTo>
                      <a:pt x="58" y="89"/>
                    </a:lnTo>
                    <a:lnTo>
                      <a:pt x="58" y="89"/>
                    </a:lnTo>
                    <a:lnTo>
                      <a:pt x="57" y="89"/>
                    </a:lnTo>
                    <a:lnTo>
                      <a:pt x="56" y="91"/>
                    </a:lnTo>
                    <a:lnTo>
                      <a:pt x="56" y="91"/>
                    </a:lnTo>
                    <a:lnTo>
                      <a:pt x="53" y="96"/>
                    </a:lnTo>
                    <a:lnTo>
                      <a:pt x="53" y="96"/>
                    </a:lnTo>
                    <a:lnTo>
                      <a:pt x="52" y="99"/>
                    </a:lnTo>
                    <a:lnTo>
                      <a:pt x="50" y="102"/>
                    </a:lnTo>
                    <a:lnTo>
                      <a:pt x="50" y="102"/>
                    </a:lnTo>
                    <a:lnTo>
                      <a:pt x="48" y="102"/>
                    </a:lnTo>
                    <a:lnTo>
                      <a:pt x="46" y="103"/>
                    </a:lnTo>
                    <a:lnTo>
                      <a:pt x="46" y="103"/>
                    </a:lnTo>
                    <a:lnTo>
                      <a:pt x="46" y="103"/>
                    </a:lnTo>
                    <a:lnTo>
                      <a:pt x="46" y="106"/>
                    </a:lnTo>
                    <a:lnTo>
                      <a:pt x="46" y="107"/>
                    </a:lnTo>
                    <a:lnTo>
                      <a:pt x="46" y="107"/>
                    </a:lnTo>
                    <a:lnTo>
                      <a:pt x="46" y="107"/>
                    </a:lnTo>
                    <a:lnTo>
                      <a:pt x="43" y="108"/>
                    </a:lnTo>
                    <a:lnTo>
                      <a:pt x="42" y="108"/>
                    </a:lnTo>
                    <a:lnTo>
                      <a:pt x="42" y="108"/>
                    </a:lnTo>
                    <a:lnTo>
                      <a:pt x="39" y="108"/>
                    </a:lnTo>
                    <a:lnTo>
                      <a:pt x="39" y="108"/>
                    </a:lnTo>
                    <a:lnTo>
                      <a:pt x="34" y="107"/>
                    </a:lnTo>
                    <a:lnTo>
                      <a:pt x="34" y="107"/>
                    </a:lnTo>
                    <a:lnTo>
                      <a:pt x="33" y="108"/>
                    </a:lnTo>
                    <a:lnTo>
                      <a:pt x="31" y="111"/>
                    </a:lnTo>
                    <a:lnTo>
                      <a:pt x="31" y="111"/>
                    </a:lnTo>
                    <a:lnTo>
                      <a:pt x="33" y="116"/>
                    </a:lnTo>
                    <a:lnTo>
                      <a:pt x="35" y="122"/>
                    </a:lnTo>
                    <a:lnTo>
                      <a:pt x="35" y="122"/>
                    </a:lnTo>
                    <a:lnTo>
                      <a:pt x="35" y="127"/>
                    </a:lnTo>
                    <a:lnTo>
                      <a:pt x="35" y="130"/>
                    </a:lnTo>
                    <a:lnTo>
                      <a:pt x="37" y="131"/>
                    </a:lnTo>
                    <a:lnTo>
                      <a:pt x="37" y="131"/>
                    </a:lnTo>
                    <a:lnTo>
                      <a:pt x="39" y="134"/>
                    </a:lnTo>
                    <a:lnTo>
                      <a:pt x="41" y="137"/>
                    </a:lnTo>
                    <a:lnTo>
                      <a:pt x="41" y="137"/>
                    </a:lnTo>
                    <a:lnTo>
                      <a:pt x="42" y="139"/>
                    </a:lnTo>
                    <a:lnTo>
                      <a:pt x="42" y="144"/>
                    </a:lnTo>
                    <a:lnTo>
                      <a:pt x="45" y="146"/>
                    </a:lnTo>
                    <a:lnTo>
                      <a:pt x="45" y="146"/>
                    </a:lnTo>
                    <a:lnTo>
                      <a:pt x="45" y="153"/>
                    </a:lnTo>
                    <a:lnTo>
                      <a:pt x="45" y="153"/>
                    </a:lnTo>
                    <a:lnTo>
                      <a:pt x="45" y="157"/>
                    </a:lnTo>
                    <a:lnTo>
                      <a:pt x="45" y="161"/>
                    </a:lnTo>
                    <a:lnTo>
                      <a:pt x="45" y="161"/>
                    </a:lnTo>
                    <a:lnTo>
                      <a:pt x="48" y="165"/>
                    </a:lnTo>
                    <a:lnTo>
                      <a:pt x="49" y="167"/>
                    </a:lnTo>
                    <a:lnTo>
                      <a:pt x="49" y="167"/>
                    </a:lnTo>
                    <a:lnTo>
                      <a:pt x="46" y="169"/>
                    </a:lnTo>
                    <a:lnTo>
                      <a:pt x="46" y="171"/>
                    </a:lnTo>
                    <a:lnTo>
                      <a:pt x="46" y="172"/>
                    </a:lnTo>
                    <a:lnTo>
                      <a:pt x="46" y="172"/>
                    </a:lnTo>
                    <a:lnTo>
                      <a:pt x="50" y="175"/>
                    </a:lnTo>
                    <a:lnTo>
                      <a:pt x="52" y="177"/>
                    </a:lnTo>
                    <a:lnTo>
                      <a:pt x="52" y="177"/>
                    </a:lnTo>
                    <a:lnTo>
                      <a:pt x="53" y="179"/>
                    </a:lnTo>
                    <a:lnTo>
                      <a:pt x="54" y="180"/>
                    </a:lnTo>
                    <a:lnTo>
                      <a:pt x="54" y="180"/>
                    </a:lnTo>
                    <a:lnTo>
                      <a:pt x="57" y="180"/>
                    </a:lnTo>
                    <a:lnTo>
                      <a:pt x="58" y="181"/>
                    </a:lnTo>
                    <a:lnTo>
                      <a:pt x="58" y="181"/>
                    </a:lnTo>
                    <a:lnTo>
                      <a:pt x="58" y="187"/>
                    </a:lnTo>
                    <a:lnTo>
                      <a:pt x="64" y="194"/>
                    </a:lnTo>
                    <a:lnTo>
                      <a:pt x="69" y="199"/>
                    </a:lnTo>
                    <a:lnTo>
                      <a:pt x="69" y="199"/>
                    </a:lnTo>
                    <a:lnTo>
                      <a:pt x="69" y="200"/>
                    </a:lnTo>
                    <a:lnTo>
                      <a:pt x="69" y="202"/>
                    </a:lnTo>
                    <a:lnTo>
                      <a:pt x="71" y="202"/>
                    </a:lnTo>
                    <a:lnTo>
                      <a:pt x="71" y="202"/>
                    </a:lnTo>
                    <a:lnTo>
                      <a:pt x="80" y="206"/>
                    </a:lnTo>
                    <a:lnTo>
                      <a:pt x="80" y="206"/>
                    </a:lnTo>
                    <a:lnTo>
                      <a:pt x="83" y="209"/>
                    </a:lnTo>
                    <a:lnTo>
                      <a:pt x="87" y="210"/>
                    </a:lnTo>
                    <a:lnTo>
                      <a:pt x="87" y="210"/>
                    </a:lnTo>
                    <a:lnTo>
                      <a:pt x="88" y="210"/>
                    </a:lnTo>
                    <a:lnTo>
                      <a:pt x="88" y="211"/>
                    </a:lnTo>
                    <a:lnTo>
                      <a:pt x="88" y="210"/>
                    </a:lnTo>
                    <a:lnTo>
                      <a:pt x="88" y="210"/>
                    </a:lnTo>
                    <a:lnTo>
                      <a:pt x="91" y="206"/>
                    </a:lnTo>
                    <a:lnTo>
                      <a:pt x="92" y="203"/>
                    </a:lnTo>
                    <a:lnTo>
                      <a:pt x="92" y="203"/>
                    </a:lnTo>
                    <a:lnTo>
                      <a:pt x="94" y="199"/>
                    </a:lnTo>
                    <a:lnTo>
                      <a:pt x="94" y="198"/>
                    </a:lnTo>
                    <a:lnTo>
                      <a:pt x="94" y="198"/>
                    </a:lnTo>
                    <a:lnTo>
                      <a:pt x="94" y="194"/>
                    </a:lnTo>
                    <a:lnTo>
                      <a:pt x="94" y="194"/>
                    </a:lnTo>
                    <a:lnTo>
                      <a:pt x="94" y="191"/>
                    </a:lnTo>
                    <a:lnTo>
                      <a:pt x="95" y="188"/>
                    </a:lnTo>
                    <a:lnTo>
                      <a:pt x="95" y="188"/>
                    </a:lnTo>
                    <a:lnTo>
                      <a:pt x="96" y="186"/>
                    </a:lnTo>
                    <a:lnTo>
                      <a:pt x="99" y="183"/>
                    </a:lnTo>
                    <a:lnTo>
                      <a:pt x="99" y="183"/>
                    </a:lnTo>
                    <a:lnTo>
                      <a:pt x="100" y="183"/>
                    </a:lnTo>
                    <a:lnTo>
                      <a:pt x="102" y="181"/>
                    </a:lnTo>
                    <a:lnTo>
                      <a:pt x="102" y="181"/>
                    </a:lnTo>
                    <a:lnTo>
                      <a:pt x="102" y="179"/>
                    </a:lnTo>
                    <a:lnTo>
                      <a:pt x="102" y="179"/>
                    </a:lnTo>
                    <a:lnTo>
                      <a:pt x="100" y="177"/>
                    </a:lnTo>
                    <a:lnTo>
                      <a:pt x="100" y="175"/>
                    </a:lnTo>
                    <a:lnTo>
                      <a:pt x="100" y="175"/>
                    </a:lnTo>
                    <a:lnTo>
                      <a:pt x="99" y="171"/>
                    </a:lnTo>
                    <a:lnTo>
                      <a:pt x="98" y="169"/>
                    </a:lnTo>
                    <a:lnTo>
                      <a:pt x="98" y="169"/>
                    </a:lnTo>
                    <a:lnTo>
                      <a:pt x="95" y="167"/>
                    </a:lnTo>
                    <a:lnTo>
                      <a:pt x="94" y="165"/>
                    </a:lnTo>
                    <a:lnTo>
                      <a:pt x="94" y="164"/>
                    </a:lnTo>
                    <a:lnTo>
                      <a:pt x="94" y="164"/>
                    </a:lnTo>
                    <a:lnTo>
                      <a:pt x="95" y="158"/>
                    </a:lnTo>
                    <a:lnTo>
                      <a:pt x="95" y="158"/>
                    </a:lnTo>
                    <a:lnTo>
                      <a:pt x="98" y="154"/>
                    </a:lnTo>
                    <a:lnTo>
                      <a:pt x="98" y="154"/>
                    </a:lnTo>
                    <a:lnTo>
                      <a:pt x="100" y="150"/>
                    </a:lnTo>
                    <a:lnTo>
                      <a:pt x="100" y="150"/>
                    </a:lnTo>
                    <a:lnTo>
                      <a:pt x="103" y="146"/>
                    </a:lnTo>
                    <a:lnTo>
                      <a:pt x="103" y="146"/>
                    </a:lnTo>
                    <a:lnTo>
                      <a:pt x="104" y="137"/>
                    </a:lnTo>
                    <a:lnTo>
                      <a:pt x="104" y="137"/>
                    </a:lnTo>
                    <a:lnTo>
                      <a:pt x="104" y="137"/>
                    </a:lnTo>
                    <a:lnTo>
                      <a:pt x="104" y="137"/>
                    </a:lnTo>
                    <a:lnTo>
                      <a:pt x="104" y="134"/>
                    </a:lnTo>
                    <a:lnTo>
                      <a:pt x="104" y="134"/>
                    </a:lnTo>
                    <a:lnTo>
                      <a:pt x="103" y="129"/>
                    </a:lnTo>
                    <a:lnTo>
                      <a:pt x="103" y="129"/>
                    </a:lnTo>
                    <a:lnTo>
                      <a:pt x="106" y="126"/>
                    </a:lnTo>
                    <a:lnTo>
                      <a:pt x="110" y="125"/>
                    </a:lnTo>
                    <a:lnTo>
                      <a:pt x="110" y="125"/>
                    </a:lnTo>
                    <a:lnTo>
                      <a:pt x="111" y="126"/>
                    </a:lnTo>
                    <a:lnTo>
                      <a:pt x="113" y="127"/>
                    </a:lnTo>
                    <a:lnTo>
                      <a:pt x="114" y="126"/>
                    </a:lnTo>
                    <a:lnTo>
                      <a:pt x="114" y="126"/>
                    </a:lnTo>
                    <a:lnTo>
                      <a:pt x="115" y="123"/>
                    </a:lnTo>
                    <a:lnTo>
                      <a:pt x="117" y="122"/>
                    </a:lnTo>
                    <a:lnTo>
                      <a:pt x="117" y="122"/>
                    </a:lnTo>
                    <a:lnTo>
                      <a:pt x="119" y="121"/>
                    </a:lnTo>
                    <a:lnTo>
                      <a:pt x="121" y="122"/>
                    </a:lnTo>
                    <a:lnTo>
                      <a:pt x="121" y="122"/>
                    </a:lnTo>
                    <a:lnTo>
                      <a:pt x="125" y="123"/>
                    </a:lnTo>
                    <a:lnTo>
                      <a:pt x="129" y="125"/>
                    </a:lnTo>
                    <a:lnTo>
                      <a:pt x="129" y="125"/>
                    </a:lnTo>
                    <a:lnTo>
                      <a:pt x="133" y="126"/>
                    </a:lnTo>
                    <a:lnTo>
                      <a:pt x="137" y="126"/>
                    </a:lnTo>
                    <a:lnTo>
                      <a:pt x="137" y="126"/>
                    </a:lnTo>
                    <a:lnTo>
                      <a:pt x="142" y="126"/>
                    </a:lnTo>
                    <a:lnTo>
                      <a:pt x="145" y="126"/>
                    </a:lnTo>
                    <a:lnTo>
                      <a:pt x="148" y="125"/>
                    </a:lnTo>
                    <a:lnTo>
                      <a:pt x="148" y="125"/>
                    </a:lnTo>
                    <a:lnTo>
                      <a:pt x="150" y="125"/>
                    </a:lnTo>
                    <a:lnTo>
                      <a:pt x="152" y="125"/>
                    </a:lnTo>
                    <a:lnTo>
                      <a:pt x="152" y="123"/>
                    </a:lnTo>
                    <a:lnTo>
                      <a:pt x="152" y="123"/>
                    </a:lnTo>
                    <a:lnTo>
                      <a:pt x="153" y="121"/>
                    </a:lnTo>
                    <a:lnTo>
                      <a:pt x="155" y="118"/>
                    </a:lnTo>
                    <a:lnTo>
                      <a:pt x="155" y="118"/>
                    </a:lnTo>
                    <a:lnTo>
                      <a:pt x="157" y="118"/>
                    </a:lnTo>
                    <a:lnTo>
                      <a:pt x="159" y="115"/>
                    </a:lnTo>
                    <a:lnTo>
                      <a:pt x="159" y="115"/>
                    </a:lnTo>
                    <a:lnTo>
                      <a:pt x="159" y="112"/>
                    </a:lnTo>
                    <a:lnTo>
                      <a:pt x="160" y="111"/>
                    </a:lnTo>
                    <a:lnTo>
                      <a:pt x="160" y="111"/>
                    </a:lnTo>
                    <a:lnTo>
                      <a:pt x="161" y="108"/>
                    </a:lnTo>
                    <a:lnTo>
                      <a:pt x="161" y="108"/>
                    </a:lnTo>
                    <a:lnTo>
                      <a:pt x="164" y="106"/>
                    </a:lnTo>
                    <a:lnTo>
                      <a:pt x="165" y="106"/>
                    </a:lnTo>
                    <a:lnTo>
                      <a:pt x="165" y="106"/>
                    </a:lnTo>
                    <a:lnTo>
                      <a:pt x="165" y="104"/>
                    </a:lnTo>
                    <a:lnTo>
                      <a:pt x="165" y="104"/>
                    </a:lnTo>
                    <a:lnTo>
                      <a:pt x="164" y="102"/>
                    </a:lnTo>
                    <a:lnTo>
                      <a:pt x="163" y="99"/>
                    </a:lnTo>
                    <a:lnTo>
                      <a:pt x="163" y="99"/>
                    </a:lnTo>
                    <a:lnTo>
                      <a:pt x="163" y="98"/>
                    </a:lnTo>
                    <a:lnTo>
                      <a:pt x="161" y="98"/>
                    </a:lnTo>
                    <a:lnTo>
                      <a:pt x="160" y="96"/>
                    </a:lnTo>
                    <a:lnTo>
                      <a:pt x="161" y="93"/>
                    </a:lnTo>
                    <a:lnTo>
                      <a:pt x="161" y="93"/>
                    </a:lnTo>
                    <a:lnTo>
                      <a:pt x="164" y="87"/>
                    </a:lnTo>
                    <a:lnTo>
                      <a:pt x="164" y="84"/>
                    </a:lnTo>
                    <a:lnTo>
                      <a:pt x="161" y="81"/>
                    </a:lnTo>
                    <a:lnTo>
                      <a:pt x="161" y="81"/>
                    </a:lnTo>
                    <a:lnTo>
                      <a:pt x="160" y="77"/>
                    </a:lnTo>
                    <a:lnTo>
                      <a:pt x="157" y="76"/>
                    </a:lnTo>
                    <a:lnTo>
                      <a:pt x="155" y="73"/>
                    </a:lnTo>
                    <a:lnTo>
                      <a:pt x="155" y="73"/>
                    </a:lnTo>
                    <a:lnTo>
                      <a:pt x="153" y="70"/>
                    </a:lnTo>
                    <a:lnTo>
                      <a:pt x="150" y="68"/>
                    </a:lnTo>
                    <a:lnTo>
                      <a:pt x="150" y="68"/>
                    </a:lnTo>
                    <a:lnTo>
                      <a:pt x="149" y="66"/>
                    </a:lnTo>
                    <a:lnTo>
                      <a:pt x="148" y="66"/>
                    </a:lnTo>
                    <a:lnTo>
                      <a:pt x="148" y="66"/>
                    </a:lnTo>
                    <a:lnTo>
                      <a:pt x="144" y="65"/>
                    </a:lnTo>
                    <a:lnTo>
                      <a:pt x="140" y="62"/>
                    </a:lnTo>
                    <a:lnTo>
                      <a:pt x="140" y="62"/>
                    </a:lnTo>
                    <a:lnTo>
                      <a:pt x="137" y="60"/>
                    </a:lnTo>
                    <a:lnTo>
                      <a:pt x="134" y="58"/>
                    </a:lnTo>
                    <a:lnTo>
                      <a:pt x="134" y="58"/>
                    </a:lnTo>
                    <a:lnTo>
                      <a:pt x="130" y="57"/>
                    </a:lnTo>
                    <a:lnTo>
                      <a:pt x="130" y="57"/>
                    </a:lnTo>
                    <a:lnTo>
                      <a:pt x="125" y="57"/>
                    </a:lnTo>
                    <a:lnTo>
                      <a:pt x="125" y="57"/>
                    </a:lnTo>
                    <a:lnTo>
                      <a:pt x="122" y="57"/>
                    </a:lnTo>
                    <a:lnTo>
                      <a:pt x="122" y="57"/>
                    </a:lnTo>
                    <a:lnTo>
                      <a:pt x="117" y="56"/>
                    </a:lnTo>
                    <a:lnTo>
                      <a:pt x="117" y="56"/>
                    </a:lnTo>
                    <a:lnTo>
                      <a:pt x="114" y="56"/>
                    </a:lnTo>
                    <a:lnTo>
                      <a:pt x="114" y="56"/>
                    </a:lnTo>
                    <a:lnTo>
                      <a:pt x="113" y="56"/>
                    </a:lnTo>
                    <a:lnTo>
                      <a:pt x="111" y="54"/>
                    </a:lnTo>
                    <a:lnTo>
                      <a:pt x="111" y="57"/>
                    </a:lnTo>
                    <a:lnTo>
                      <a:pt x="111" y="57"/>
                    </a:lnTo>
                    <a:lnTo>
                      <a:pt x="111" y="61"/>
                    </a:lnTo>
                    <a:lnTo>
                      <a:pt x="111" y="62"/>
                    </a:lnTo>
                    <a:lnTo>
                      <a:pt x="110" y="64"/>
                    </a:lnTo>
                    <a:lnTo>
                      <a:pt x="110" y="64"/>
                    </a:lnTo>
                    <a:lnTo>
                      <a:pt x="106" y="64"/>
                    </a:lnTo>
                    <a:lnTo>
                      <a:pt x="106" y="64"/>
                    </a:lnTo>
                    <a:lnTo>
                      <a:pt x="103" y="64"/>
                    </a:lnTo>
                    <a:lnTo>
                      <a:pt x="100" y="65"/>
                    </a:lnTo>
                    <a:lnTo>
                      <a:pt x="100" y="65"/>
                    </a:lnTo>
                    <a:lnTo>
                      <a:pt x="99" y="66"/>
                    </a:lnTo>
                    <a:lnTo>
                      <a:pt x="95" y="68"/>
                    </a:lnTo>
                    <a:lnTo>
                      <a:pt x="95" y="68"/>
                    </a:lnTo>
                    <a:lnTo>
                      <a:pt x="95" y="68"/>
                    </a:lnTo>
                    <a:lnTo>
                      <a:pt x="95" y="69"/>
                    </a:lnTo>
                    <a:lnTo>
                      <a:pt x="92" y="68"/>
                    </a:lnTo>
                    <a:lnTo>
                      <a:pt x="92" y="68"/>
                    </a:lnTo>
                    <a:lnTo>
                      <a:pt x="91" y="65"/>
                    </a:lnTo>
                    <a:lnTo>
                      <a:pt x="92" y="64"/>
                    </a:lnTo>
                    <a:lnTo>
                      <a:pt x="91" y="64"/>
                    </a:lnTo>
                    <a:lnTo>
                      <a:pt x="88" y="64"/>
                    </a:lnTo>
                    <a:lnTo>
                      <a:pt x="88" y="64"/>
                    </a:lnTo>
                    <a:lnTo>
                      <a:pt x="81" y="65"/>
                    </a:lnTo>
                    <a:lnTo>
                      <a:pt x="79" y="65"/>
                    </a:lnTo>
                    <a:lnTo>
                      <a:pt x="79" y="65"/>
                    </a:lnTo>
                    <a:lnTo>
                      <a:pt x="77" y="65"/>
                    </a:lnTo>
                    <a:lnTo>
                      <a:pt x="75" y="64"/>
                    </a:lnTo>
                    <a:lnTo>
                      <a:pt x="75" y="64"/>
                    </a:lnTo>
                    <a:lnTo>
                      <a:pt x="71" y="62"/>
                    </a:lnTo>
                    <a:lnTo>
                      <a:pt x="69" y="64"/>
                    </a:lnTo>
                    <a:lnTo>
                      <a:pt x="69" y="64"/>
                    </a:lnTo>
                    <a:lnTo>
                      <a:pt x="68" y="65"/>
                    </a:lnTo>
                    <a:lnTo>
                      <a:pt x="68" y="65"/>
                    </a:lnTo>
                    <a:lnTo>
                      <a:pt x="67" y="64"/>
                    </a:lnTo>
                    <a:lnTo>
                      <a:pt x="67" y="64"/>
                    </a:lnTo>
                    <a:lnTo>
                      <a:pt x="65" y="61"/>
                    </a:lnTo>
                    <a:lnTo>
                      <a:pt x="67" y="60"/>
                    </a:lnTo>
                    <a:lnTo>
                      <a:pt x="67" y="60"/>
                    </a:lnTo>
                    <a:lnTo>
                      <a:pt x="71" y="60"/>
                    </a:lnTo>
                    <a:lnTo>
                      <a:pt x="72" y="60"/>
                    </a:lnTo>
                    <a:lnTo>
                      <a:pt x="73" y="58"/>
                    </a:lnTo>
                    <a:lnTo>
                      <a:pt x="73" y="58"/>
                    </a:lnTo>
                    <a:lnTo>
                      <a:pt x="72" y="57"/>
                    </a:lnTo>
                    <a:lnTo>
                      <a:pt x="72" y="56"/>
                    </a:lnTo>
                    <a:lnTo>
                      <a:pt x="73" y="56"/>
                    </a:lnTo>
                    <a:lnTo>
                      <a:pt x="73" y="56"/>
                    </a:lnTo>
                    <a:lnTo>
                      <a:pt x="79" y="54"/>
                    </a:lnTo>
                    <a:lnTo>
                      <a:pt x="79" y="54"/>
                    </a:lnTo>
                    <a:lnTo>
                      <a:pt x="81" y="54"/>
                    </a:lnTo>
                    <a:lnTo>
                      <a:pt x="83" y="54"/>
                    </a:lnTo>
                    <a:lnTo>
                      <a:pt x="85" y="54"/>
                    </a:lnTo>
                    <a:lnTo>
                      <a:pt x="85" y="54"/>
                    </a:lnTo>
                    <a:lnTo>
                      <a:pt x="85" y="54"/>
                    </a:lnTo>
                    <a:lnTo>
                      <a:pt x="87" y="53"/>
                    </a:lnTo>
                    <a:lnTo>
                      <a:pt x="88" y="53"/>
                    </a:lnTo>
                    <a:lnTo>
                      <a:pt x="87" y="51"/>
                    </a:lnTo>
                    <a:lnTo>
                      <a:pt x="87" y="51"/>
                    </a:lnTo>
                    <a:lnTo>
                      <a:pt x="84" y="47"/>
                    </a:lnTo>
                    <a:lnTo>
                      <a:pt x="83" y="46"/>
                    </a:lnTo>
                    <a:lnTo>
                      <a:pt x="81" y="45"/>
                    </a:lnTo>
                    <a:lnTo>
                      <a:pt x="80" y="45"/>
                    </a:lnTo>
                    <a:lnTo>
                      <a:pt x="80" y="45"/>
                    </a:lnTo>
                    <a:lnTo>
                      <a:pt x="79" y="46"/>
                    </a:lnTo>
                    <a:lnTo>
                      <a:pt x="77" y="47"/>
                    </a:lnTo>
                    <a:lnTo>
                      <a:pt x="77" y="47"/>
                    </a:lnTo>
                    <a:lnTo>
                      <a:pt x="76" y="47"/>
                    </a:lnTo>
                    <a:lnTo>
                      <a:pt x="76" y="47"/>
                    </a:lnTo>
                    <a:lnTo>
                      <a:pt x="72" y="45"/>
                    </a:lnTo>
                    <a:lnTo>
                      <a:pt x="72" y="43"/>
                    </a:lnTo>
                    <a:lnTo>
                      <a:pt x="73" y="42"/>
                    </a:lnTo>
                    <a:lnTo>
                      <a:pt x="73" y="42"/>
                    </a:lnTo>
                    <a:lnTo>
                      <a:pt x="76" y="39"/>
                    </a:lnTo>
                    <a:lnTo>
                      <a:pt x="79" y="38"/>
                    </a:lnTo>
                    <a:lnTo>
                      <a:pt x="79" y="38"/>
                    </a:lnTo>
                    <a:lnTo>
                      <a:pt x="80" y="38"/>
                    </a:lnTo>
                    <a:lnTo>
                      <a:pt x="81" y="38"/>
                    </a:lnTo>
                    <a:lnTo>
                      <a:pt x="84" y="41"/>
                    </a:lnTo>
                    <a:lnTo>
                      <a:pt x="87" y="43"/>
                    </a:lnTo>
                    <a:lnTo>
                      <a:pt x="88" y="43"/>
                    </a:lnTo>
                    <a:lnTo>
                      <a:pt x="88" y="43"/>
                    </a:lnTo>
                    <a:lnTo>
                      <a:pt x="91" y="42"/>
                    </a:lnTo>
                    <a:lnTo>
                      <a:pt x="92" y="42"/>
                    </a:lnTo>
                    <a:lnTo>
                      <a:pt x="92" y="42"/>
                    </a:lnTo>
                    <a:lnTo>
                      <a:pt x="94" y="45"/>
                    </a:lnTo>
                    <a:lnTo>
                      <a:pt x="94" y="49"/>
                    </a:lnTo>
                    <a:lnTo>
                      <a:pt x="94" y="49"/>
                    </a:lnTo>
                    <a:lnTo>
                      <a:pt x="94" y="51"/>
                    </a:lnTo>
                    <a:lnTo>
                      <a:pt x="96" y="50"/>
                    </a:lnTo>
                    <a:lnTo>
                      <a:pt x="96" y="50"/>
                    </a:lnTo>
                    <a:lnTo>
                      <a:pt x="98" y="49"/>
                    </a:lnTo>
                    <a:lnTo>
                      <a:pt x="96" y="49"/>
                    </a:lnTo>
                    <a:lnTo>
                      <a:pt x="96" y="47"/>
                    </a:lnTo>
                    <a:lnTo>
                      <a:pt x="100" y="46"/>
                    </a:lnTo>
                    <a:lnTo>
                      <a:pt x="100" y="46"/>
                    </a:lnTo>
                    <a:lnTo>
                      <a:pt x="107" y="45"/>
                    </a:lnTo>
                    <a:lnTo>
                      <a:pt x="110" y="43"/>
                    </a:lnTo>
                    <a:lnTo>
                      <a:pt x="113" y="43"/>
                    </a:lnTo>
                    <a:lnTo>
                      <a:pt x="114" y="45"/>
                    </a:lnTo>
                    <a:lnTo>
                      <a:pt x="114" y="45"/>
                    </a:lnTo>
                    <a:lnTo>
                      <a:pt x="117" y="46"/>
                    </a:lnTo>
                    <a:lnTo>
                      <a:pt x="118" y="46"/>
                    </a:lnTo>
                    <a:lnTo>
                      <a:pt x="118" y="46"/>
                    </a:lnTo>
                    <a:lnTo>
                      <a:pt x="118" y="47"/>
                    </a:lnTo>
                    <a:lnTo>
                      <a:pt x="118" y="49"/>
                    </a:lnTo>
                    <a:lnTo>
                      <a:pt x="119" y="47"/>
                    </a:lnTo>
                    <a:lnTo>
                      <a:pt x="119" y="47"/>
                    </a:lnTo>
                    <a:lnTo>
                      <a:pt x="122" y="46"/>
                    </a:lnTo>
                    <a:lnTo>
                      <a:pt x="125" y="47"/>
                    </a:lnTo>
                    <a:lnTo>
                      <a:pt x="127" y="49"/>
                    </a:lnTo>
                    <a:lnTo>
                      <a:pt x="127" y="49"/>
                    </a:lnTo>
                    <a:lnTo>
                      <a:pt x="127" y="49"/>
                    </a:lnTo>
                    <a:lnTo>
                      <a:pt x="130" y="49"/>
                    </a:lnTo>
                    <a:lnTo>
                      <a:pt x="130" y="49"/>
                    </a:lnTo>
                    <a:lnTo>
                      <a:pt x="133" y="51"/>
                    </a:lnTo>
                    <a:lnTo>
                      <a:pt x="137" y="51"/>
                    </a:lnTo>
                    <a:lnTo>
                      <a:pt x="137" y="51"/>
                    </a:lnTo>
                    <a:lnTo>
                      <a:pt x="140" y="50"/>
                    </a:lnTo>
                    <a:lnTo>
                      <a:pt x="140" y="50"/>
                    </a:lnTo>
                    <a:lnTo>
                      <a:pt x="138" y="47"/>
                    </a:lnTo>
                    <a:lnTo>
                      <a:pt x="138" y="47"/>
                    </a:lnTo>
                    <a:lnTo>
                      <a:pt x="137" y="45"/>
                    </a:lnTo>
                    <a:lnTo>
                      <a:pt x="133" y="43"/>
                    </a:lnTo>
                    <a:lnTo>
                      <a:pt x="133" y="43"/>
                    </a:lnTo>
                    <a:lnTo>
                      <a:pt x="125" y="41"/>
                    </a:lnTo>
                    <a:lnTo>
                      <a:pt x="123" y="39"/>
                    </a:lnTo>
                    <a:lnTo>
                      <a:pt x="126" y="39"/>
                    </a:lnTo>
                    <a:lnTo>
                      <a:pt x="126" y="39"/>
                    </a:lnTo>
                    <a:lnTo>
                      <a:pt x="129" y="38"/>
                    </a:lnTo>
                    <a:lnTo>
                      <a:pt x="127" y="37"/>
                    </a:lnTo>
                    <a:lnTo>
                      <a:pt x="127" y="35"/>
                    </a:lnTo>
                    <a:lnTo>
                      <a:pt x="132" y="33"/>
                    </a:lnTo>
                    <a:lnTo>
                      <a:pt x="132" y="33"/>
                    </a:lnTo>
                    <a:lnTo>
                      <a:pt x="137" y="31"/>
                    </a:lnTo>
                    <a:lnTo>
                      <a:pt x="140" y="31"/>
                    </a:lnTo>
                    <a:lnTo>
                      <a:pt x="141" y="31"/>
                    </a:lnTo>
                    <a:lnTo>
                      <a:pt x="141" y="28"/>
                    </a:lnTo>
                    <a:lnTo>
                      <a:pt x="141" y="28"/>
                    </a:lnTo>
                    <a:lnTo>
                      <a:pt x="141" y="23"/>
                    </a:lnTo>
                    <a:lnTo>
                      <a:pt x="142" y="23"/>
                    </a:lnTo>
                    <a:lnTo>
                      <a:pt x="144" y="23"/>
                    </a:lnTo>
                    <a:lnTo>
                      <a:pt x="144" y="23"/>
                    </a:lnTo>
                    <a:lnTo>
                      <a:pt x="153" y="24"/>
                    </a:lnTo>
                    <a:lnTo>
                      <a:pt x="153" y="24"/>
                    </a:lnTo>
                    <a:lnTo>
                      <a:pt x="155" y="24"/>
                    </a:lnTo>
                    <a:lnTo>
                      <a:pt x="155" y="26"/>
                    </a:lnTo>
                    <a:lnTo>
                      <a:pt x="157" y="24"/>
                    </a:lnTo>
                    <a:lnTo>
                      <a:pt x="157" y="24"/>
                    </a:lnTo>
                    <a:lnTo>
                      <a:pt x="160" y="23"/>
                    </a:lnTo>
                    <a:lnTo>
                      <a:pt x="161" y="23"/>
                    </a:lnTo>
                    <a:lnTo>
                      <a:pt x="161" y="23"/>
                    </a:lnTo>
                    <a:lnTo>
                      <a:pt x="161" y="22"/>
                    </a:lnTo>
                    <a:lnTo>
                      <a:pt x="161" y="22"/>
                    </a:lnTo>
                    <a:lnTo>
                      <a:pt x="159" y="18"/>
                    </a:lnTo>
                    <a:lnTo>
                      <a:pt x="156" y="15"/>
                    </a:lnTo>
                    <a:lnTo>
                      <a:pt x="156" y="15"/>
                    </a:lnTo>
                    <a:lnTo>
                      <a:pt x="155" y="12"/>
                    </a:lnTo>
                    <a:lnTo>
                      <a:pt x="153" y="10"/>
                    </a:lnTo>
                    <a:lnTo>
                      <a:pt x="152" y="7"/>
                    </a:lnTo>
                    <a:lnTo>
                      <a:pt x="150" y="7"/>
                    </a:lnTo>
                    <a:lnTo>
                      <a:pt x="148" y="8"/>
                    </a:lnTo>
                    <a:lnTo>
                      <a:pt x="148" y="8"/>
                    </a:lnTo>
                    <a:lnTo>
                      <a:pt x="144" y="10"/>
                    </a:lnTo>
                    <a:lnTo>
                      <a:pt x="140" y="11"/>
                    </a:lnTo>
                    <a:lnTo>
                      <a:pt x="140" y="11"/>
                    </a:lnTo>
                    <a:lnTo>
                      <a:pt x="134" y="10"/>
                    </a:lnTo>
                    <a:lnTo>
                      <a:pt x="132" y="8"/>
                    </a:lnTo>
                    <a:lnTo>
                      <a:pt x="132" y="8"/>
                    </a:lnTo>
                    <a:lnTo>
                      <a:pt x="136" y="7"/>
                    </a:lnTo>
                    <a:lnTo>
                      <a:pt x="138" y="5"/>
                    </a:lnTo>
                    <a:lnTo>
                      <a:pt x="138" y="5"/>
                    </a:lnTo>
                    <a:lnTo>
                      <a:pt x="138" y="5"/>
                    </a:lnTo>
                    <a:lnTo>
                      <a:pt x="140" y="4"/>
                    </a:lnTo>
                    <a:lnTo>
                      <a:pt x="140" y="4"/>
                    </a:lnTo>
                    <a:lnTo>
                      <a:pt x="137" y="1"/>
                    </a:lnTo>
                    <a:lnTo>
                      <a:pt x="140" y="0"/>
                    </a:lnTo>
                    <a:lnTo>
                      <a:pt x="140" y="0"/>
                    </a:lnTo>
                    <a:lnTo>
                      <a:pt x="149" y="0"/>
                    </a:lnTo>
                    <a:lnTo>
                      <a:pt x="161" y="1"/>
                    </a:lnTo>
                    <a:lnTo>
                      <a:pt x="161" y="1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22" name="îşļiḑé">
                <a:extLst>
                  <a:ext uri="{FF2B5EF4-FFF2-40B4-BE49-F238E27FC236}">
                    <a16:creationId xmlns:a16="http://schemas.microsoft.com/office/drawing/2014/main" id="{4DF9EFC8-8458-AC0B-D2B5-6BD800BBA76E}"/>
                  </a:ext>
                </a:extLst>
              </p:cNvPr>
              <p:cNvSpPr/>
              <p:nvPr/>
            </p:nvSpPr>
            <p:spPr bwMode="auto">
              <a:xfrm>
                <a:off x="1740888" y="4545787"/>
                <a:ext cx="123360" cy="147745"/>
              </a:xfrm>
              <a:custGeom>
                <a:avLst/>
                <a:gdLst>
                  <a:gd name="T0" fmla="*/ 27 w 86"/>
                  <a:gd name="T1" fmla="*/ 6 h 103"/>
                  <a:gd name="T2" fmla="*/ 27 w 86"/>
                  <a:gd name="T3" fmla="*/ 38 h 103"/>
                  <a:gd name="T4" fmla="*/ 27 w 86"/>
                  <a:gd name="T5" fmla="*/ 38 h 103"/>
                  <a:gd name="T6" fmla="*/ 28 w 86"/>
                  <a:gd name="T7" fmla="*/ 41 h 103"/>
                  <a:gd name="T8" fmla="*/ 34 w 86"/>
                  <a:gd name="T9" fmla="*/ 47 h 103"/>
                  <a:gd name="T10" fmla="*/ 42 w 86"/>
                  <a:gd name="T11" fmla="*/ 55 h 103"/>
                  <a:gd name="T12" fmla="*/ 47 w 86"/>
                  <a:gd name="T13" fmla="*/ 57 h 103"/>
                  <a:gd name="T14" fmla="*/ 54 w 86"/>
                  <a:gd name="T15" fmla="*/ 60 h 103"/>
                  <a:gd name="T16" fmla="*/ 54 w 86"/>
                  <a:gd name="T17" fmla="*/ 60 h 103"/>
                  <a:gd name="T18" fmla="*/ 66 w 86"/>
                  <a:gd name="T19" fmla="*/ 65 h 103"/>
                  <a:gd name="T20" fmla="*/ 78 w 86"/>
                  <a:gd name="T21" fmla="*/ 72 h 103"/>
                  <a:gd name="T22" fmla="*/ 82 w 86"/>
                  <a:gd name="T23" fmla="*/ 75 h 103"/>
                  <a:gd name="T24" fmla="*/ 85 w 86"/>
                  <a:gd name="T25" fmla="*/ 79 h 103"/>
                  <a:gd name="T26" fmla="*/ 86 w 86"/>
                  <a:gd name="T27" fmla="*/ 82 h 103"/>
                  <a:gd name="T28" fmla="*/ 86 w 86"/>
                  <a:gd name="T29" fmla="*/ 86 h 103"/>
                  <a:gd name="T30" fmla="*/ 86 w 86"/>
                  <a:gd name="T31" fmla="*/ 86 h 103"/>
                  <a:gd name="T32" fmla="*/ 85 w 86"/>
                  <a:gd name="T33" fmla="*/ 90 h 103"/>
                  <a:gd name="T34" fmla="*/ 81 w 86"/>
                  <a:gd name="T35" fmla="*/ 93 h 103"/>
                  <a:gd name="T36" fmla="*/ 76 w 86"/>
                  <a:gd name="T37" fmla="*/ 95 h 103"/>
                  <a:gd name="T38" fmla="*/ 66 w 86"/>
                  <a:gd name="T39" fmla="*/ 98 h 103"/>
                  <a:gd name="T40" fmla="*/ 55 w 86"/>
                  <a:gd name="T41" fmla="*/ 101 h 103"/>
                  <a:gd name="T42" fmla="*/ 40 w 86"/>
                  <a:gd name="T43" fmla="*/ 102 h 103"/>
                  <a:gd name="T44" fmla="*/ 21 w 86"/>
                  <a:gd name="T45" fmla="*/ 103 h 103"/>
                  <a:gd name="T46" fmla="*/ 0 w 86"/>
                  <a:gd name="T47" fmla="*/ 103 h 103"/>
                  <a:gd name="T48" fmla="*/ 0 w 86"/>
                  <a:gd name="T49" fmla="*/ 0 h 103"/>
                  <a:gd name="T50" fmla="*/ 27 w 86"/>
                  <a:gd name="T51" fmla="*/ 6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6" h="103">
                    <a:moveTo>
                      <a:pt x="27" y="6"/>
                    </a:moveTo>
                    <a:lnTo>
                      <a:pt x="27" y="38"/>
                    </a:lnTo>
                    <a:lnTo>
                      <a:pt x="27" y="38"/>
                    </a:lnTo>
                    <a:lnTo>
                      <a:pt x="28" y="41"/>
                    </a:lnTo>
                    <a:lnTo>
                      <a:pt x="34" y="47"/>
                    </a:lnTo>
                    <a:lnTo>
                      <a:pt x="42" y="55"/>
                    </a:lnTo>
                    <a:lnTo>
                      <a:pt x="47" y="57"/>
                    </a:lnTo>
                    <a:lnTo>
                      <a:pt x="54" y="60"/>
                    </a:lnTo>
                    <a:lnTo>
                      <a:pt x="54" y="60"/>
                    </a:lnTo>
                    <a:lnTo>
                      <a:pt x="66" y="65"/>
                    </a:lnTo>
                    <a:lnTo>
                      <a:pt x="78" y="72"/>
                    </a:lnTo>
                    <a:lnTo>
                      <a:pt x="82" y="75"/>
                    </a:lnTo>
                    <a:lnTo>
                      <a:pt x="85" y="79"/>
                    </a:lnTo>
                    <a:lnTo>
                      <a:pt x="86" y="82"/>
                    </a:lnTo>
                    <a:lnTo>
                      <a:pt x="86" y="86"/>
                    </a:lnTo>
                    <a:lnTo>
                      <a:pt x="86" y="86"/>
                    </a:lnTo>
                    <a:lnTo>
                      <a:pt x="85" y="90"/>
                    </a:lnTo>
                    <a:lnTo>
                      <a:pt x="81" y="93"/>
                    </a:lnTo>
                    <a:lnTo>
                      <a:pt x="76" y="95"/>
                    </a:lnTo>
                    <a:lnTo>
                      <a:pt x="66" y="98"/>
                    </a:lnTo>
                    <a:lnTo>
                      <a:pt x="55" y="101"/>
                    </a:lnTo>
                    <a:lnTo>
                      <a:pt x="40" y="102"/>
                    </a:lnTo>
                    <a:lnTo>
                      <a:pt x="21" y="103"/>
                    </a:lnTo>
                    <a:lnTo>
                      <a:pt x="0" y="103"/>
                    </a:lnTo>
                    <a:lnTo>
                      <a:pt x="0" y="0"/>
                    </a:lnTo>
                    <a:lnTo>
                      <a:pt x="27" y="6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23" name="işḷïḑê">
                <a:extLst>
                  <a:ext uri="{FF2B5EF4-FFF2-40B4-BE49-F238E27FC236}">
                    <a16:creationId xmlns:a16="http://schemas.microsoft.com/office/drawing/2014/main" id="{1A5E916C-8F61-0181-EB8A-CD0726DBD5C9}"/>
                  </a:ext>
                </a:extLst>
              </p:cNvPr>
              <p:cNvSpPr/>
              <p:nvPr/>
            </p:nvSpPr>
            <p:spPr bwMode="auto">
              <a:xfrm>
                <a:off x="1636175" y="4545787"/>
                <a:ext cx="117622" cy="147745"/>
              </a:xfrm>
              <a:custGeom>
                <a:avLst/>
                <a:gdLst>
                  <a:gd name="T0" fmla="*/ 63 w 82"/>
                  <a:gd name="T1" fmla="*/ 6 h 103"/>
                  <a:gd name="T2" fmla="*/ 63 w 82"/>
                  <a:gd name="T3" fmla="*/ 38 h 103"/>
                  <a:gd name="T4" fmla="*/ 63 w 82"/>
                  <a:gd name="T5" fmla="*/ 38 h 103"/>
                  <a:gd name="T6" fmla="*/ 62 w 82"/>
                  <a:gd name="T7" fmla="*/ 41 h 103"/>
                  <a:gd name="T8" fmla="*/ 58 w 82"/>
                  <a:gd name="T9" fmla="*/ 47 h 103"/>
                  <a:gd name="T10" fmla="*/ 51 w 82"/>
                  <a:gd name="T11" fmla="*/ 55 h 103"/>
                  <a:gd name="T12" fmla="*/ 46 w 82"/>
                  <a:gd name="T13" fmla="*/ 57 h 103"/>
                  <a:gd name="T14" fmla="*/ 39 w 82"/>
                  <a:gd name="T15" fmla="*/ 60 h 103"/>
                  <a:gd name="T16" fmla="*/ 39 w 82"/>
                  <a:gd name="T17" fmla="*/ 60 h 103"/>
                  <a:gd name="T18" fmla="*/ 25 w 82"/>
                  <a:gd name="T19" fmla="*/ 65 h 103"/>
                  <a:gd name="T20" fmla="*/ 12 w 82"/>
                  <a:gd name="T21" fmla="*/ 72 h 103"/>
                  <a:gd name="T22" fmla="*/ 6 w 82"/>
                  <a:gd name="T23" fmla="*/ 75 h 103"/>
                  <a:gd name="T24" fmla="*/ 4 w 82"/>
                  <a:gd name="T25" fmla="*/ 79 h 103"/>
                  <a:gd name="T26" fmla="*/ 1 w 82"/>
                  <a:gd name="T27" fmla="*/ 82 h 103"/>
                  <a:gd name="T28" fmla="*/ 0 w 82"/>
                  <a:gd name="T29" fmla="*/ 86 h 103"/>
                  <a:gd name="T30" fmla="*/ 0 w 82"/>
                  <a:gd name="T31" fmla="*/ 86 h 103"/>
                  <a:gd name="T32" fmla="*/ 2 w 82"/>
                  <a:gd name="T33" fmla="*/ 90 h 103"/>
                  <a:gd name="T34" fmla="*/ 8 w 82"/>
                  <a:gd name="T35" fmla="*/ 93 h 103"/>
                  <a:gd name="T36" fmla="*/ 15 w 82"/>
                  <a:gd name="T37" fmla="*/ 95 h 103"/>
                  <a:gd name="T38" fmla="*/ 24 w 82"/>
                  <a:gd name="T39" fmla="*/ 98 h 103"/>
                  <a:gd name="T40" fmla="*/ 36 w 82"/>
                  <a:gd name="T41" fmla="*/ 101 h 103"/>
                  <a:gd name="T42" fmla="*/ 50 w 82"/>
                  <a:gd name="T43" fmla="*/ 102 h 103"/>
                  <a:gd name="T44" fmla="*/ 82 w 82"/>
                  <a:gd name="T45" fmla="*/ 103 h 103"/>
                  <a:gd name="T46" fmla="*/ 82 w 82"/>
                  <a:gd name="T47" fmla="*/ 0 h 103"/>
                  <a:gd name="T48" fmla="*/ 63 w 82"/>
                  <a:gd name="T49" fmla="*/ 6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2" h="103">
                    <a:moveTo>
                      <a:pt x="63" y="6"/>
                    </a:moveTo>
                    <a:lnTo>
                      <a:pt x="63" y="38"/>
                    </a:lnTo>
                    <a:lnTo>
                      <a:pt x="63" y="38"/>
                    </a:lnTo>
                    <a:lnTo>
                      <a:pt x="62" y="41"/>
                    </a:lnTo>
                    <a:lnTo>
                      <a:pt x="58" y="47"/>
                    </a:lnTo>
                    <a:lnTo>
                      <a:pt x="51" y="55"/>
                    </a:lnTo>
                    <a:lnTo>
                      <a:pt x="46" y="57"/>
                    </a:lnTo>
                    <a:lnTo>
                      <a:pt x="39" y="60"/>
                    </a:lnTo>
                    <a:lnTo>
                      <a:pt x="39" y="60"/>
                    </a:lnTo>
                    <a:lnTo>
                      <a:pt x="25" y="65"/>
                    </a:lnTo>
                    <a:lnTo>
                      <a:pt x="12" y="72"/>
                    </a:lnTo>
                    <a:lnTo>
                      <a:pt x="6" y="75"/>
                    </a:lnTo>
                    <a:lnTo>
                      <a:pt x="4" y="79"/>
                    </a:lnTo>
                    <a:lnTo>
                      <a:pt x="1" y="82"/>
                    </a:lnTo>
                    <a:lnTo>
                      <a:pt x="0" y="86"/>
                    </a:lnTo>
                    <a:lnTo>
                      <a:pt x="0" y="86"/>
                    </a:lnTo>
                    <a:lnTo>
                      <a:pt x="2" y="90"/>
                    </a:lnTo>
                    <a:lnTo>
                      <a:pt x="8" y="93"/>
                    </a:lnTo>
                    <a:lnTo>
                      <a:pt x="15" y="95"/>
                    </a:lnTo>
                    <a:lnTo>
                      <a:pt x="24" y="98"/>
                    </a:lnTo>
                    <a:lnTo>
                      <a:pt x="36" y="101"/>
                    </a:lnTo>
                    <a:lnTo>
                      <a:pt x="50" y="102"/>
                    </a:lnTo>
                    <a:lnTo>
                      <a:pt x="82" y="103"/>
                    </a:lnTo>
                    <a:lnTo>
                      <a:pt x="82" y="0"/>
                    </a:lnTo>
                    <a:lnTo>
                      <a:pt x="63" y="6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24" name="íś1ïḑê">
                <a:extLst>
                  <a:ext uri="{FF2B5EF4-FFF2-40B4-BE49-F238E27FC236}">
                    <a16:creationId xmlns:a16="http://schemas.microsoft.com/office/drawing/2014/main" id="{D72F5BD3-9AC3-EF01-5093-D453B1488AC5}"/>
                  </a:ext>
                </a:extLst>
              </p:cNvPr>
              <p:cNvSpPr/>
              <p:nvPr/>
            </p:nvSpPr>
            <p:spPr bwMode="auto">
              <a:xfrm>
                <a:off x="1518553" y="4111158"/>
                <a:ext cx="447538" cy="448973"/>
              </a:xfrm>
              <a:custGeom>
                <a:avLst/>
                <a:gdLst>
                  <a:gd name="T0" fmla="*/ 83 w 312"/>
                  <a:gd name="T1" fmla="*/ 16 h 313"/>
                  <a:gd name="T2" fmla="*/ 57 w 312"/>
                  <a:gd name="T3" fmla="*/ 41 h 313"/>
                  <a:gd name="T4" fmla="*/ 37 w 312"/>
                  <a:gd name="T5" fmla="*/ 71 h 313"/>
                  <a:gd name="T6" fmla="*/ 25 w 312"/>
                  <a:gd name="T7" fmla="*/ 103 h 313"/>
                  <a:gd name="T8" fmla="*/ 21 w 312"/>
                  <a:gd name="T9" fmla="*/ 140 h 313"/>
                  <a:gd name="T10" fmla="*/ 21 w 312"/>
                  <a:gd name="T11" fmla="*/ 156 h 313"/>
                  <a:gd name="T12" fmla="*/ 27 w 312"/>
                  <a:gd name="T13" fmla="*/ 186 h 313"/>
                  <a:gd name="T14" fmla="*/ 40 w 312"/>
                  <a:gd name="T15" fmla="*/ 213 h 313"/>
                  <a:gd name="T16" fmla="*/ 56 w 312"/>
                  <a:gd name="T17" fmla="*/ 237 h 313"/>
                  <a:gd name="T18" fmla="*/ 76 w 312"/>
                  <a:gd name="T19" fmla="*/ 259 h 313"/>
                  <a:gd name="T20" fmla="*/ 101 w 312"/>
                  <a:gd name="T21" fmla="*/ 275 h 313"/>
                  <a:gd name="T22" fmla="*/ 128 w 312"/>
                  <a:gd name="T23" fmla="*/ 287 h 313"/>
                  <a:gd name="T24" fmla="*/ 157 w 312"/>
                  <a:gd name="T25" fmla="*/ 293 h 313"/>
                  <a:gd name="T26" fmla="*/ 174 w 312"/>
                  <a:gd name="T27" fmla="*/ 294 h 313"/>
                  <a:gd name="T28" fmla="*/ 210 w 312"/>
                  <a:gd name="T29" fmla="*/ 289 h 313"/>
                  <a:gd name="T30" fmla="*/ 243 w 312"/>
                  <a:gd name="T31" fmla="*/ 276 h 313"/>
                  <a:gd name="T32" fmla="*/ 273 w 312"/>
                  <a:gd name="T33" fmla="*/ 257 h 313"/>
                  <a:gd name="T34" fmla="*/ 296 w 312"/>
                  <a:gd name="T35" fmla="*/ 233 h 313"/>
                  <a:gd name="T36" fmla="*/ 312 w 312"/>
                  <a:gd name="T37" fmla="*/ 245 h 313"/>
                  <a:gd name="T38" fmla="*/ 285 w 312"/>
                  <a:gd name="T39" fmla="*/ 274 h 313"/>
                  <a:gd name="T40" fmla="*/ 252 w 312"/>
                  <a:gd name="T41" fmla="*/ 295 h 313"/>
                  <a:gd name="T42" fmla="*/ 214 w 312"/>
                  <a:gd name="T43" fmla="*/ 309 h 313"/>
                  <a:gd name="T44" fmla="*/ 174 w 312"/>
                  <a:gd name="T45" fmla="*/ 313 h 313"/>
                  <a:gd name="T46" fmla="*/ 156 w 312"/>
                  <a:gd name="T47" fmla="*/ 313 h 313"/>
                  <a:gd name="T48" fmla="*/ 122 w 312"/>
                  <a:gd name="T49" fmla="*/ 306 h 313"/>
                  <a:gd name="T50" fmla="*/ 91 w 312"/>
                  <a:gd name="T51" fmla="*/ 293 h 313"/>
                  <a:gd name="T52" fmla="*/ 64 w 312"/>
                  <a:gd name="T53" fmla="*/ 274 h 313"/>
                  <a:gd name="T54" fmla="*/ 40 w 312"/>
                  <a:gd name="T55" fmla="*/ 251 h 313"/>
                  <a:gd name="T56" fmla="*/ 21 w 312"/>
                  <a:gd name="T57" fmla="*/ 222 h 313"/>
                  <a:gd name="T58" fmla="*/ 8 w 312"/>
                  <a:gd name="T59" fmla="*/ 191 h 313"/>
                  <a:gd name="T60" fmla="*/ 2 w 312"/>
                  <a:gd name="T61" fmla="*/ 159 h 313"/>
                  <a:gd name="T62" fmla="*/ 0 w 312"/>
                  <a:gd name="T63" fmla="*/ 140 h 313"/>
                  <a:gd name="T64" fmla="*/ 6 w 312"/>
                  <a:gd name="T65" fmla="*/ 99 h 313"/>
                  <a:gd name="T66" fmla="*/ 19 w 312"/>
                  <a:gd name="T67" fmla="*/ 61 h 313"/>
                  <a:gd name="T68" fmla="*/ 42 w 312"/>
                  <a:gd name="T69" fmla="*/ 27 h 313"/>
                  <a:gd name="T70" fmla="*/ 71 w 312"/>
                  <a:gd name="T71" fmla="*/ 0 h 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12" h="313">
                    <a:moveTo>
                      <a:pt x="83" y="16"/>
                    </a:moveTo>
                    <a:lnTo>
                      <a:pt x="83" y="16"/>
                    </a:lnTo>
                    <a:lnTo>
                      <a:pt x="69" y="29"/>
                    </a:lnTo>
                    <a:lnTo>
                      <a:pt x="57" y="41"/>
                    </a:lnTo>
                    <a:lnTo>
                      <a:pt x="46" y="54"/>
                    </a:lnTo>
                    <a:lnTo>
                      <a:pt x="37" y="71"/>
                    </a:lnTo>
                    <a:lnTo>
                      <a:pt x="30" y="87"/>
                    </a:lnTo>
                    <a:lnTo>
                      <a:pt x="25" y="103"/>
                    </a:lnTo>
                    <a:lnTo>
                      <a:pt x="22" y="122"/>
                    </a:lnTo>
                    <a:lnTo>
                      <a:pt x="21" y="140"/>
                    </a:lnTo>
                    <a:lnTo>
                      <a:pt x="21" y="140"/>
                    </a:lnTo>
                    <a:lnTo>
                      <a:pt x="21" y="156"/>
                    </a:lnTo>
                    <a:lnTo>
                      <a:pt x="23" y="171"/>
                    </a:lnTo>
                    <a:lnTo>
                      <a:pt x="27" y="186"/>
                    </a:lnTo>
                    <a:lnTo>
                      <a:pt x="33" y="199"/>
                    </a:lnTo>
                    <a:lnTo>
                      <a:pt x="40" y="213"/>
                    </a:lnTo>
                    <a:lnTo>
                      <a:pt x="46" y="226"/>
                    </a:lnTo>
                    <a:lnTo>
                      <a:pt x="56" y="237"/>
                    </a:lnTo>
                    <a:lnTo>
                      <a:pt x="65" y="248"/>
                    </a:lnTo>
                    <a:lnTo>
                      <a:pt x="76" y="259"/>
                    </a:lnTo>
                    <a:lnTo>
                      <a:pt x="88" y="267"/>
                    </a:lnTo>
                    <a:lnTo>
                      <a:pt x="101" y="275"/>
                    </a:lnTo>
                    <a:lnTo>
                      <a:pt x="114" y="282"/>
                    </a:lnTo>
                    <a:lnTo>
                      <a:pt x="128" y="287"/>
                    </a:lnTo>
                    <a:lnTo>
                      <a:pt x="143" y="290"/>
                    </a:lnTo>
                    <a:lnTo>
                      <a:pt x="157" y="293"/>
                    </a:lnTo>
                    <a:lnTo>
                      <a:pt x="174" y="294"/>
                    </a:lnTo>
                    <a:lnTo>
                      <a:pt x="174" y="294"/>
                    </a:lnTo>
                    <a:lnTo>
                      <a:pt x="193" y="293"/>
                    </a:lnTo>
                    <a:lnTo>
                      <a:pt x="210" y="289"/>
                    </a:lnTo>
                    <a:lnTo>
                      <a:pt x="227" y="285"/>
                    </a:lnTo>
                    <a:lnTo>
                      <a:pt x="243" y="276"/>
                    </a:lnTo>
                    <a:lnTo>
                      <a:pt x="258" y="268"/>
                    </a:lnTo>
                    <a:lnTo>
                      <a:pt x="273" y="257"/>
                    </a:lnTo>
                    <a:lnTo>
                      <a:pt x="285" y="247"/>
                    </a:lnTo>
                    <a:lnTo>
                      <a:pt x="296" y="233"/>
                    </a:lnTo>
                    <a:lnTo>
                      <a:pt x="312" y="245"/>
                    </a:lnTo>
                    <a:lnTo>
                      <a:pt x="312" y="245"/>
                    </a:lnTo>
                    <a:lnTo>
                      <a:pt x="298" y="260"/>
                    </a:lnTo>
                    <a:lnTo>
                      <a:pt x="285" y="274"/>
                    </a:lnTo>
                    <a:lnTo>
                      <a:pt x="268" y="285"/>
                    </a:lnTo>
                    <a:lnTo>
                      <a:pt x="252" y="295"/>
                    </a:lnTo>
                    <a:lnTo>
                      <a:pt x="233" y="303"/>
                    </a:lnTo>
                    <a:lnTo>
                      <a:pt x="214" y="309"/>
                    </a:lnTo>
                    <a:lnTo>
                      <a:pt x="194" y="312"/>
                    </a:lnTo>
                    <a:lnTo>
                      <a:pt x="174" y="313"/>
                    </a:lnTo>
                    <a:lnTo>
                      <a:pt x="174" y="313"/>
                    </a:lnTo>
                    <a:lnTo>
                      <a:pt x="156" y="313"/>
                    </a:lnTo>
                    <a:lnTo>
                      <a:pt x="138" y="310"/>
                    </a:lnTo>
                    <a:lnTo>
                      <a:pt x="122" y="306"/>
                    </a:lnTo>
                    <a:lnTo>
                      <a:pt x="106" y="299"/>
                    </a:lnTo>
                    <a:lnTo>
                      <a:pt x="91" y="293"/>
                    </a:lnTo>
                    <a:lnTo>
                      <a:pt x="76" y="285"/>
                    </a:lnTo>
                    <a:lnTo>
                      <a:pt x="64" y="274"/>
                    </a:lnTo>
                    <a:lnTo>
                      <a:pt x="52" y="263"/>
                    </a:lnTo>
                    <a:lnTo>
                      <a:pt x="40" y="251"/>
                    </a:lnTo>
                    <a:lnTo>
                      <a:pt x="30" y="237"/>
                    </a:lnTo>
                    <a:lnTo>
                      <a:pt x="21" y="222"/>
                    </a:lnTo>
                    <a:lnTo>
                      <a:pt x="14" y="207"/>
                    </a:lnTo>
                    <a:lnTo>
                      <a:pt x="8" y="191"/>
                    </a:lnTo>
                    <a:lnTo>
                      <a:pt x="4" y="175"/>
                    </a:lnTo>
                    <a:lnTo>
                      <a:pt x="2" y="159"/>
                    </a:lnTo>
                    <a:lnTo>
                      <a:pt x="0" y="140"/>
                    </a:lnTo>
                    <a:lnTo>
                      <a:pt x="0" y="140"/>
                    </a:lnTo>
                    <a:lnTo>
                      <a:pt x="2" y="119"/>
                    </a:lnTo>
                    <a:lnTo>
                      <a:pt x="6" y="99"/>
                    </a:lnTo>
                    <a:lnTo>
                      <a:pt x="11" y="79"/>
                    </a:lnTo>
                    <a:lnTo>
                      <a:pt x="19" y="61"/>
                    </a:lnTo>
                    <a:lnTo>
                      <a:pt x="30" y="44"/>
                    </a:lnTo>
                    <a:lnTo>
                      <a:pt x="42" y="27"/>
                    </a:lnTo>
                    <a:lnTo>
                      <a:pt x="56" y="14"/>
                    </a:lnTo>
                    <a:lnTo>
                      <a:pt x="71" y="0"/>
                    </a:lnTo>
                    <a:lnTo>
                      <a:pt x="83" y="16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25" name="ïš1íḋê">
                <a:extLst>
                  <a:ext uri="{FF2B5EF4-FFF2-40B4-BE49-F238E27FC236}">
                    <a16:creationId xmlns:a16="http://schemas.microsoft.com/office/drawing/2014/main" id="{667BC8B7-F61A-927E-60AA-B6E5C8FD7563}"/>
                  </a:ext>
                </a:extLst>
              </p:cNvPr>
              <p:cNvSpPr/>
              <p:nvPr/>
            </p:nvSpPr>
            <p:spPr bwMode="auto">
              <a:xfrm>
                <a:off x="1567323" y="4119764"/>
                <a:ext cx="394465" cy="393030"/>
              </a:xfrm>
              <a:custGeom>
                <a:avLst/>
                <a:gdLst>
                  <a:gd name="T0" fmla="*/ 152 w 275"/>
                  <a:gd name="T1" fmla="*/ 1 h 274"/>
                  <a:gd name="T2" fmla="*/ 191 w 275"/>
                  <a:gd name="T3" fmla="*/ 10 h 274"/>
                  <a:gd name="T4" fmla="*/ 225 w 275"/>
                  <a:gd name="T5" fmla="*/ 32 h 274"/>
                  <a:gd name="T6" fmla="*/ 252 w 275"/>
                  <a:gd name="T7" fmla="*/ 61 h 274"/>
                  <a:gd name="T8" fmla="*/ 268 w 275"/>
                  <a:gd name="T9" fmla="*/ 97 h 274"/>
                  <a:gd name="T10" fmla="*/ 275 w 275"/>
                  <a:gd name="T11" fmla="*/ 138 h 274"/>
                  <a:gd name="T12" fmla="*/ 272 w 275"/>
                  <a:gd name="T13" fmla="*/ 165 h 274"/>
                  <a:gd name="T14" fmla="*/ 259 w 275"/>
                  <a:gd name="T15" fmla="*/ 203 h 274"/>
                  <a:gd name="T16" fmla="*/ 234 w 275"/>
                  <a:gd name="T17" fmla="*/ 235 h 274"/>
                  <a:gd name="T18" fmla="*/ 203 w 275"/>
                  <a:gd name="T19" fmla="*/ 258 h 274"/>
                  <a:gd name="T20" fmla="*/ 165 w 275"/>
                  <a:gd name="T21" fmla="*/ 272 h 274"/>
                  <a:gd name="T22" fmla="*/ 137 w 275"/>
                  <a:gd name="T23" fmla="*/ 274 h 274"/>
                  <a:gd name="T24" fmla="*/ 137 w 275"/>
                  <a:gd name="T25" fmla="*/ 269 h 274"/>
                  <a:gd name="T26" fmla="*/ 164 w 275"/>
                  <a:gd name="T27" fmla="*/ 266 h 274"/>
                  <a:gd name="T28" fmla="*/ 201 w 275"/>
                  <a:gd name="T29" fmla="*/ 253 h 274"/>
                  <a:gd name="T30" fmla="*/ 230 w 275"/>
                  <a:gd name="T31" fmla="*/ 230 h 274"/>
                  <a:gd name="T32" fmla="*/ 253 w 275"/>
                  <a:gd name="T33" fmla="*/ 200 h 274"/>
                  <a:gd name="T34" fmla="*/ 266 w 275"/>
                  <a:gd name="T35" fmla="*/ 163 h 274"/>
                  <a:gd name="T36" fmla="*/ 268 w 275"/>
                  <a:gd name="T37" fmla="*/ 138 h 274"/>
                  <a:gd name="T38" fmla="*/ 263 w 275"/>
                  <a:gd name="T39" fmla="*/ 98 h 274"/>
                  <a:gd name="T40" fmla="*/ 247 w 275"/>
                  <a:gd name="T41" fmla="*/ 65 h 274"/>
                  <a:gd name="T42" fmla="*/ 221 w 275"/>
                  <a:gd name="T43" fmla="*/ 36 h 274"/>
                  <a:gd name="T44" fmla="*/ 188 w 275"/>
                  <a:gd name="T45" fmla="*/ 17 h 274"/>
                  <a:gd name="T46" fmla="*/ 151 w 275"/>
                  <a:gd name="T47" fmla="*/ 8 h 274"/>
                  <a:gd name="T48" fmla="*/ 137 w 275"/>
                  <a:gd name="T49" fmla="*/ 0 h 274"/>
                  <a:gd name="T50" fmla="*/ 137 w 275"/>
                  <a:gd name="T51" fmla="*/ 274 h 274"/>
                  <a:gd name="T52" fmla="*/ 96 w 275"/>
                  <a:gd name="T53" fmla="*/ 269 h 274"/>
                  <a:gd name="T54" fmla="*/ 61 w 275"/>
                  <a:gd name="T55" fmla="*/ 251 h 274"/>
                  <a:gd name="T56" fmla="*/ 31 w 275"/>
                  <a:gd name="T57" fmla="*/ 224 h 274"/>
                  <a:gd name="T58" fmla="*/ 11 w 275"/>
                  <a:gd name="T59" fmla="*/ 191 h 274"/>
                  <a:gd name="T60" fmla="*/ 2 w 275"/>
                  <a:gd name="T61" fmla="*/ 151 h 274"/>
                  <a:gd name="T62" fmla="*/ 2 w 275"/>
                  <a:gd name="T63" fmla="*/ 123 h 274"/>
                  <a:gd name="T64" fmla="*/ 11 w 275"/>
                  <a:gd name="T65" fmla="*/ 84 h 274"/>
                  <a:gd name="T66" fmla="*/ 31 w 275"/>
                  <a:gd name="T67" fmla="*/ 50 h 274"/>
                  <a:gd name="T68" fmla="*/ 61 w 275"/>
                  <a:gd name="T69" fmla="*/ 24 h 274"/>
                  <a:gd name="T70" fmla="*/ 96 w 275"/>
                  <a:gd name="T71" fmla="*/ 6 h 274"/>
                  <a:gd name="T72" fmla="*/ 137 w 275"/>
                  <a:gd name="T73" fmla="*/ 0 h 274"/>
                  <a:gd name="T74" fmla="*/ 125 w 275"/>
                  <a:gd name="T75" fmla="*/ 8 h 274"/>
                  <a:gd name="T76" fmla="*/ 87 w 275"/>
                  <a:gd name="T77" fmla="*/ 17 h 274"/>
                  <a:gd name="T78" fmla="*/ 54 w 275"/>
                  <a:gd name="T79" fmla="*/ 36 h 274"/>
                  <a:gd name="T80" fmla="*/ 29 w 275"/>
                  <a:gd name="T81" fmla="*/ 65 h 274"/>
                  <a:gd name="T82" fmla="*/ 12 w 275"/>
                  <a:gd name="T83" fmla="*/ 98 h 274"/>
                  <a:gd name="T84" fmla="*/ 7 w 275"/>
                  <a:gd name="T85" fmla="*/ 138 h 274"/>
                  <a:gd name="T86" fmla="*/ 10 w 275"/>
                  <a:gd name="T87" fmla="*/ 163 h 274"/>
                  <a:gd name="T88" fmla="*/ 22 w 275"/>
                  <a:gd name="T89" fmla="*/ 200 h 274"/>
                  <a:gd name="T90" fmla="*/ 45 w 275"/>
                  <a:gd name="T91" fmla="*/ 230 h 274"/>
                  <a:gd name="T92" fmla="*/ 75 w 275"/>
                  <a:gd name="T93" fmla="*/ 253 h 274"/>
                  <a:gd name="T94" fmla="*/ 111 w 275"/>
                  <a:gd name="T95" fmla="*/ 266 h 274"/>
                  <a:gd name="T96" fmla="*/ 137 w 275"/>
                  <a:gd name="T97" fmla="*/ 274 h 2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75" h="274">
                    <a:moveTo>
                      <a:pt x="137" y="0"/>
                    </a:moveTo>
                    <a:lnTo>
                      <a:pt x="137" y="0"/>
                    </a:lnTo>
                    <a:lnTo>
                      <a:pt x="152" y="1"/>
                    </a:lnTo>
                    <a:lnTo>
                      <a:pt x="165" y="2"/>
                    </a:lnTo>
                    <a:lnTo>
                      <a:pt x="179" y="6"/>
                    </a:lnTo>
                    <a:lnTo>
                      <a:pt x="191" y="10"/>
                    </a:lnTo>
                    <a:lnTo>
                      <a:pt x="203" y="17"/>
                    </a:lnTo>
                    <a:lnTo>
                      <a:pt x="214" y="24"/>
                    </a:lnTo>
                    <a:lnTo>
                      <a:pt x="225" y="32"/>
                    </a:lnTo>
                    <a:lnTo>
                      <a:pt x="234" y="40"/>
                    </a:lnTo>
                    <a:lnTo>
                      <a:pt x="244" y="50"/>
                    </a:lnTo>
                    <a:lnTo>
                      <a:pt x="252" y="61"/>
                    </a:lnTo>
                    <a:lnTo>
                      <a:pt x="259" y="71"/>
                    </a:lnTo>
                    <a:lnTo>
                      <a:pt x="264" y="84"/>
                    </a:lnTo>
                    <a:lnTo>
                      <a:pt x="268" y="97"/>
                    </a:lnTo>
                    <a:lnTo>
                      <a:pt x="272" y="109"/>
                    </a:lnTo>
                    <a:lnTo>
                      <a:pt x="274" y="123"/>
                    </a:lnTo>
                    <a:lnTo>
                      <a:pt x="275" y="138"/>
                    </a:lnTo>
                    <a:lnTo>
                      <a:pt x="275" y="138"/>
                    </a:lnTo>
                    <a:lnTo>
                      <a:pt x="274" y="151"/>
                    </a:lnTo>
                    <a:lnTo>
                      <a:pt x="272" y="165"/>
                    </a:lnTo>
                    <a:lnTo>
                      <a:pt x="268" y="178"/>
                    </a:lnTo>
                    <a:lnTo>
                      <a:pt x="264" y="191"/>
                    </a:lnTo>
                    <a:lnTo>
                      <a:pt x="259" y="203"/>
                    </a:lnTo>
                    <a:lnTo>
                      <a:pt x="252" y="215"/>
                    </a:lnTo>
                    <a:lnTo>
                      <a:pt x="244" y="224"/>
                    </a:lnTo>
                    <a:lnTo>
                      <a:pt x="234" y="235"/>
                    </a:lnTo>
                    <a:lnTo>
                      <a:pt x="225" y="243"/>
                    </a:lnTo>
                    <a:lnTo>
                      <a:pt x="214" y="251"/>
                    </a:lnTo>
                    <a:lnTo>
                      <a:pt x="203" y="258"/>
                    </a:lnTo>
                    <a:lnTo>
                      <a:pt x="191" y="264"/>
                    </a:lnTo>
                    <a:lnTo>
                      <a:pt x="179" y="269"/>
                    </a:lnTo>
                    <a:lnTo>
                      <a:pt x="165" y="272"/>
                    </a:lnTo>
                    <a:lnTo>
                      <a:pt x="152" y="274"/>
                    </a:lnTo>
                    <a:lnTo>
                      <a:pt x="137" y="274"/>
                    </a:lnTo>
                    <a:lnTo>
                      <a:pt x="137" y="274"/>
                    </a:lnTo>
                    <a:lnTo>
                      <a:pt x="137" y="269"/>
                    </a:lnTo>
                    <a:lnTo>
                      <a:pt x="137" y="269"/>
                    </a:lnTo>
                    <a:lnTo>
                      <a:pt x="137" y="269"/>
                    </a:lnTo>
                    <a:lnTo>
                      <a:pt x="137" y="269"/>
                    </a:lnTo>
                    <a:lnTo>
                      <a:pt x="151" y="268"/>
                    </a:lnTo>
                    <a:lnTo>
                      <a:pt x="164" y="266"/>
                    </a:lnTo>
                    <a:lnTo>
                      <a:pt x="176" y="262"/>
                    </a:lnTo>
                    <a:lnTo>
                      <a:pt x="188" y="258"/>
                    </a:lnTo>
                    <a:lnTo>
                      <a:pt x="201" y="253"/>
                    </a:lnTo>
                    <a:lnTo>
                      <a:pt x="211" y="246"/>
                    </a:lnTo>
                    <a:lnTo>
                      <a:pt x="221" y="238"/>
                    </a:lnTo>
                    <a:lnTo>
                      <a:pt x="230" y="230"/>
                    </a:lnTo>
                    <a:lnTo>
                      <a:pt x="239" y="220"/>
                    </a:lnTo>
                    <a:lnTo>
                      <a:pt x="247" y="211"/>
                    </a:lnTo>
                    <a:lnTo>
                      <a:pt x="253" y="200"/>
                    </a:lnTo>
                    <a:lnTo>
                      <a:pt x="259" y="188"/>
                    </a:lnTo>
                    <a:lnTo>
                      <a:pt x="263" y="177"/>
                    </a:lnTo>
                    <a:lnTo>
                      <a:pt x="266" y="163"/>
                    </a:lnTo>
                    <a:lnTo>
                      <a:pt x="268" y="151"/>
                    </a:lnTo>
                    <a:lnTo>
                      <a:pt x="268" y="138"/>
                    </a:lnTo>
                    <a:lnTo>
                      <a:pt x="268" y="138"/>
                    </a:lnTo>
                    <a:lnTo>
                      <a:pt x="268" y="124"/>
                    </a:lnTo>
                    <a:lnTo>
                      <a:pt x="266" y="111"/>
                    </a:lnTo>
                    <a:lnTo>
                      <a:pt x="263" y="98"/>
                    </a:lnTo>
                    <a:lnTo>
                      <a:pt x="259" y="86"/>
                    </a:lnTo>
                    <a:lnTo>
                      <a:pt x="253" y="75"/>
                    </a:lnTo>
                    <a:lnTo>
                      <a:pt x="247" y="65"/>
                    </a:lnTo>
                    <a:lnTo>
                      <a:pt x="239" y="54"/>
                    </a:lnTo>
                    <a:lnTo>
                      <a:pt x="230" y="44"/>
                    </a:lnTo>
                    <a:lnTo>
                      <a:pt x="221" y="36"/>
                    </a:lnTo>
                    <a:lnTo>
                      <a:pt x="211" y="29"/>
                    </a:lnTo>
                    <a:lnTo>
                      <a:pt x="201" y="23"/>
                    </a:lnTo>
                    <a:lnTo>
                      <a:pt x="188" y="17"/>
                    </a:lnTo>
                    <a:lnTo>
                      <a:pt x="176" y="12"/>
                    </a:lnTo>
                    <a:lnTo>
                      <a:pt x="164" y="9"/>
                    </a:lnTo>
                    <a:lnTo>
                      <a:pt x="151" y="8"/>
                    </a:lnTo>
                    <a:lnTo>
                      <a:pt x="137" y="6"/>
                    </a:lnTo>
                    <a:lnTo>
                      <a:pt x="137" y="6"/>
                    </a:lnTo>
                    <a:lnTo>
                      <a:pt x="137" y="0"/>
                    </a:lnTo>
                    <a:lnTo>
                      <a:pt x="137" y="0"/>
                    </a:lnTo>
                    <a:close/>
                    <a:moveTo>
                      <a:pt x="137" y="274"/>
                    </a:moveTo>
                    <a:lnTo>
                      <a:pt x="137" y="274"/>
                    </a:lnTo>
                    <a:lnTo>
                      <a:pt x="123" y="274"/>
                    </a:lnTo>
                    <a:lnTo>
                      <a:pt x="110" y="272"/>
                    </a:lnTo>
                    <a:lnTo>
                      <a:pt x="96" y="269"/>
                    </a:lnTo>
                    <a:lnTo>
                      <a:pt x="84" y="264"/>
                    </a:lnTo>
                    <a:lnTo>
                      <a:pt x="72" y="258"/>
                    </a:lnTo>
                    <a:lnTo>
                      <a:pt x="61" y="251"/>
                    </a:lnTo>
                    <a:lnTo>
                      <a:pt x="50" y="243"/>
                    </a:lnTo>
                    <a:lnTo>
                      <a:pt x="41" y="235"/>
                    </a:lnTo>
                    <a:lnTo>
                      <a:pt x="31" y="224"/>
                    </a:lnTo>
                    <a:lnTo>
                      <a:pt x="23" y="215"/>
                    </a:lnTo>
                    <a:lnTo>
                      <a:pt x="16" y="203"/>
                    </a:lnTo>
                    <a:lnTo>
                      <a:pt x="11" y="191"/>
                    </a:lnTo>
                    <a:lnTo>
                      <a:pt x="7" y="178"/>
                    </a:lnTo>
                    <a:lnTo>
                      <a:pt x="3" y="165"/>
                    </a:lnTo>
                    <a:lnTo>
                      <a:pt x="2" y="151"/>
                    </a:lnTo>
                    <a:lnTo>
                      <a:pt x="0" y="138"/>
                    </a:lnTo>
                    <a:lnTo>
                      <a:pt x="0" y="138"/>
                    </a:lnTo>
                    <a:lnTo>
                      <a:pt x="2" y="123"/>
                    </a:lnTo>
                    <a:lnTo>
                      <a:pt x="3" y="109"/>
                    </a:lnTo>
                    <a:lnTo>
                      <a:pt x="7" y="97"/>
                    </a:lnTo>
                    <a:lnTo>
                      <a:pt x="11" y="84"/>
                    </a:lnTo>
                    <a:lnTo>
                      <a:pt x="16" y="71"/>
                    </a:lnTo>
                    <a:lnTo>
                      <a:pt x="23" y="61"/>
                    </a:lnTo>
                    <a:lnTo>
                      <a:pt x="31" y="50"/>
                    </a:lnTo>
                    <a:lnTo>
                      <a:pt x="41" y="40"/>
                    </a:lnTo>
                    <a:lnTo>
                      <a:pt x="50" y="32"/>
                    </a:lnTo>
                    <a:lnTo>
                      <a:pt x="61" y="24"/>
                    </a:lnTo>
                    <a:lnTo>
                      <a:pt x="72" y="17"/>
                    </a:lnTo>
                    <a:lnTo>
                      <a:pt x="84" y="10"/>
                    </a:lnTo>
                    <a:lnTo>
                      <a:pt x="96" y="6"/>
                    </a:lnTo>
                    <a:lnTo>
                      <a:pt x="110" y="2"/>
                    </a:lnTo>
                    <a:lnTo>
                      <a:pt x="123" y="1"/>
                    </a:lnTo>
                    <a:lnTo>
                      <a:pt x="137" y="0"/>
                    </a:lnTo>
                    <a:lnTo>
                      <a:pt x="137" y="6"/>
                    </a:lnTo>
                    <a:lnTo>
                      <a:pt x="137" y="6"/>
                    </a:lnTo>
                    <a:lnTo>
                      <a:pt x="125" y="8"/>
                    </a:lnTo>
                    <a:lnTo>
                      <a:pt x="111" y="9"/>
                    </a:lnTo>
                    <a:lnTo>
                      <a:pt x="99" y="12"/>
                    </a:lnTo>
                    <a:lnTo>
                      <a:pt x="87" y="17"/>
                    </a:lnTo>
                    <a:lnTo>
                      <a:pt x="75" y="23"/>
                    </a:lnTo>
                    <a:lnTo>
                      <a:pt x="64" y="29"/>
                    </a:lnTo>
                    <a:lnTo>
                      <a:pt x="54" y="36"/>
                    </a:lnTo>
                    <a:lnTo>
                      <a:pt x="45" y="44"/>
                    </a:lnTo>
                    <a:lnTo>
                      <a:pt x="37" y="54"/>
                    </a:lnTo>
                    <a:lnTo>
                      <a:pt x="29" y="65"/>
                    </a:lnTo>
                    <a:lnTo>
                      <a:pt x="22" y="75"/>
                    </a:lnTo>
                    <a:lnTo>
                      <a:pt x="16" y="86"/>
                    </a:lnTo>
                    <a:lnTo>
                      <a:pt x="12" y="98"/>
                    </a:lnTo>
                    <a:lnTo>
                      <a:pt x="10" y="111"/>
                    </a:lnTo>
                    <a:lnTo>
                      <a:pt x="7" y="124"/>
                    </a:lnTo>
                    <a:lnTo>
                      <a:pt x="7" y="138"/>
                    </a:lnTo>
                    <a:lnTo>
                      <a:pt x="7" y="138"/>
                    </a:lnTo>
                    <a:lnTo>
                      <a:pt x="7" y="151"/>
                    </a:lnTo>
                    <a:lnTo>
                      <a:pt x="10" y="163"/>
                    </a:lnTo>
                    <a:lnTo>
                      <a:pt x="12" y="177"/>
                    </a:lnTo>
                    <a:lnTo>
                      <a:pt x="16" y="188"/>
                    </a:lnTo>
                    <a:lnTo>
                      <a:pt x="22" y="200"/>
                    </a:lnTo>
                    <a:lnTo>
                      <a:pt x="29" y="211"/>
                    </a:lnTo>
                    <a:lnTo>
                      <a:pt x="37" y="220"/>
                    </a:lnTo>
                    <a:lnTo>
                      <a:pt x="45" y="230"/>
                    </a:lnTo>
                    <a:lnTo>
                      <a:pt x="54" y="238"/>
                    </a:lnTo>
                    <a:lnTo>
                      <a:pt x="64" y="246"/>
                    </a:lnTo>
                    <a:lnTo>
                      <a:pt x="75" y="253"/>
                    </a:lnTo>
                    <a:lnTo>
                      <a:pt x="87" y="258"/>
                    </a:lnTo>
                    <a:lnTo>
                      <a:pt x="99" y="262"/>
                    </a:lnTo>
                    <a:lnTo>
                      <a:pt x="111" y="266"/>
                    </a:lnTo>
                    <a:lnTo>
                      <a:pt x="125" y="268"/>
                    </a:lnTo>
                    <a:lnTo>
                      <a:pt x="137" y="269"/>
                    </a:lnTo>
                    <a:lnTo>
                      <a:pt x="137" y="274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26" name="isľíḓè">
                <a:extLst>
                  <a:ext uri="{FF2B5EF4-FFF2-40B4-BE49-F238E27FC236}">
                    <a16:creationId xmlns:a16="http://schemas.microsoft.com/office/drawing/2014/main" id="{D57D13A2-B997-BACD-53B9-9D6F9D00405F}"/>
                  </a:ext>
                </a:extLst>
              </p:cNvPr>
              <p:cNvSpPr/>
              <p:nvPr/>
            </p:nvSpPr>
            <p:spPr bwMode="auto">
              <a:xfrm>
                <a:off x="1561586" y="4126937"/>
                <a:ext cx="393030" cy="382990"/>
              </a:xfrm>
              <a:custGeom>
                <a:avLst/>
                <a:gdLst>
                  <a:gd name="T0" fmla="*/ 199 w 274"/>
                  <a:gd name="T1" fmla="*/ 18 h 267"/>
                  <a:gd name="T2" fmla="*/ 203 w 274"/>
                  <a:gd name="T3" fmla="*/ 37 h 267"/>
                  <a:gd name="T4" fmla="*/ 214 w 274"/>
                  <a:gd name="T5" fmla="*/ 35 h 267"/>
                  <a:gd name="T6" fmla="*/ 221 w 274"/>
                  <a:gd name="T7" fmla="*/ 43 h 267"/>
                  <a:gd name="T8" fmla="*/ 238 w 274"/>
                  <a:gd name="T9" fmla="*/ 56 h 267"/>
                  <a:gd name="T10" fmla="*/ 257 w 274"/>
                  <a:gd name="T11" fmla="*/ 80 h 267"/>
                  <a:gd name="T12" fmla="*/ 251 w 274"/>
                  <a:gd name="T13" fmla="*/ 91 h 267"/>
                  <a:gd name="T14" fmla="*/ 256 w 274"/>
                  <a:gd name="T15" fmla="*/ 93 h 267"/>
                  <a:gd name="T16" fmla="*/ 262 w 274"/>
                  <a:gd name="T17" fmla="*/ 85 h 267"/>
                  <a:gd name="T18" fmla="*/ 264 w 274"/>
                  <a:gd name="T19" fmla="*/ 93 h 267"/>
                  <a:gd name="T20" fmla="*/ 259 w 274"/>
                  <a:gd name="T21" fmla="*/ 110 h 267"/>
                  <a:gd name="T22" fmla="*/ 247 w 274"/>
                  <a:gd name="T23" fmla="*/ 112 h 267"/>
                  <a:gd name="T24" fmla="*/ 232 w 274"/>
                  <a:gd name="T25" fmla="*/ 127 h 267"/>
                  <a:gd name="T26" fmla="*/ 220 w 274"/>
                  <a:gd name="T27" fmla="*/ 141 h 267"/>
                  <a:gd name="T28" fmla="*/ 202 w 274"/>
                  <a:gd name="T29" fmla="*/ 154 h 267"/>
                  <a:gd name="T30" fmla="*/ 209 w 274"/>
                  <a:gd name="T31" fmla="*/ 183 h 267"/>
                  <a:gd name="T32" fmla="*/ 218 w 274"/>
                  <a:gd name="T33" fmla="*/ 214 h 267"/>
                  <a:gd name="T34" fmla="*/ 210 w 274"/>
                  <a:gd name="T35" fmla="*/ 237 h 267"/>
                  <a:gd name="T36" fmla="*/ 226 w 274"/>
                  <a:gd name="T37" fmla="*/ 228 h 267"/>
                  <a:gd name="T38" fmla="*/ 247 w 274"/>
                  <a:gd name="T39" fmla="*/ 192 h 267"/>
                  <a:gd name="T40" fmla="*/ 264 w 274"/>
                  <a:gd name="T41" fmla="*/ 141 h 267"/>
                  <a:gd name="T42" fmla="*/ 274 w 274"/>
                  <a:gd name="T43" fmla="*/ 115 h 267"/>
                  <a:gd name="T44" fmla="*/ 155 w 274"/>
                  <a:gd name="T45" fmla="*/ 267 h 267"/>
                  <a:gd name="T46" fmla="*/ 178 w 274"/>
                  <a:gd name="T47" fmla="*/ 246 h 267"/>
                  <a:gd name="T48" fmla="*/ 153 w 274"/>
                  <a:gd name="T49" fmla="*/ 245 h 267"/>
                  <a:gd name="T50" fmla="*/ 145 w 274"/>
                  <a:gd name="T51" fmla="*/ 252 h 267"/>
                  <a:gd name="T52" fmla="*/ 125 w 274"/>
                  <a:gd name="T53" fmla="*/ 248 h 267"/>
                  <a:gd name="T54" fmla="*/ 99 w 274"/>
                  <a:gd name="T55" fmla="*/ 249 h 267"/>
                  <a:gd name="T56" fmla="*/ 121 w 274"/>
                  <a:gd name="T57" fmla="*/ 267 h 267"/>
                  <a:gd name="T58" fmla="*/ 0 w 274"/>
                  <a:gd name="T59" fmla="*/ 129 h 267"/>
                  <a:gd name="T60" fmla="*/ 62 w 274"/>
                  <a:gd name="T61" fmla="*/ 26 h 267"/>
                  <a:gd name="T62" fmla="*/ 19 w 274"/>
                  <a:gd name="T63" fmla="*/ 87 h 267"/>
                  <a:gd name="T64" fmla="*/ 31 w 274"/>
                  <a:gd name="T65" fmla="*/ 84 h 267"/>
                  <a:gd name="T66" fmla="*/ 50 w 274"/>
                  <a:gd name="T67" fmla="*/ 91 h 267"/>
                  <a:gd name="T68" fmla="*/ 60 w 274"/>
                  <a:gd name="T69" fmla="*/ 88 h 267"/>
                  <a:gd name="T70" fmla="*/ 46 w 274"/>
                  <a:gd name="T71" fmla="*/ 106 h 267"/>
                  <a:gd name="T72" fmla="*/ 35 w 274"/>
                  <a:gd name="T73" fmla="*/ 122 h 267"/>
                  <a:gd name="T74" fmla="*/ 45 w 274"/>
                  <a:gd name="T75" fmla="*/ 157 h 267"/>
                  <a:gd name="T76" fmla="*/ 54 w 274"/>
                  <a:gd name="T77" fmla="*/ 180 h 267"/>
                  <a:gd name="T78" fmla="*/ 87 w 274"/>
                  <a:gd name="T79" fmla="*/ 210 h 267"/>
                  <a:gd name="T80" fmla="*/ 95 w 274"/>
                  <a:gd name="T81" fmla="*/ 188 h 267"/>
                  <a:gd name="T82" fmla="*/ 98 w 274"/>
                  <a:gd name="T83" fmla="*/ 169 h 267"/>
                  <a:gd name="T84" fmla="*/ 104 w 274"/>
                  <a:gd name="T85" fmla="*/ 137 h 267"/>
                  <a:gd name="T86" fmla="*/ 117 w 274"/>
                  <a:gd name="T87" fmla="*/ 122 h 267"/>
                  <a:gd name="T88" fmla="*/ 152 w 274"/>
                  <a:gd name="T89" fmla="*/ 125 h 267"/>
                  <a:gd name="T90" fmla="*/ 165 w 274"/>
                  <a:gd name="T91" fmla="*/ 106 h 267"/>
                  <a:gd name="T92" fmla="*/ 161 w 274"/>
                  <a:gd name="T93" fmla="*/ 81 h 267"/>
                  <a:gd name="T94" fmla="*/ 134 w 274"/>
                  <a:gd name="T95" fmla="*/ 58 h 267"/>
                  <a:gd name="T96" fmla="*/ 111 w 274"/>
                  <a:gd name="T97" fmla="*/ 57 h 267"/>
                  <a:gd name="T98" fmla="*/ 92 w 274"/>
                  <a:gd name="T99" fmla="*/ 68 h 267"/>
                  <a:gd name="T100" fmla="*/ 69 w 274"/>
                  <a:gd name="T101" fmla="*/ 64 h 267"/>
                  <a:gd name="T102" fmla="*/ 73 w 274"/>
                  <a:gd name="T103" fmla="*/ 56 h 267"/>
                  <a:gd name="T104" fmla="*/ 80 w 274"/>
                  <a:gd name="T105" fmla="*/ 45 h 267"/>
                  <a:gd name="T106" fmla="*/ 81 w 274"/>
                  <a:gd name="T107" fmla="*/ 38 h 267"/>
                  <a:gd name="T108" fmla="*/ 96 w 274"/>
                  <a:gd name="T109" fmla="*/ 49 h 267"/>
                  <a:gd name="T110" fmla="*/ 119 w 274"/>
                  <a:gd name="T111" fmla="*/ 47 h 267"/>
                  <a:gd name="T112" fmla="*/ 137 w 274"/>
                  <a:gd name="T113" fmla="*/ 45 h 267"/>
                  <a:gd name="T114" fmla="*/ 141 w 274"/>
                  <a:gd name="T115" fmla="*/ 28 h 267"/>
                  <a:gd name="T116" fmla="*/ 161 w 274"/>
                  <a:gd name="T117" fmla="*/ 22 h 267"/>
                  <a:gd name="T118" fmla="*/ 132 w 274"/>
                  <a:gd name="T119" fmla="*/ 8 h 2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74" h="267">
                    <a:moveTo>
                      <a:pt x="161" y="1"/>
                    </a:moveTo>
                    <a:lnTo>
                      <a:pt x="161" y="1"/>
                    </a:lnTo>
                    <a:lnTo>
                      <a:pt x="169" y="3"/>
                    </a:lnTo>
                    <a:lnTo>
                      <a:pt x="178" y="5"/>
                    </a:lnTo>
                    <a:lnTo>
                      <a:pt x="188" y="8"/>
                    </a:lnTo>
                    <a:lnTo>
                      <a:pt x="201" y="14"/>
                    </a:lnTo>
                    <a:lnTo>
                      <a:pt x="214" y="22"/>
                    </a:lnTo>
                    <a:lnTo>
                      <a:pt x="226" y="31"/>
                    </a:lnTo>
                    <a:lnTo>
                      <a:pt x="238" y="43"/>
                    </a:lnTo>
                    <a:lnTo>
                      <a:pt x="238" y="43"/>
                    </a:lnTo>
                    <a:lnTo>
                      <a:pt x="234" y="39"/>
                    </a:lnTo>
                    <a:lnTo>
                      <a:pt x="225" y="31"/>
                    </a:lnTo>
                    <a:lnTo>
                      <a:pt x="213" y="22"/>
                    </a:lnTo>
                    <a:lnTo>
                      <a:pt x="206" y="19"/>
                    </a:lnTo>
                    <a:lnTo>
                      <a:pt x="199" y="18"/>
                    </a:lnTo>
                    <a:lnTo>
                      <a:pt x="197" y="19"/>
                    </a:lnTo>
                    <a:lnTo>
                      <a:pt x="197" y="19"/>
                    </a:lnTo>
                    <a:lnTo>
                      <a:pt x="198" y="22"/>
                    </a:lnTo>
                    <a:lnTo>
                      <a:pt x="198" y="22"/>
                    </a:lnTo>
                    <a:lnTo>
                      <a:pt x="199" y="24"/>
                    </a:lnTo>
                    <a:lnTo>
                      <a:pt x="199" y="24"/>
                    </a:lnTo>
                    <a:lnTo>
                      <a:pt x="199" y="27"/>
                    </a:lnTo>
                    <a:lnTo>
                      <a:pt x="201" y="30"/>
                    </a:lnTo>
                    <a:lnTo>
                      <a:pt x="201" y="30"/>
                    </a:lnTo>
                    <a:lnTo>
                      <a:pt x="202" y="30"/>
                    </a:lnTo>
                    <a:lnTo>
                      <a:pt x="202" y="30"/>
                    </a:lnTo>
                    <a:lnTo>
                      <a:pt x="203" y="33"/>
                    </a:lnTo>
                    <a:lnTo>
                      <a:pt x="203" y="33"/>
                    </a:lnTo>
                    <a:lnTo>
                      <a:pt x="203" y="34"/>
                    </a:lnTo>
                    <a:lnTo>
                      <a:pt x="203" y="37"/>
                    </a:lnTo>
                    <a:lnTo>
                      <a:pt x="203" y="39"/>
                    </a:lnTo>
                    <a:lnTo>
                      <a:pt x="206" y="39"/>
                    </a:lnTo>
                    <a:lnTo>
                      <a:pt x="206" y="39"/>
                    </a:lnTo>
                    <a:lnTo>
                      <a:pt x="209" y="39"/>
                    </a:lnTo>
                    <a:lnTo>
                      <a:pt x="209" y="39"/>
                    </a:lnTo>
                    <a:lnTo>
                      <a:pt x="210" y="38"/>
                    </a:lnTo>
                    <a:lnTo>
                      <a:pt x="210" y="38"/>
                    </a:lnTo>
                    <a:lnTo>
                      <a:pt x="207" y="35"/>
                    </a:lnTo>
                    <a:lnTo>
                      <a:pt x="207" y="35"/>
                    </a:lnTo>
                    <a:lnTo>
                      <a:pt x="207" y="35"/>
                    </a:lnTo>
                    <a:lnTo>
                      <a:pt x="207" y="35"/>
                    </a:lnTo>
                    <a:lnTo>
                      <a:pt x="209" y="34"/>
                    </a:lnTo>
                    <a:lnTo>
                      <a:pt x="210" y="33"/>
                    </a:lnTo>
                    <a:lnTo>
                      <a:pt x="210" y="33"/>
                    </a:lnTo>
                    <a:lnTo>
                      <a:pt x="214" y="35"/>
                    </a:lnTo>
                    <a:lnTo>
                      <a:pt x="215" y="37"/>
                    </a:lnTo>
                    <a:lnTo>
                      <a:pt x="215" y="37"/>
                    </a:lnTo>
                    <a:lnTo>
                      <a:pt x="217" y="39"/>
                    </a:lnTo>
                    <a:lnTo>
                      <a:pt x="217" y="39"/>
                    </a:lnTo>
                    <a:lnTo>
                      <a:pt x="215" y="41"/>
                    </a:lnTo>
                    <a:lnTo>
                      <a:pt x="215" y="41"/>
                    </a:lnTo>
                    <a:lnTo>
                      <a:pt x="214" y="42"/>
                    </a:lnTo>
                    <a:lnTo>
                      <a:pt x="214" y="42"/>
                    </a:lnTo>
                    <a:lnTo>
                      <a:pt x="215" y="45"/>
                    </a:lnTo>
                    <a:lnTo>
                      <a:pt x="215" y="45"/>
                    </a:lnTo>
                    <a:lnTo>
                      <a:pt x="215" y="45"/>
                    </a:lnTo>
                    <a:lnTo>
                      <a:pt x="217" y="45"/>
                    </a:lnTo>
                    <a:lnTo>
                      <a:pt x="217" y="45"/>
                    </a:lnTo>
                    <a:lnTo>
                      <a:pt x="221" y="43"/>
                    </a:lnTo>
                    <a:lnTo>
                      <a:pt x="221" y="43"/>
                    </a:lnTo>
                    <a:lnTo>
                      <a:pt x="224" y="43"/>
                    </a:lnTo>
                    <a:lnTo>
                      <a:pt x="224" y="43"/>
                    </a:lnTo>
                    <a:lnTo>
                      <a:pt x="225" y="45"/>
                    </a:lnTo>
                    <a:lnTo>
                      <a:pt x="225" y="45"/>
                    </a:lnTo>
                    <a:lnTo>
                      <a:pt x="229" y="47"/>
                    </a:lnTo>
                    <a:lnTo>
                      <a:pt x="229" y="47"/>
                    </a:lnTo>
                    <a:lnTo>
                      <a:pt x="230" y="47"/>
                    </a:lnTo>
                    <a:lnTo>
                      <a:pt x="230" y="47"/>
                    </a:lnTo>
                    <a:lnTo>
                      <a:pt x="232" y="51"/>
                    </a:lnTo>
                    <a:lnTo>
                      <a:pt x="232" y="51"/>
                    </a:lnTo>
                    <a:lnTo>
                      <a:pt x="234" y="53"/>
                    </a:lnTo>
                    <a:lnTo>
                      <a:pt x="234" y="53"/>
                    </a:lnTo>
                    <a:lnTo>
                      <a:pt x="237" y="54"/>
                    </a:lnTo>
                    <a:lnTo>
                      <a:pt x="238" y="56"/>
                    </a:lnTo>
                    <a:lnTo>
                      <a:pt x="238" y="56"/>
                    </a:lnTo>
                    <a:lnTo>
                      <a:pt x="240" y="58"/>
                    </a:lnTo>
                    <a:lnTo>
                      <a:pt x="240" y="58"/>
                    </a:lnTo>
                    <a:lnTo>
                      <a:pt x="245" y="62"/>
                    </a:lnTo>
                    <a:lnTo>
                      <a:pt x="245" y="62"/>
                    </a:lnTo>
                    <a:lnTo>
                      <a:pt x="248" y="65"/>
                    </a:lnTo>
                    <a:lnTo>
                      <a:pt x="248" y="65"/>
                    </a:lnTo>
                    <a:lnTo>
                      <a:pt x="248" y="69"/>
                    </a:lnTo>
                    <a:lnTo>
                      <a:pt x="248" y="69"/>
                    </a:lnTo>
                    <a:lnTo>
                      <a:pt x="249" y="73"/>
                    </a:lnTo>
                    <a:lnTo>
                      <a:pt x="249" y="73"/>
                    </a:lnTo>
                    <a:lnTo>
                      <a:pt x="251" y="76"/>
                    </a:lnTo>
                    <a:lnTo>
                      <a:pt x="251" y="76"/>
                    </a:lnTo>
                    <a:lnTo>
                      <a:pt x="253" y="77"/>
                    </a:lnTo>
                    <a:lnTo>
                      <a:pt x="253" y="77"/>
                    </a:lnTo>
                    <a:lnTo>
                      <a:pt x="257" y="80"/>
                    </a:lnTo>
                    <a:lnTo>
                      <a:pt x="257" y="80"/>
                    </a:lnTo>
                    <a:lnTo>
                      <a:pt x="259" y="81"/>
                    </a:lnTo>
                    <a:lnTo>
                      <a:pt x="259" y="83"/>
                    </a:lnTo>
                    <a:lnTo>
                      <a:pt x="259" y="83"/>
                    </a:lnTo>
                    <a:lnTo>
                      <a:pt x="257" y="84"/>
                    </a:lnTo>
                    <a:lnTo>
                      <a:pt x="257" y="84"/>
                    </a:lnTo>
                    <a:lnTo>
                      <a:pt x="255" y="84"/>
                    </a:lnTo>
                    <a:lnTo>
                      <a:pt x="255" y="84"/>
                    </a:lnTo>
                    <a:lnTo>
                      <a:pt x="255" y="87"/>
                    </a:lnTo>
                    <a:lnTo>
                      <a:pt x="255" y="87"/>
                    </a:lnTo>
                    <a:lnTo>
                      <a:pt x="255" y="88"/>
                    </a:lnTo>
                    <a:lnTo>
                      <a:pt x="255" y="89"/>
                    </a:lnTo>
                    <a:lnTo>
                      <a:pt x="255" y="89"/>
                    </a:lnTo>
                    <a:lnTo>
                      <a:pt x="252" y="91"/>
                    </a:lnTo>
                    <a:lnTo>
                      <a:pt x="251" y="91"/>
                    </a:lnTo>
                    <a:lnTo>
                      <a:pt x="248" y="92"/>
                    </a:lnTo>
                    <a:lnTo>
                      <a:pt x="247" y="93"/>
                    </a:lnTo>
                    <a:lnTo>
                      <a:pt x="247" y="93"/>
                    </a:lnTo>
                    <a:lnTo>
                      <a:pt x="247" y="95"/>
                    </a:lnTo>
                    <a:lnTo>
                      <a:pt x="247" y="95"/>
                    </a:lnTo>
                    <a:lnTo>
                      <a:pt x="249" y="96"/>
                    </a:lnTo>
                    <a:lnTo>
                      <a:pt x="249" y="96"/>
                    </a:lnTo>
                    <a:lnTo>
                      <a:pt x="249" y="95"/>
                    </a:lnTo>
                    <a:lnTo>
                      <a:pt x="249" y="95"/>
                    </a:lnTo>
                    <a:lnTo>
                      <a:pt x="249" y="93"/>
                    </a:lnTo>
                    <a:lnTo>
                      <a:pt x="251" y="93"/>
                    </a:lnTo>
                    <a:lnTo>
                      <a:pt x="251" y="93"/>
                    </a:lnTo>
                    <a:lnTo>
                      <a:pt x="253" y="93"/>
                    </a:lnTo>
                    <a:lnTo>
                      <a:pt x="253" y="93"/>
                    </a:lnTo>
                    <a:lnTo>
                      <a:pt x="256" y="93"/>
                    </a:lnTo>
                    <a:lnTo>
                      <a:pt x="256" y="93"/>
                    </a:lnTo>
                    <a:lnTo>
                      <a:pt x="256" y="92"/>
                    </a:lnTo>
                    <a:lnTo>
                      <a:pt x="256" y="92"/>
                    </a:lnTo>
                    <a:lnTo>
                      <a:pt x="256" y="92"/>
                    </a:lnTo>
                    <a:lnTo>
                      <a:pt x="256" y="89"/>
                    </a:lnTo>
                    <a:lnTo>
                      <a:pt x="256" y="89"/>
                    </a:lnTo>
                    <a:lnTo>
                      <a:pt x="257" y="87"/>
                    </a:lnTo>
                    <a:lnTo>
                      <a:pt x="257" y="87"/>
                    </a:lnTo>
                    <a:lnTo>
                      <a:pt x="257" y="88"/>
                    </a:lnTo>
                    <a:lnTo>
                      <a:pt x="259" y="87"/>
                    </a:lnTo>
                    <a:lnTo>
                      <a:pt x="259" y="87"/>
                    </a:lnTo>
                    <a:lnTo>
                      <a:pt x="260" y="85"/>
                    </a:lnTo>
                    <a:lnTo>
                      <a:pt x="260" y="85"/>
                    </a:lnTo>
                    <a:lnTo>
                      <a:pt x="262" y="85"/>
                    </a:lnTo>
                    <a:lnTo>
                      <a:pt x="262" y="85"/>
                    </a:lnTo>
                    <a:lnTo>
                      <a:pt x="262" y="85"/>
                    </a:lnTo>
                    <a:lnTo>
                      <a:pt x="262" y="83"/>
                    </a:lnTo>
                    <a:lnTo>
                      <a:pt x="262" y="83"/>
                    </a:lnTo>
                    <a:lnTo>
                      <a:pt x="260" y="80"/>
                    </a:lnTo>
                    <a:lnTo>
                      <a:pt x="260" y="80"/>
                    </a:lnTo>
                    <a:lnTo>
                      <a:pt x="260" y="75"/>
                    </a:lnTo>
                    <a:lnTo>
                      <a:pt x="260" y="75"/>
                    </a:lnTo>
                    <a:lnTo>
                      <a:pt x="263" y="80"/>
                    </a:lnTo>
                    <a:lnTo>
                      <a:pt x="266" y="89"/>
                    </a:lnTo>
                    <a:lnTo>
                      <a:pt x="266" y="89"/>
                    </a:lnTo>
                    <a:lnTo>
                      <a:pt x="264" y="89"/>
                    </a:lnTo>
                    <a:lnTo>
                      <a:pt x="264" y="91"/>
                    </a:lnTo>
                    <a:lnTo>
                      <a:pt x="264" y="91"/>
                    </a:lnTo>
                    <a:lnTo>
                      <a:pt x="264" y="93"/>
                    </a:lnTo>
                    <a:lnTo>
                      <a:pt x="264" y="93"/>
                    </a:lnTo>
                    <a:lnTo>
                      <a:pt x="264" y="98"/>
                    </a:lnTo>
                    <a:lnTo>
                      <a:pt x="264" y="98"/>
                    </a:lnTo>
                    <a:lnTo>
                      <a:pt x="264" y="103"/>
                    </a:lnTo>
                    <a:lnTo>
                      <a:pt x="264" y="103"/>
                    </a:lnTo>
                    <a:lnTo>
                      <a:pt x="264" y="107"/>
                    </a:lnTo>
                    <a:lnTo>
                      <a:pt x="264" y="107"/>
                    </a:lnTo>
                    <a:lnTo>
                      <a:pt x="264" y="112"/>
                    </a:lnTo>
                    <a:lnTo>
                      <a:pt x="264" y="112"/>
                    </a:lnTo>
                    <a:lnTo>
                      <a:pt x="263" y="114"/>
                    </a:lnTo>
                    <a:lnTo>
                      <a:pt x="263" y="114"/>
                    </a:lnTo>
                    <a:lnTo>
                      <a:pt x="263" y="115"/>
                    </a:lnTo>
                    <a:lnTo>
                      <a:pt x="262" y="114"/>
                    </a:lnTo>
                    <a:lnTo>
                      <a:pt x="262" y="114"/>
                    </a:lnTo>
                    <a:lnTo>
                      <a:pt x="260" y="110"/>
                    </a:lnTo>
                    <a:lnTo>
                      <a:pt x="259" y="110"/>
                    </a:lnTo>
                    <a:lnTo>
                      <a:pt x="259" y="110"/>
                    </a:lnTo>
                    <a:lnTo>
                      <a:pt x="259" y="108"/>
                    </a:lnTo>
                    <a:lnTo>
                      <a:pt x="256" y="108"/>
                    </a:lnTo>
                    <a:lnTo>
                      <a:pt x="256" y="108"/>
                    </a:lnTo>
                    <a:lnTo>
                      <a:pt x="255" y="108"/>
                    </a:lnTo>
                    <a:lnTo>
                      <a:pt x="253" y="108"/>
                    </a:lnTo>
                    <a:lnTo>
                      <a:pt x="253" y="108"/>
                    </a:lnTo>
                    <a:lnTo>
                      <a:pt x="253" y="111"/>
                    </a:lnTo>
                    <a:lnTo>
                      <a:pt x="253" y="112"/>
                    </a:lnTo>
                    <a:lnTo>
                      <a:pt x="253" y="112"/>
                    </a:lnTo>
                    <a:lnTo>
                      <a:pt x="248" y="111"/>
                    </a:lnTo>
                    <a:lnTo>
                      <a:pt x="248" y="111"/>
                    </a:lnTo>
                    <a:lnTo>
                      <a:pt x="247" y="111"/>
                    </a:lnTo>
                    <a:lnTo>
                      <a:pt x="247" y="112"/>
                    </a:lnTo>
                    <a:lnTo>
                      <a:pt x="247" y="112"/>
                    </a:lnTo>
                    <a:lnTo>
                      <a:pt x="245" y="115"/>
                    </a:lnTo>
                    <a:lnTo>
                      <a:pt x="244" y="116"/>
                    </a:lnTo>
                    <a:lnTo>
                      <a:pt x="244" y="116"/>
                    </a:lnTo>
                    <a:lnTo>
                      <a:pt x="244" y="118"/>
                    </a:lnTo>
                    <a:lnTo>
                      <a:pt x="243" y="121"/>
                    </a:lnTo>
                    <a:lnTo>
                      <a:pt x="243" y="121"/>
                    </a:lnTo>
                    <a:lnTo>
                      <a:pt x="241" y="122"/>
                    </a:lnTo>
                    <a:lnTo>
                      <a:pt x="238" y="122"/>
                    </a:lnTo>
                    <a:lnTo>
                      <a:pt x="238" y="122"/>
                    </a:lnTo>
                    <a:lnTo>
                      <a:pt x="234" y="123"/>
                    </a:lnTo>
                    <a:lnTo>
                      <a:pt x="234" y="123"/>
                    </a:lnTo>
                    <a:lnTo>
                      <a:pt x="234" y="125"/>
                    </a:lnTo>
                    <a:lnTo>
                      <a:pt x="233" y="126"/>
                    </a:lnTo>
                    <a:lnTo>
                      <a:pt x="233" y="126"/>
                    </a:lnTo>
                    <a:lnTo>
                      <a:pt x="232" y="127"/>
                    </a:lnTo>
                    <a:lnTo>
                      <a:pt x="230" y="129"/>
                    </a:lnTo>
                    <a:lnTo>
                      <a:pt x="230" y="129"/>
                    </a:lnTo>
                    <a:lnTo>
                      <a:pt x="230" y="133"/>
                    </a:lnTo>
                    <a:lnTo>
                      <a:pt x="230" y="133"/>
                    </a:lnTo>
                    <a:lnTo>
                      <a:pt x="230" y="134"/>
                    </a:lnTo>
                    <a:lnTo>
                      <a:pt x="230" y="135"/>
                    </a:lnTo>
                    <a:lnTo>
                      <a:pt x="230" y="135"/>
                    </a:lnTo>
                    <a:lnTo>
                      <a:pt x="226" y="137"/>
                    </a:lnTo>
                    <a:lnTo>
                      <a:pt x="226" y="137"/>
                    </a:lnTo>
                    <a:lnTo>
                      <a:pt x="226" y="137"/>
                    </a:lnTo>
                    <a:lnTo>
                      <a:pt x="226" y="138"/>
                    </a:lnTo>
                    <a:lnTo>
                      <a:pt x="225" y="139"/>
                    </a:lnTo>
                    <a:lnTo>
                      <a:pt x="225" y="139"/>
                    </a:lnTo>
                    <a:lnTo>
                      <a:pt x="220" y="141"/>
                    </a:lnTo>
                    <a:lnTo>
                      <a:pt x="220" y="141"/>
                    </a:lnTo>
                    <a:lnTo>
                      <a:pt x="220" y="142"/>
                    </a:lnTo>
                    <a:lnTo>
                      <a:pt x="220" y="144"/>
                    </a:lnTo>
                    <a:lnTo>
                      <a:pt x="218" y="144"/>
                    </a:lnTo>
                    <a:lnTo>
                      <a:pt x="218" y="144"/>
                    </a:lnTo>
                    <a:lnTo>
                      <a:pt x="215" y="144"/>
                    </a:lnTo>
                    <a:lnTo>
                      <a:pt x="213" y="144"/>
                    </a:lnTo>
                    <a:lnTo>
                      <a:pt x="213" y="144"/>
                    </a:lnTo>
                    <a:lnTo>
                      <a:pt x="211" y="145"/>
                    </a:lnTo>
                    <a:lnTo>
                      <a:pt x="209" y="148"/>
                    </a:lnTo>
                    <a:lnTo>
                      <a:pt x="209" y="148"/>
                    </a:lnTo>
                    <a:lnTo>
                      <a:pt x="203" y="152"/>
                    </a:lnTo>
                    <a:lnTo>
                      <a:pt x="203" y="152"/>
                    </a:lnTo>
                    <a:lnTo>
                      <a:pt x="202" y="152"/>
                    </a:lnTo>
                    <a:lnTo>
                      <a:pt x="202" y="154"/>
                    </a:lnTo>
                    <a:lnTo>
                      <a:pt x="202" y="154"/>
                    </a:lnTo>
                    <a:lnTo>
                      <a:pt x="202" y="157"/>
                    </a:lnTo>
                    <a:lnTo>
                      <a:pt x="203" y="158"/>
                    </a:lnTo>
                    <a:lnTo>
                      <a:pt x="203" y="158"/>
                    </a:lnTo>
                    <a:lnTo>
                      <a:pt x="207" y="164"/>
                    </a:lnTo>
                    <a:lnTo>
                      <a:pt x="207" y="164"/>
                    </a:lnTo>
                    <a:lnTo>
                      <a:pt x="209" y="167"/>
                    </a:lnTo>
                    <a:lnTo>
                      <a:pt x="207" y="169"/>
                    </a:lnTo>
                    <a:lnTo>
                      <a:pt x="207" y="169"/>
                    </a:lnTo>
                    <a:lnTo>
                      <a:pt x="206" y="173"/>
                    </a:lnTo>
                    <a:lnTo>
                      <a:pt x="206" y="173"/>
                    </a:lnTo>
                    <a:lnTo>
                      <a:pt x="206" y="176"/>
                    </a:lnTo>
                    <a:lnTo>
                      <a:pt x="206" y="179"/>
                    </a:lnTo>
                    <a:lnTo>
                      <a:pt x="206" y="179"/>
                    </a:lnTo>
                    <a:lnTo>
                      <a:pt x="209" y="183"/>
                    </a:lnTo>
                    <a:lnTo>
                      <a:pt x="209" y="183"/>
                    </a:lnTo>
                    <a:lnTo>
                      <a:pt x="207" y="184"/>
                    </a:lnTo>
                    <a:lnTo>
                      <a:pt x="207" y="186"/>
                    </a:lnTo>
                    <a:lnTo>
                      <a:pt x="207" y="187"/>
                    </a:lnTo>
                    <a:lnTo>
                      <a:pt x="207" y="187"/>
                    </a:lnTo>
                    <a:lnTo>
                      <a:pt x="213" y="191"/>
                    </a:lnTo>
                    <a:lnTo>
                      <a:pt x="213" y="191"/>
                    </a:lnTo>
                    <a:lnTo>
                      <a:pt x="217" y="194"/>
                    </a:lnTo>
                    <a:lnTo>
                      <a:pt x="217" y="194"/>
                    </a:lnTo>
                    <a:lnTo>
                      <a:pt x="217" y="199"/>
                    </a:lnTo>
                    <a:lnTo>
                      <a:pt x="217" y="199"/>
                    </a:lnTo>
                    <a:lnTo>
                      <a:pt x="220" y="204"/>
                    </a:lnTo>
                    <a:lnTo>
                      <a:pt x="221" y="209"/>
                    </a:lnTo>
                    <a:lnTo>
                      <a:pt x="220" y="211"/>
                    </a:lnTo>
                    <a:lnTo>
                      <a:pt x="220" y="211"/>
                    </a:lnTo>
                    <a:lnTo>
                      <a:pt x="218" y="214"/>
                    </a:lnTo>
                    <a:lnTo>
                      <a:pt x="218" y="215"/>
                    </a:lnTo>
                    <a:lnTo>
                      <a:pt x="218" y="215"/>
                    </a:lnTo>
                    <a:lnTo>
                      <a:pt x="220" y="218"/>
                    </a:lnTo>
                    <a:lnTo>
                      <a:pt x="220" y="218"/>
                    </a:lnTo>
                    <a:lnTo>
                      <a:pt x="222" y="219"/>
                    </a:lnTo>
                    <a:lnTo>
                      <a:pt x="222" y="219"/>
                    </a:lnTo>
                    <a:lnTo>
                      <a:pt x="222" y="221"/>
                    </a:lnTo>
                    <a:lnTo>
                      <a:pt x="222" y="221"/>
                    </a:lnTo>
                    <a:lnTo>
                      <a:pt x="218" y="226"/>
                    </a:lnTo>
                    <a:lnTo>
                      <a:pt x="218" y="226"/>
                    </a:lnTo>
                    <a:lnTo>
                      <a:pt x="217" y="230"/>
                    </a:lnTo>
                    <a:lnTo>
                      <a:pt x="217" y="230"/>
                    </a:lnTo>
                    <a:lnTo>
                      <a:pt x="213" y="236"/>
                    </a:lnTo>
                    <a:lnTo>
                      <a:pt x="213" y="236"/>
                    </a:lnTo>
                    <a:lnTo>
                      <a:pt x="210" y="237"/>
                    </a:lnTo>
                    <a:lnTo>
                      <a:pt x="210" y="238"/>
                    </a:lnTo>
                    <a:lnTo>
                      <a:pt x="210" y="238"/>
                    </a:lnTo>
                    <a:lnTo>
                      <a:pt x="209" y="241"/>
                    </a:lnTo>
                    <a:lnTo>
                      <a:pt x="209" y="242"/>
                    </a:lnTo>
                    <a:lnTo>
                      <a:pt x="210" y="241"/>
                    </a:lnTo>
                    <a:lnTo>
                      <a:pt x="210" y="241"/>
                    </a:lnTo>
                    <a:lnTo>
                      <a:pt x="215" y="237"/>
                    </a:lnTo>
                    <a:lnTo>
                      <a:pt x="215" y="237"/>
                    </a:lnTo>
                    <a:lnTo>
                      <a:pt x="221" y="234"/>
                    </a:lnTo>
                    <a:lnTo>
                      <a:pt x="224" y="232"/>
                    </a:lnTo>
                    <a:lnTo>
                      <a:pt x="224" y="232"/>
                    </a:lnTo>
                    <a:lnTo>
                      <a:pt x="225" y="232"/>
                    </a:lnTo>
                    <a:lnTo>
                      <a:pt x="225" y="233"/>
                    </a:lnTo>
                    <a:lnTo>
                      <a:pt x="226" y="228"/>
                    </a:lnTo>
                    <a:lnTo>
                      <a:pt x="226" y="228"/>
                    </a:lnTo>
                    <a:lnTo>
                      <a:pt x="230" y="219"/>
                    </a:lnTo>
                    <a:lnTo>
                      <a:pt x="233" y="217"/>
                    </a:lnTo>
                    <a:lnTo>
                      <a:pt x="233" y="217"/>
                    </a:lnTo>
                    <a:lnTo>
                      <a:pt x="236" y="211"/>
                    </a:lnTo>
                    <a:lnTo>
                      <a:pt x="236" y="211"/>
                    </a:lnTo>
                    <a:lnTo>
                      <a:pt x="238" y="206"/>
                    </a:lnTo>
                    <a:lnTo>
                      <a:pt x="238" y="206"/>
                    </a:lnTo>
                    <a:lnTo>
                      <a:pt x="240" y="204"/>
                    </a:lnTo>
                    <a:lnTo>
                      <a:pt x="241" y="204"/>
                    </a:lnTo>
                    <a:lnTo>
                      <a:pt x="243" y="204"/>
                    </a:lnTo>
                    <a:lnTo>
                      <a:pt x="243" y="200"/>
                    </a:lnTo>
                    <a:lnTo>
                      <a:pt x="243" y="200"/>
                    </a:lnTo>
                    <a:lnTo>
                      <a:pt x="244" y="196"/>
                    </a:lnTo>
                    <a:lnTo>
                      <a:pt x="247" y="192"/>
                    </a:lnTo>
                    <a:lnTo>
                      <a:pt x="247" y="192"/>
                    </a:lnTo>
                    <a:lnTo>
                      <a:pt x="247" y="188"/>
                    </a:lnTo>
                    <a:lnTo>
                      <a:pt x="247" y="186"/>
                    </a:lnTo>
                    <a:lnTo>
                      <a:pt x="247" y="184"/>
                    </a:lnTo>
                    <a:lnTo>
                      <a:pt x="248" y="181"/>
                    </a:lnTo>
                    <a:lnTo>
                      <a:pt x="248" y="181"/>
                    </a:lnTo>
                    <a:lnTo>
                      <a:pt x="252" y="179"/>
                    </a:lnTo>
                    <a:lnTo>
                      <a:pt x="253" y="177"/>
                    </a:lnTo>
                    <a:lnTo>
                      <a:pt x="253" y="177"/>
                    </a:lnTo>
                    <a:lnTo>
                      <a:pt x="256" y="172"/>
                    </a:lnTo>
                    <a:lnTo>
                      <a:pt x="256" y="172"/>
                    </a:lnTo>
                    <a:lnTo>
                      <a:pt x="262" y="164"/>
                    </a:lnTo>
                    <a:lnTo>
                      <a:pt x="263" y="160"/>
                    </a:lnTo>
                    <a:lnTo>
                      <a:pt x="264" y="153"/>
                    </a:lnTo>
                    <a:lnTo>
                      <a:pt x="264" y="153"/>
                    </a:lnTo>
                    <a:lnTo>
                      <a:pt x="264" y="141"/>
                    </a:lnTo>
                    <a:lnTo>
                      <a:pt x="264" y="141"/>
                    </a:lnTo>
                    <a:lnTo>
                      <a:pt x="266" y="138"/>
                    </a:lnTo>
                    <a:lnTo>
                      <a:pt x="267" y="135"/>
                    </a:lnTo>
                    <a:lnTo>
                      <a:pt x="267" y="131"/>
                    </a:lnTo>
                    <a:lnTo>
                      <a:pt x="267" y="131"/>
                    </a:lnTo>
                    <a:lnTo>
                      <a:pt x="266" y="127"/>
                    </a:lnTo>
                    <a:lnTo>
                      <a:pt x="266" y="126"/>
                    </a:lnTo>
                    <a:lnTo>
                      <a:pt x="266" y="126"/>
                    </a:lnTo>
                    <a:lnTo>
                      <a:pt x="267" y="123"/>
                    </a:lnTo>
                    <a:lnTo>
                      <a:pt x="268" y="122"/>
                    </a:lnTo>
                    <a:lnTo>
                      <a:pt x="268" y="122"/>
                    </a:lnTo>
                    <a:lnTo>
                      <a:pt x="271" y="118"/>
                    </a:lnTo>
                    <a:lnTo>
                      <a:pt x="271" y="118"/>
                    </a:lnTo>
                    <a:lnTo>
                      <a:pt x="272" y="114"/>
                    </a:lnTo>
                    <a:lnTo>
                      <a:pt x="274" y="115"/>
                    </a:lnTo>
                    <a:lnTo>
                      <a:pt x="274" y="115"/>
                    </a:lnTo>
                    <a:lnTo>
                      <a:pt x="274" y="121"/>
                    </a:lnTo>
                    <a:lnTo>
                      <a:pt x="274" y="135"/>
                    </a:lnTo>
                    <a:lnTo>
                      <a:pt x="270" y="157"/>
                    </a:lnTo>
                    <a:lnTo>
                      <a:pt x="267" y="171"/>
                    </a:lnTo>
                    <a:lnTo>
                      <a:pt x="263" y="183"/>
                    </a:lnTo>
                    <a:lnTo>
                      <a:pt x="257" y="196"/>
                    </a:lnTo>
                    <a:lnTo>
                      <a:pt x="249" y="210"/>
                    </a:lnTo>
                    <a:lnTo>
                      <a:pt x="240" y="223"/>
                    </a:lnTo>
                    <a:lnTo>
                      <a:pt x="229" y="234"/>
                    </a:lnTo>
                    <a:lnTo>
                      <a:pt x="214" y="245"/>
                    </a:lnTo>
                    <a:lnTo>
                      <a:pt x="198" y="255"/>
                    </a:lnTo>
                    <a:lnTo>
                      <a:pt x="178" y="261"/>
                    </a:lnTo>
                    <a:lnTo>
                      <a:pt x="155" y="267"/>
                    </a:lnTo>
                    <a:lnTo>
                      <a:pt x="155" y="267"/>
                    </a:lnTo>
                    <a:lnTo>
                      <a:pt x="169" y="263"/>
                    </a:lnTo>
                    <a:lnTo>
                      <a:pt x="182" y="259"/>
                    </a:lnTo>
                    <a:lnTo>
                      <a:pt x="186" y="256"/>
                    </a:lnTo>
                    <a:lnTo>
                      <a:pt x="187" y="255"/>
                    </a:lnTo>
                    <a:lnTo>
                      <a:pt x="187" y="255"/>
                    </a:lnTo>
                    <a:lnTo>
                      <a:pt x="187" y="252"/>
                    </a:lnTo>
                    <a:lnTo>
                      <a:pt x="187" y="249"/>
                    </a:lnTo>
                    <a:lnTo>
                      <a:pt x="187" y="249"/>
                    </a:lnTo>
                    <a:lnTo>
                      <a:pt x="187" y="249"/>
                    </a:lnTo>
                    <a:lnTo>
                      <a:pt x="184" y="249"/>
                    </a:lnTo>
                    <a:lnTo>
                      <a:pt x="182" y="248"/>
                    </a:lnTo>
                    <a:lnTo>
                      <a:pt x="182" y="248"/>
                    </a:lnTo>
                    <a:lnTo>
                      <a:pt x="178" y="245"/>
                    </a:lnTo>
                    <a:lnTo>
                      <a:pt x="178" y="246"/>
                    </a:lnTo>
                    <a:lnTo>
                      <a:pt x="178" y="246"/>
                    </a:lnTo>
                    <a:lnTo>
                      <a:pt x="173" y="246"/>
                    </a:lnTo>
                    <a:lnTo>
                      <a:pt x="173" y="246"/>
                    </a:lnTo>
                    <a:lnTo>
                      <a:pt x="168" y="246"/>
                    </a:lnTo>
                    <a:lnTo>
                      <a:pt x="165" y="245"/>
                    </a:lnTo>
                    <a:lnTo>
                      <a:pt x="165" y="245"/>
                    </a:lnTo>
                    <a:lnTo>
                      <a:pt x="161" y="242"/>
                    </a:lnTo>
                    <a:lnTo>
                      <a:pt x="160" y="241"/>
                    </a:lnTo>
                    <a:lnTo>
                      <a:pt x="159" y="242"/>
                    </a:lnTo>
                    <a:lnTo>
                      <a:pt x="159" y="242"/>
                    </a:lnTo>
                    <a:lnTo>
                      <a:pt x="159" y="244"/>
                    </a:lnTo>
                    <a:lnTo>
                      <a:pt x="159" y="244"/>
                    </a:lnTo>
                    <a:lnTo>
                      <a:pt x="157" y="245"/>
                    </a:lnTo>
                    <a:lnTo>
                      <a:pt x="157" y="245"/>
                    </a:lnTo>
                    <a:lnTo>
                      <a:pt x="156" y="245"/>
                    </a:lnTo>
                    <a:lnTo>
                      <a:pt x="153" y="245"/>
                    </a:lnTo>
                    <a:lnTo>
                      <a:pt x="149" y="245"/>
                    </a:lnTo>
                    <a:lnTo>
                      <a:pt x="149" y="245"/>
                    </a:lnTo>
                    <a:lnTo>
                      <a:pt x="145" y="245"/>
                    </a:lnTo>
                    <a:lnTo>
                      <a:pt x="140" y="244"/>
                    </a:lnTo>
                    <a:lnTo>
                      <a:pt x="140" y="244"/>
                    </a:lnTo>
                    <a:lnTo>
                      <a:pt x="138" y="242"/>
                    </a:lnTo>
                    <a:lnTo>
                      <a:pt x="137" y="242"/>
                    </a:lnTo>
                    <a:lnTo>
                      <a:pt x="137" y="242"/>
                    </a:lnTo>
                    <a:lnTo>
                      <a:pt x="136" y="244"/>
                    </a:lnTo>
                    <a:lnTo>
                      <a:pt x="134" y="245"/>
                    </a:lnTo>
                    <a:lnTo>
                      <a:pt x="140" y="248"/>
                    </a:lnTo>
                    <a:lnTo>
                      <a:pt x="144" y="251"/>
                    </a:lnTo>
                    <a:lnTo>
                      <a:pt x="144" y="251"/>
                    </a:lnTo>
                    <a:lnTo>
                      <a:pt x="145" y="252"/>
                    </a:lnTo>
                    <a:lnTo>
                      <a:pt x="145" y="252"/>
                    </a:lnTo>
                    <a:lnTo>
                      <a:pt x="145" y="253"/>
                    </a:lnTo>
                    <a:lnTo>
                      <a:pt x="145" y="253"/>
                    </a:lnTo>
                    <a:lnTo>
                      <a:pt x="142" y="253"/>
                    </a:lnTo>
                    <a:lnTo>
                      <a:pt x="140" y="253"/>
                    </a:lnTo>
                    <a:lnTo>
                      <a:pt x="140" y="253"/>
                    </a:lnTo>
                    <a:lnTo>
                      <a:pt x="134" y="256"/>
                    </a:lnTo>
                    <a:lnTo>
                      <a:pt x="133" y="256"/>
                    </a:lnTo>
                    <a:lnTo>
                      <a:pt x="130" y="256"/>
                    </a:lnTo>
                    <a:lnTo>
                      <a:pt x="130" y="256"/>
                    </a:lnTo>
                    <a:lnTo>
                      <a:pt x="127" y="251"/>
                    </a:lnTo>
                    <a:lnTo>
                      <a:pt x="127" y="251"/>
                    </a:lnTo>
                    <a:lnTo>
                      <a:pt x="127" y="249"/>
                    </a:lnTo>
                    <a:lnTo>
                      <a:pt x="126" y="248"/>
                    </a:lnTo>
                    <a:lnTo>
                      <a:pt x="125" y="248"/>
                    </a:lnTo>
                    <a:lnTo>
                      <a:pt x="125" y="248"/>
                    </a:lnTo>
                    <a:lnTo>
                      <a:pt x="121" y="248"/>
                    </a:lnTo>
                    <a:lnTo>
                      <a:pt x="123" y="252"/>
                    </a:lnTo>
                    <a:lnTo>
                      <a:pt x="123" y="252"/>
                    </a:lnTo>
                    <a:lnTo>
                      <a:pt x="118" y="252"/>
                    </a:lnTo>
                    <a:lnTo>
                      <a:pt x="118" y="252"/>
                    </a:lnTo>
                    <a:lnTo>
                      <a:pt x="115" y="253"/>
                    </a:lnTo>
                    <a:lnTo>
                      <a:pt x="115" y="253"/>
                    </a:lnTo>
                    <a:lnTo>
                      <a:pt x="114" y="252"/>
                    </a:lnTo>
                    <a:lnTo>
                      <a:pt x="114" y="252"/>
                    </a:lnTo>
                    <a:lnTo>
                      <a:pt x="111" y="251"/>
                    </a:lnTo>
                    <a:lnTo>
                      <a:pt x="108" y="251"/>
                    </a:lnTo>
                    <a:lnTo>
                      <a:pt x="108" y="251"/>
                    </a:lnTo>
                    <a:lnTo>
                      <a:pt x="102" y="249"/>
                    </a:lnTo>
                    <a:lnTo>
                      <a:pt x="102" y="249"/>
                    </a:lnTo>
                    <a:lnTo>
                      <a:pt x="99" y="249"/>
                    </a:lnTo>
                    <a:lnTo>
                      <a:pt x="99" y="249"/>
                    </a:lnTo>
                    <a:lnTo>
                      <a:pt x="95" y="252"/>
                    </a:lnTo>
                    <a:lnTo>
                      <a:pt x="92" y="252"/>
                    </a:lnTo>
                    <a:lnTo>
                      <a:pt x="92" y="252"/>
                    </a:lnTo>
                    <a:lnTo>
                      <a:pt x="88" y="252"/>
                    </a:lnTo>
                    <a:lnTo>
                      <a:pt x="85" y="252"/>
                    </a:lnTo>
                    <a:lnTo>
                      <a:pt x="85" y="252"/>
                    </a:lnTo>
                    <a:lnTo>
                      <a:pt x="88" y="255"/>
                    </a:lnTo>
                    <a:lnTo>
                      <a:pt x="98" y="259"/>
                    </a:lnTo>
                    <a:lnTo>
                      <a:pt x="104" y="261"/>
                    </a:lnTo>
                    <a:lnTo>
                      <a:pt x="113" y="264"/>
                    </a:lnTo>
                    <a:lnTo>
                      <a:pt x="122" y="265"/>
                    </a:lnTo>
                    <a:lnTo>
                      <a:pt x="133" y="267"/>
                    </a:lnTo>
                    <a:lnTo>
                      <a:pt x="133" y="267"/>
                    </a:lnTo>
                    <a:lnTo>
                      <a:pt x="121" y="267"/>
                    </a:lnTo>
                    <a:lnTo>
                      <a:pt x="108" y="264"/>
                    </a:lnTo>
                    <a:lnTo>
                      <a:pt x="92" y="260"/>
                    </a:lnTo>
                    <a:lnTo>
                      <a:pt x="73" y="252"/>
                    </a:lnTo>
                    <a:lnTo>
                      <a:pt x="64" y="246"/>
                    </a:lnTo>
                    <a:lnTo>
                      <a:pt x="54" y="240"/>
                    </a:lnTo>
                    <a:lnTo>
                      <a:pt x="45" y="232"/>
                    </a:lnTo>
                    <a:lnTo>
                      <a:pt x="35" y="222"/>
                    </a:lnTo>
                    <a:lnTo>
                      <a:pt x="27" y="211"/>
                    </a:lnTo>
                    <a:lnTo>
                      <a:pt x="19" y="199"/>
                    </a:lnTo>
                    <a:lnTo>
                      <a:pt x="19" y="199"/>
                    </a:lnTo>
                    <a:lnTo>
                      <a:pt x="12" y="186"/>
                    </a:lnTo>
                    <a:lnTo>
                      <a:pt x="7" y="172"/>
                    </a:lnTo>
                    <a:lnTo>
                      <a:pt x="3" y="157"/>
                    </a:lnTo>
                    <a:lnTo>
                      <a:pt x="2" y="142"/>
                    </a:lnTo>
                    <a:lnTo>
                      <a:pt x="0" y="129"/>
                    </a:lnTo>
                    <a:lnTo>
                      <a:pt x="2" y="114"/>
                    </a:lnTo>
                    <a:lnTo>
                      <a:pt x="4" y="100"/>
                    </a:lnTo>
                    <a:lnTo>
                      <a:pt x="10" y="87"/>
                    </a:lnTo>
                    <a:lnTo>
                      <a:pt x="15" y="73"/>
                    </a:lnTo>
                    <a:lnTo>
                      <a:pt x="23" y="61"/>
                    </a:lnTo>
                    <a:lnTo>
                      <a:pt x="31" y="49"/>
                    </a:lnTo>
                    <a:lnTo>
                      <a:pt x="42" y="38"/>
                    </a:lnTo>
                    <a:lnTo>
                      <a:pt x="54" y="28"/>
                    </a:lnTo>
                    <a:lnTo>
                      <a:pt x="68" y="19"/>
                    </a:lnTo>
                    <a:lnTo>
                      <a:pt x="84" y="11"/>
                    </a:lnTo>
                    <a:lnTo>
                      <a:pt x="100" y="4"/>
                    </a:lnTo>
                    <a:lnTo>
                      <a:pt x="100" y="4"/>
                    </a:lnTo>
                    <a:lnTo>
                      <a:pt x="90" y="10"/>
                    </a:lnTo>
                    <a:lnTo>
                      <a:pt x="77" y="16"/>
                    </a:lnTo>
                    <a:lnTo>
                      <a:pt x="62" y="26"/>
                    </a:lnTo>
                    <a:lnTo>
                      <a:pt x="48" y="38"/>
                    </a:lnTo>
                    <a:lnTo>
                      <a:pt x="41" y="46"/>
                    </a:lnTo>
                    <a:lnTo>
                      <a:pt x="33" y="54"/>
                    </a:lnTo>
                    <a:lnTo>
                      <a:pt x="27" y="64"/>
                    </a:lnTo>
                    <a:lnTo>
                      <a:pt x="20" y="75"/>
                    </a:lnTo>
                    <a:lnTo>
                      <a:pt x="15" y="85"/>
                    </a:lnTo>
                    <a:lnTo>
                      <a:pt x="11" y="98"/>
                    </a:lnTo>
                    <a:lnTo>
                      <a:pt x="12" y="99"/>
                    </a:lnTo>
                    <a:lnTo>
                      <a:pt x="12" y="99"/>
                    </a:lnTo>
                    <a:lnTo>
                      <a:pt x="14" y="98"/>
                    </a:lnTo>
                    <a:lnTo>
                      <a:pt x="15" y="95"/>
                    </a:lnTo>
                    <a:lnTo>
                      <a:pt x="15" y="95"/>
                    </a:lnTo>
                    <a:lnTo>
                      <a:pt x="18" y="89"/>
                    </a:lnTo>
                    <a:lnTo>
                      <a:pt x="18" y="89"/>
                    </a:lnTo>
                    <a:lnTo>
                      <a:pt x="19" y="87"/>
                    </a:lnTo>
                    <a:lnTo>
                      <a:pt x="19" y="87"/>
                    </a:lnTo>
                    <a:lnTo>
                      <a:pt x="23" y="84"/>
                    </a:lnTo>
                    <a:lnTo>
                      <a:pt x="23" y="84"/>
                    </a:lnTo>
                    <a:lnTo>
                      <a:pt x="26" y="77"/>
                    </a:lnTo>
                    <a:lnTo>
                      <a:pt x="26" y="77"/>
                    </a:lnTo>
                    <a:lnTo>
                      <a:pt x="29" y="76"/>
                    </a:lnTo>
                    <a:lnTo>
                      <a:pt x="31" y="76"/>
                    </a:lnTo>
                    <a:lnTo>
                      <a:pt x="31" y="76"/>
                    </a:lnTo>
                    <a:lnTo>
                      <a:pt x="33" y="75"/>
                    </a:lnTo>
                    <a:lnTo>
                      <a:pt x="33" y="75"/>
                    </a:lnTo>
                    <a:lnTo>
                      <a:pt x="33" y="75"/>
                    </a:lnTo>
                    <a:lnTo>
                      <a:pt x="31" y="77"/>
                    </a:lnTo>
                    <a:lnTo>
                      <a:pt x="31" y="80"/>
                    </a:lnTo>
                    <a:lnTo>
                      <a:pt x="31" y="84"/>
                    </a:lnTo>
                    <a:lnTo>
                      <a:pt x="31" y="84"/>
                    </a:lnTo>
                    <a:lnTo>
                      <a:pt x="29" y="91"/>
                    </a:lnTo>
                    <a:lnTo>
                      <a:pt x="29" y="91"/>
                    </a:lnTo>
                    <a:lnTo>
                      <a:pt x="30" y="95"/>
                    </a:lnTo>
                    <a:lnTo>
                      <a:pt x="30" y="95"/>
                    </a:lnTo>
                    <a:lnTo>
                      <a:pt x="31" y="98"/>
                    </a:lnTo>
                    <a:lnTo>
                      <a:pt x="33" y="99"/>
                    </a:lnTo>
                    <a:lnTo>
                      <a:pt x="33" y="99"/>
                    </a:lnTo>
                    <a:lnTo>
                      <a:pt x="41" y="102"/>
                    </a:lnTo>
                    <a:lnTo>
                      <a:pt x="41" y="102"/>
                    </a:lnTo>
                    <a:lnTo>
                      <a:pt x="45" y="96"/>
                    </a:lnTo>
                    <a:lnTo>
                      <a:pt x="45" y="96"/>
                    </a:lnTo>
                    <a:lnTo>
                      <a:pt x="48" y="95"/>
                    </a:lnTo>
                    <a:lnTo>
                      <a:pt x="50" y="93"/>
                    </a:lnTo>
                    <a:lnTo>
                      <a:pt x="50" y="93"/>
                    </a:lnTo>
                    <a:lnTo>
                      <a:pt x="50" y="91"/>
                    </a:lnTo>
                    <a:lnTo>
                      <a:pt x="50" y="89"/>
                    </a:lnTo>
                    <a:lnTo>
                      <a:pt x="52" y="88"/>
                    </a:lnTo>
                    <a:lnTo>
                      <a:pt x="52" y="88"/>
                    </a:lnTo>
                    <a:lnTo>
                      <a:pt x="53" y="85"/>
                    </a:lnTo>
                    <a:lnTo>
                      <a:pt x="54" y="84"/>
                    </a:lnTo>
                    <a:lnTo>
                      <a:pt x="54" y="84"/>
                    </a:lnTo>
                    <a:lnTo>
                      <a:pt x="56" y="81"/>
                    </a:lnTo>
                    <a:lnTo>
                      <a:pt x="56" y="81"/>
                    </a:lnTo>
                    <a:lnTo>
                      <a:pt x="58" y="81"/>
                    </a:lnTo>
                    <a:lnTo>
                      <a:pt x="60" y="81"/>
                    </a:lnTo>
                    <a:lnTo>
                      <a:pt x="60" y="83"/>
                    </a:lnTo>
                    <a:lnTo>
                      <a:pt x="60" y="83"/>
                    </a:lnTo>
                    <a:lnTo>
                      <a:pt x="60" y="85"/>
                    </a:lnTo>
                    <a:lnTo>
                      <a:pt x="60" y="87"/>
                    </a:lnTo>
                    <a:lnTo>
                      <a:pt x="60" y="88"/>
                    </a:lnTo>
                    <a:lnTo>
                      <a:pt x="58" y="89"/>
                    </a:lnTo>
                    <a:lnTo>
                      <a:pt x="58" y="89"/>
                    </a:lnTo>
                    <a:lnTo>
                      <a:pt x="57" y="89"/>
                    </a:lnTo>
                    <a:lnTo>
                      <a:pt x="56" y="91"/>
                    </a:lnTo>
                    <a:lnTo>
                      <a:pt x="56" y="91"/>
                    </a:lnTo>
                    <a:lnTo>
                      <a:pt x="53" y="96"/>
                    </a:lnTo>
                    <a:lnTo>
                      <a:pt x="53" y="96"/>
                    </a:lnTo>
                    <a:lnTo>
                      <a:pt x="52" y="99"/>
                    </a:lnTo>
                    <a:lnTo>
                      <a:pt x="50" y="102"/>
                    </a:lnTo>
                    <a:lnTo>
                      <a:pt x="50" y="102"/>
                    </a:lnTo>
                    <a:lnTo>
                      <a:pt x="48" y="102"/>
                    </a:lnTo>
                    <a:lnTo>
                      <a:pt x="46" y="103"/>
                    </a:lnTo>
                    <a:lnTo>
                      <a:pt x="46" y="103"/>
                    </a:lnTo>
                    <a:lnTo>
                      <a:pt x="46" y="103"/>
                    </a:lnTo>
                    <a:lnTo>
                      <a:pt x="46" y="106"/>
                    </a:lnTo>
                    <a:lnTo>
                      <a:pt x="46" y="107"/>
                    </a:lnTo>
                    <a:lnTo>
                      <a:pt x="46" y="107"/>
                    </a:lnTo>
                    <a:lnTo>
                      <a:pt x="46" y="107"/>
                    </a:lnTo>
                    <a:lnTo>
                      <a:pt x="43" y="108"/>
                    </a:lnTo>
                    <a:lnTo>
                      <a:pt x="42" y="108"/>
                    </a:lnTo>
                    <a:lnTo>
                      <a:pt x="42" y="108"/>
                    </a:lnTo>
                    <a:lnTo>
                      <a:pt x="39" y="108"/>
                    </a:lnTo>
                    <a:lnTo>
                      <a:pt x="39" y="108"/>
                    </a:lnTo>
                    <a:lnTo>
                      <a:pt x="34" y="107"/>
                    </a:lnTo>
                    <a:lnTo>
                      <a:pt x="34" y="107"/>
                    </a:lnTo>
                    <a:lnTo>
                      <a:pt x="33" y="108"/>
                    </a:lnTo>
                    <a:lnTo>
                      <a:pt x="31" y="111"/>
                    </a:lnTo>
                    <a:lnTo>
                      <a:pt x="31" y="111"/>
                    </a:lnTo>
                    <a:lnTo>
                      <a:pt x="33" y="116"/>
                    </a:lnTo>
                    <a:lnTo>
                      <a:pt x="35" y="122"/>
                    </a:lnTo>
                    <a:lnTo>
                      <a:pt x="35" y="122"/>
                    </a:lnTo>
                    <a:lnTo>
                      <a:pt x="35" y="127"/>
                    </a:lnTo>
                    <a:lnTo>
                      <a:pt x="35" y="130"/>
                    </a:lnTo>
                    <a:lnTo>
                      <a:pt x="37" y="131"/>
                    </a:lnTo>
                    <a:lnTo>
                      <a:pt x="37" y="131"/>
                    </a:lnTo>
                    <a:lnTo>
                      <a:pt x="39" y="134"/>
                    </a:lnTo>
                    <a:lnTo>
                      <a:pt x="41" y="137"/>
                    </a:lnTo>
                    <a:lnTo>
                      <a:pt x="41" y="137"/>
                    </a:lnTo>
                    <a:lnTo>
                      <a:pt x="42" y="139"/>
                    </a:lnTo>
                    <a:lnTo>
                      <a:pt x="42" y="144"/>
                    </a:lnTo>
                    <a:lnTo>
                      <a:pt x="45" y="146"/>
                    </a:lnTo>
                    <a:lnTo>
                      <a:pt x="45" y="146"/>
                    </a:lnTo>
                    <a:lnTo>
                      <a:pt x="45" y="153"/>
                    </a:lnTo>
                    <a:lnTo>
                      <a:pt x="45" y="153"/>
                    </a:lnTo>
                    <a:lnTo>
                      <a:pt x="45" y="157"/>
                    </a:lnTo>
                    <a:lnTo>
                      <a:pt x="45" y="161"/>
                    </a:lnTo>
                    <a:lnTo>
                      <a:pt x="45" y="161"/>
                    </a:lnTo>
                    <a:lnTo>
                      <a:pt x="48" y="165"/>
                    </a:lnTo>
                    <a:lnTo>
                      <a:pt x="49" y="167"/>
                    </a:lnTo>
                    <a:lnTo>
                      <a:pt x="49" y="167"/>
                    </a:lnTo>
                    <a:lnTo>
                      <a:pt x="46" y="169"/>
                    </a:lnTo>
                    <a:lnTo>
                      <a:pt x="46" y="171"/>
                    </a:lnTo>
                    <a:lnTo>
                      <a:pt x="46" y="172"/>
                    </a:lnTo>
                    <a:lnTo>
                      <a:pt x="46" y="172"/>
                    </a:lnTo>
                    <a:lnTo>
                      <a:pt x="50" y="175"/>
                    </a:lnTo>
                    <a:lnTo>
                      <a:pt x="52" y="177"/>
                    </a:lnTo>
                    <a:lnTo>
                      <a:pt x="52" y="177"/>
                    </a:lnTo>
                    <a:lnTo>
                      <a:pt x="53" y="179"/>
                    </a:lnTo>
                    <a:lnTo>
                      <a:pt x="54" y="180"/>
                    </a:lnTo>
                    <a:lnTo>
                      <a:pt x="54" y="180"/>
                    </a:lnTo>
                    <a:lnTo>
                      <a:pt x="57" y="180"/>
                    </a:lnTo>
                    <a:lnTo>
                      <a:pt x="58" y="181"/>
                    </a:lnTo>
                    <a:lnTo>
                      <a:pt x="58" y="181"/>
                    </a:lnTo>
                    <a:lnTo>
                      <a:pt x="58" y="187"/>
                    </a:lnTo>
                    <a:lnTo>
                      <a:pt x="64" y="194"/>
                    </a:lnTo>
                    <a:lnTo>
                      <a:pt x="69" y="199"/>
                    </a:lnTo>
                    <a:lnTo>
                      <a:pt x="69" y="199"/>
                    </a:lnTo>
                    <a:lnTo>
                      <a:pt x="69" y="200"/>
                    </a:lnTo>
                    <a:lnTo>
                      <a:pt x="69" y="202"/>
                    </a:lnTo>
                    <a:lnTo>
                      <a:pt x="71" y="202"/>
                    </a:lnTo>
                    <a:lnTo>
                      <a:pt x="71" y="202"/>
                    </a:lnTo>
                    <a:lnTo>
                      <a:pt x="80" y="206"/>
                    </a:lnTo>
                    <a:lnTo>
                      <a:pt x="80" y="206"/>
                    </a:lnTo>
                    <a:lnTo>
                      <a:pt x="83" y="209"/>
                    </a:lnTo>
                    <a:lnTo>
                      <a:pt x="87" y="210"/>
                    </a:lnTo>
                    <a:lnTo>
                      <a:pt x="87" y="210"/>
                    </a:lnTo>
                    <a:lnTo>
                      <a:pt x="88" y="210"/>
                    </a:lnTo>
                    <a:lnTo>
                      <a:pt x="88" y="211"/>
                    </a:lnTo>
                    <a:lnTo>
                      <a:pt x="88" y="210"/>
                    </a:lnTo>
                    <a:lnTo>
                      <a:pt x="88" y="210"/>
                    </a:lnTo>
                    <a:lnTo>
                      <a:pt x="91" y="206"/>
                    </a:lnTo>
                    <a:lnTo>
                      <a:pt x="92" y="203"/>
                    </a:lnTo>
                    <a:lnTo>
                      <a:pt x="92" y="203"/>
                    </a:lnTo>
                    <a:lnTo>
                      <a:pt x="94" y="199"/>
                    </a:lnTo>
                    <a:lnTo>
                      <a:pt x="94" y="198"/>
                    </a:lnTo>
                    <a:lnTo>
                      <a:pt x="94" y="198"/>
                    </a:lnTo>
                    <a:lnTo>
                      <a:pt x="94" y="194"/>
                    </a:lnTo>
                    <a:lnTo>
                      <a:pt x="94" y="194"/>
                    </a:lnTo>
                    <a:lnTo>
                      <a:pt x="94" y="191"/>
                    </a:lnTo>
                    <a:lnTo>
                      <a:pt x="95" y="188"/>
                    </a:lnTo>
                    <a:lnTo>
                      <a:pt x="95" y="188"/>
                    </a:lnTo>
                    <a:lnTo>
                      <a:pt x="96" y="186"/>
                    </a:lnTo>
                    <a:lnTo>
                      <a:pt x="99" y="183"/>
                    </a:lnTo>
                    <a:lnTo>
                      <a:pt x="99" y="183"/>
                    </a:lnTo>
                    <a:lnTo>
                      <a:pt x="100" y="183"/>
                    </a:lnTo>
                    <a:lnTo>
                      <a:pt x="102" y="181"/>
                    </a:lnTo>
                    <a:lnTo>
                      <a:pt x="102" y="181"/>
                    </a:lnTo>
                    <a:lnTo>
                      <a:pt x="102" y="179"/>
                    </a:lnTo>
                    <a:lnTo>
                      <a:pt x="102" y="179"/>
                    </a:lnTo>
                    <a:lnTo>
                      <a:pt x="100" y="177"/>
                    </a:lnTo>
                    <a:lnTo>
                      <a:pt x="100" y="175"/>
                    </a:lnTo>
                    <a:lnTo>
                      <a:pt x="100" y="175"/>
                    </a:lnTo>
                    <a:lnTo>
                      <a:pt x="99" y="171"/>
                    </a:lnTo>
                    <a:lnTo>
                      <a:pt x="98" y="169"/>
                    </a:lnTo>
                    <a:lnTo>
                      <a:pt x="98" y="169"/>
                    </a:lnTo>
                    <a:lnTo>
                      <a:pt x="95" y="167"/>
                    </a:lnTo>
                    <a:lnTo>
                      <a:pt x="94" y="165"/>
                    </a:lnTo>
                    <a:lnTo>
                      <a:pt x="94" y="164"/>
                    </a:lnTo>
                    <a:lnTo>
                      <a:pt x="94" y="164"/>
                    </a:lnTo>
                    <a:lnTo>
                      <a:pt x="95" y="158"/>
                    </a:lnTo>
                    <a:lnTo>
                      <a:pt x="95" y="158"/>
                    </a:lnTo>
                    <a:lnTo>
                      <a:pt x="98" y="154"/>
                    </a:lnTo>
                    <a:lnTo>
                      <a:pt x="98" y="154"/>
                    </a:lnTo>
                    <a:lnTo>
                      <a:pt x="100" y="150"/>
                    </a:lnTo>
                    <a:lnTo>
                      <a:pt x="100" y="150"/>
                    </a:lnTo>
                    <a:lnTo>
                      <a:pt x="103" y="146"/>
                    </a:lnTo>
                    <a:lnTo>
                      <a:pt x="103" y="146"/>
                    </a:lnTo>
                    <a:lnTo>
                      <a:pt x="104" y="137"/>
                    </a:lnTo>
                    <a:lnTo>
                      <a:pt x="104" y="137"/>
                    </a:lnTo>
                    <a:lnTo>
                      <a:pt x="104" y="137"/>
                    </a:lnTo>
                    <a:lnTo>
                      <a:pt x="104" y="137"/>
                    </a:lnTo>
                    <a:lnTo>
                      <a:pt x="104" y="134"/>
                    </a:lnTo>
                    <a:lnTo>
                      <a:pt x="104" y="134"/>
                    </a:lnTo>
                    <a:lnTo>
                      <a:pt x="103" y="129"/>
                    </a:lnTo>
                    <a:lnTo>
                      <a:pt x="103" y="129"/>
                    </a:lnTo>
                    <a:lnTo>
                      <a:pt x="106" y="126"/>
                    </a:lnTo>
                    <a:lnTo>
                      <a:pt x="110" y="125"/>
                    </a:lnTo>
                    <a:lnTo>
                      <a:pt x="110" y="125"/>
                    </a:lnTo>
                    <a:lnTo>
                      <a:pt x="111" y="126"/>
                    </a:lnTo>
                    <a:lnTo>
                      <a:pt x="113" y="127"/>
                    </a:lnTo>
                    <a:lnTo>
                      <a:pt x="114" y="126"/>
                    </a:lnTo>
                    <a:lnTo>
                      <a:pt x="114" y="126"/>
                    </a:lnTo>
                    <a:lnTo>
                      <a:pt x="115" y="123"/>
                    </a:lnTo>
                    <a:lnTo>
                      <a:pt x="117" y="122"/>
                    </a:lnTo>
                    <a:lnTo>
                      <a:pt x="117" y="122"/>
                    </a:lnTo>
                    <a:lnTo>
                      <a:pt x="119" y="121"/>
                    </a:lnTo>
                    <a:lnTo>
                      <a:pt x="121" y="122"/>
                    </a:lnTo>
                    <a:lnTo>
                      <a:pt x="121" y="122"/>
                    </a:lnTo>
                    <a:lnTo>
                      <a:pt x="125" y="123"/>
                    </a:lnTo>
                    <a:lnTo>
                      <a:pt x="129" y="125"/>
                    </a:lnTo>
                    <a:lnTo>
                      <a:pt x="129" y="125"/>
                    </a:lnTo>
                    <a:lnTo>
                      <a:pt x="133" y="126"/>
                    </a:lnTo>
                    <a:lnTo>
                      <a:pt x="137" y="126"/>
                    </a:lnTo>
                    <a:lnTo>
                      <a:pt x="137" y="126"/>
                    </a:lnTo>
                    <a:lnTo>
                      <a:pt x="142" y="126"/>
                    </a:lnTo>
                    <a:lnTo>
                      <a:pt x="145" y="126"/>
                    </a:lnTo>
                    <a:lnTo>
                      <a:pt x="148" y="125"/>
                    </a:lnTo>
                    <a:lnTo>
                      <a:pt x="148" y="125"/>
                    </a:lnTo>
                    <a:lnTo>
                      <a:pt x="150" y="125"/>
                    </a:lnTo>
                    <a:lnTo>
                      <a:pt x="152" y="125"/>
                    </a:lnTo>
                    <a:lnTo>
                      <a:pt x="152" y="123"/>
                    </a:lnTo>
                    <a:lnTo>
                      <a:pt x="152" y="123"/>
                    </a:lnTo>
                    <a:lnTo>
                      <a:pt x="153" y="121"/>
                    </a:lnTo>
                    <a:lnTo>
                      <a:pt x="155" y="118"/>
                    </a:lnTo>
                    <a:lnTo>
                      <a:pt x="155" y="118"/>
                    </a:lnTo>
                    <a:lnTo>
                      <a:pt x="157" y="118"/>
                    </a:lnTo>
                    <a:lnTo>
                      <a:pt x="159" y="115"/>
                    </a:lnTo>
                    <a:lnTo>
                      <a:pt x="159" y="115"/>
                    </a:lnTo>
                    <a:lnTo>
                      <a:pt x="159" y="112"/>
                    </a:lnTo>
                    <a:lnTo>
                      <a:pt x="160" y="111"/>
                    </a:lnTo>
                    <a:lnTo>
                      <a:pt x="160" y="111"/>
                    </a:lnTo>
                    <a:lnTo>
                      <a:pt x="161" y="108"/>
                    </a:lnTo>
                    <a:lnTo>
                      <a:pt x="161" y="108"/>
                    </a:lnTo>
                    <a:lnTo>
                      <a:pt x="164" y="106"/>
                    </a:lnTo>
                    <a:lnTo>
                      <a:pt x="165" y="106"/>
                    </a:lnTo>
                    <a:lnTo>
                      <a:pt x="165" y="106"/>
                    </a:lnTo>
                    <a:lnTo>
                      <a:pt x="165" y="104"/>
                    </a:lnTo>
                    <a:lnTo>
                      <a:pt x="165" y="104"/>
                    </a:lnTo>
                    <a:lnTo>
                      <a:pt x="164" y="102"/>
                    </a:lnTo>
                    <a:lnTo>
                      <a:pt x="163" y="99"/>
                    </a:lnTo>
                    <a:lnTo>
                      <a:pt x="163" y="99"/>
                    </a:lnTo>
                    <a:lnTo>
                      <a:pt x="163" y="98"/>
                    </a:lnTo>
                    <a:lnTo>
                      <a:pt x="161" y="98"/>
                    </a:lnTo>
                    <a:lnTo>
                      <a:pt x="160" y="96"/>
                    </a:lnTo>
                    <a:lnTo>
                      <a:pt x="161" y="93"/>
                    </a:lnTo>
                    <a:lnTo>
                      <a:pt x="161" y="93"/>
                    </a:lnTo>
                    <a:lnTo>
                      <a:pt x="164" y="87"/>
                    </a:lnTo>
                    <a:lnTo>
                      <a:pt x="164" y="84"/>
                    </a:lnTo>
                    <a:lnTo>
                      <a:pt x="161" y="81"/>
                    </a:lnTo>
                    <a:lnTo>
                      <a:pt x="161" y="81"/>
                    </a:lnTo>
                    <a:lnTo>
                      <a:pt x="160" y="77"/>
                    </a:lnTo>
                    <a:lnTo>
                      <a:pt x="157" y="76"/>
                    </a:lnTo>
                    <a:lnTo>
                      <a:pt x="155" y="73"/>
                    </a:lnTo>
                    <a:lnTo>
                      <a:pt x="155" y="73"/>
                    </a:lnTo>
                    <a:lnTo>
                      <a:pt x="153" y="70"/>
                    </a:lnTo>
                    <a:lnTo>
                      <a:pt x="150" y="68"/>
                    </a:lnTo>
                    <a:lnTo>
                      <a:pt x="150" y="68"/>
                    </a:lnTo>
                    <a:lnTo>
                      <a:pt x="149" y="66"/>
                    </a:lnTo>
                    <a:lnTo>
                      <a:pt x="148" y="66"/>
                    </a:lnTo>
                    <a:lnTo>
                      <a:pt x="148" y="66"/>
                    </a:lnTo>
                    <a:lnTo>
                      <a:pt x="144" y="65"/>
                    </a:lnTo>
                    <a:lnTo>
                      <a:pt x="140" y="62"/>
                    </a:lnTo>
                    <a:lnTo>
                      <a:pt x="140" y="62"/>
                    </a:lnTo>
                    <a:lnTo>
                      <a:pt x="137" y="60"/>
                    </a:lnTo>
                    <a:lnTo>
                      <a:pt x="134" y="58"/>
                    </a:lnTo>
                    <a:lnTo>
                      <a:pt x="134" y="58"/>
                    </a:lnTo>
                    <a:lnTo>
                      <a:pt x="130" y="57"/>
                    </a:lnTo>
                    <a:lnTo>
                      <a:pt x="130" y="57"/>
                    </a:lnTo>
                    <a:lnTo>
                      <a:pt x="125" y="57"/>
                    </a:lnTo>
                    <a:lnTo>
                      <a:pt x="125" y="57"/>
                    </a:lnTo>
                    <a:lnTo>
                      <a:pt x="122" y="57"/>
                    </a:lnTo>
                    <a:lnTo>
                      <a:pt x="122" y="57"/>
                    </a:lnTo>
                    <a:lnTo>
                      <a:pt x="117" y="56"/>
                    </a:lnTo>
                    <a:lnTo>
                      <a:pt x="117" y="56"/>
                    </a:lnTo>
                    <a:lnTo>
                      <a:pt x="114" y="56"/>
                    </a:lnTo>
                    <a:lnTo>
                      <a:pt x="114" y="56"/>
                    </a:lnTo>
                    <a:lnTo>
                      <a:pt x="113" y="56"/>
                    </a:lnTo>
                    <a:lnTo>
                      <a:pt x="111" y="54"/>
                    </a:lnTo>
                    <a:lnTo>
                      <a:pt x="111" y="57"/>
                    </a:lnTo>
                    <a:lnTo>
                      <a:pt x="111" y="57"/>
                    </a:lnTo>
                    <a:lnTo>
                      <a:pt x="111" y="61"/>
                    </a:lnTo>
                    <a:lnTo>
                      <a:pt x="111" y="62"/>
                    </a:lnTo>
                    <a:lnTo>
                      <a:pt x="110" y="64"/>
                    </a:lnTo>
                    <a:lnTo>
                      <a:pt x="110" y="64"/>
                    </a:lnTo>
                    <a:lnTo>
                      <a:pt x="106" y="64"/>
                    </a:lnTo>
                    <a:lnTo>
                      <a:pt x="106" y="64"/>
                    </a:lnTo>
                    <a:lnTo>
                      <a:pt x="103" y="64"/>
                    </a:lnTo>
                    <a:lnTo>
                      <a:pt x="100" y="65"/>
                    </a:lnTo>
                    <a:lnTo>
                      <a:pt x="100" y="65"/>
                    </a:lnTo>
                    <a:lnTo>
                      <a:pt x="99" y="66"/>
                    </a:lnTo>
                    <a:lnTo>
                      <a:pt x="95" y="68"/>
                    </a:lnTo>
                    <a:lnTo>
                      <a:pt x="95" y="68"/>
                    </a:lnTo>
                    <a:lnTo>
                      <a:pt x="95" y="68"/>
                    </a:lnTo>
                    <a:lnTo>
                      <a:pt x="95" y="69"/>
                    </a:lnTo>
                    <a:lnTo>
                      <a:pt x="92" y="68"/>
                    </a:lnTo>
                    <a:lnTo>
                      <a:pt x="92" y="68"/>
                    </a:lnTo>
                    <a:lnTo>
                      <a:pt x="91" y="65"/>
                    </a:lnTo>
                    <a:lnTo>
                      <a:pt x="92" y="64"/>
                    </a:lnTo>
                    <a:lnTo>
                      <a:pt x="91" y="64"/>
                    </a:lnTo>
                    <a:lnTo>
                      <a:pt x="88" y="64"/>
                    </a:lnTo>
                    <a:lnTo>
                      <a:pt x="88" y="64"/>
                    </a:lnTo>
                    <a:lnTo>
                      <a:pt x="81" y="65"/>
                    </a:lnTo>
                    <a:lnTo>
                      <a:pt x="79" y="65"/>
                    </a:lnTo>
                    <a:lnTo>
                      <a:pt x="79" y="65"/>
                    </a:lnTo>
                    <a:lnTo>
                      <a:pt x="77" y="65"/>
                    </a:lnTo>
                    <a:lnTo>
                      <a:pt x="75" y="64"/>
                    </a:lnTo>
                    <a:lnTo>
                      <a:pt x="75" y="64"/>
                    </a:lnTo>
                    <a:lnTo>
                      <a:pt x="71" y="62"/>
                    </a:lnTo>
                    <a:lnTo>
                      <a:pt x="69" y="64"/>
                    </a:lnTo>
                    <a:lnTo>
                      <a:pt x="69" y="64"/>
                    </a:lnTo>
                    <a:lnTo>
                      <a:pt x="68" y="65"/>
                    </a:lnTo>
                    <a:lnTo>
                      <a:pt x="68" y="65"/>
                    </a:lnTo>
                    <a:lnTo>
                      <a:pt x="67" y="64"/>
                    </a:lnTo>
                    <a:lnTo>
                      <a:pt x="67" y="64"/>
                    </a:lnTo>
                    <a:lnTo>
                      <a:pt x="65" y="61"/>
                    </a:lnTo>
                    <a:lnTo>
                      <a:pt x="67" y="60"/>
                    </a:lnTo>
                    <a:lnTo>
                      <a:pt x="67" y="60"/>
                    </a:lnTo>
                    <a:lnTo>
                      <a:pt x="71" y="60"/>
                    </a:lnTo>
                    <a:lnTo>
                      <a:pt x="72" y="60"/>
                    </a:lnTo>
                    <a:lnTo>
                      <a:pt x="73" y="58"/>
                    </a:lnTo>
                    <a:lnTo>
                      <a:pt x="73" y="58"/>
                    </a:lnTo>
                    <a:lnTo>
                      <a:pt x="72" y="57"/>
                    </a:lnTo>
                    <a:lnTo>
                      <a:pt x="72" y="56"/>
                    </a:lnTo>
                    <a:lnTo>
                      <a:pt x="73" y="56"/>
                    </a:lnTo>
                    <a:lnTo>
                      <a:pt x="73" y="56"/>
                    </a:lnTo>
                    <a:lnTo>
                      <a:pt x="79" y="54"/>
                    </a:lnTo>
                    <a:lnTo>
                      <a:pt x="79" y="54"/>
                    </a:lnTo>
                    <a:lnTo>
                      <a:pt x="81" y="54"/>
                    </a:lnTo>
                    <a:lnTo>
                      <a:pt x="83" y="54"/>
                    </a:lnTo>
                    <a:lnTo>
                      <a:pt x="85" y="54"/>
                    </a:lnTo>
                    <a:lnTo>
                      <a:pt x="85" y="54"/>
                    </a:lnTo>
                    <a:lnTo>
                      <a:pt x="85" y="54"/>
                    </a:lnTo>
                    <a:lnTo>
                      <a:pt x="87" y="53"/>
                    </a:lnTo>
                    <a:lnTo>
                      <a:pt x="88" y="53"/>
                    </a:lnTo>
                    <a:lnTo>
                      <a:pt x="87" y="51"/>
                    </a:lnTo>
                    <a:lnTo>
                      <a:pt x="87" y="51"/>
                    </a:lnTo>
                    <a:lnTo>
                      <a:pt x="84" y="47"/>
                    </a:lnTo>
                    <a:lnTo>
                      <a:pt x="83" y="46"/>
                    </a:lnTo>
                    <a:lnTo>
                      <a:pt x="81" y="45"/>
                    </a:lnTo>
                    <a:lnTo>
                      <a:pt x="80" y="45"/>
                    </a:lnTo>
                    <a:lnTo>
                      <a:pt x="80" y="45"/>
                    </a:lnTo>
                    <a:lnTo>
                      <a:pt x="79" y="46"/>
                    </a:lnTo>
                    <a:lnTo>
                      <a:pt x="77" y="47"/>
                    </a:lnTo>
                    <a:lnTo>
                      <a:pt x="77" y="47"/>
                    </a:lnTo>
                    <a:lnTo>
                      <a:pt x="76" y="47"/>
                    </a:lnTo>
                    <a:lnTo>
                      <a:pt x="76" y="47"/>
                    </a:lnTo>
                    <a:lnTo>
                      <a:pt x="72" y="45"/>
                    </a:lnTo>
                    <a:lnTo>
                      <a:pt x="72" y="43"/>
                    </a:lnTo>
                    <a:lnTo>
                      <a:pt x="73" y="42"/>
                    </a:lnTo>
                    <a:lnTo>
                      <a:pt x="73" y="42"/>
                    </a:lnTo>
                    <a:lnTo>
                      <a:pt x="76" y="39"/>
                    </a:lnTo>
                    <a:lnTo>
                      <a:pt x="79" y="38"/>
                    </a:lnTo>
                    <a:lnTo>
                      <a:pt x="79" y="38"/>
                    </a:lnTo>
                    <a:lnTo>
                      <a:pt x="80" y="38"/>
                    </a:lnTo>
                    <a:lnTo>
                      <a:pt x="81" y="38"/>
                    </a:lnTo>
                    <a:lnTo>
                      <a:pt x="84" y="41"/>
                    </a:lnTo>
                    <a:lnTo>
                      <a:pt x="87" y="43"/>
                    </a:lnTo>
                    <a:lnTo>
                      <a:pt x="88" y="43"/>
                    </a:lnTo>
                    <a:lnTo>
                      <a:pt x="88" y="43"/>
                    </a:lnTo>
                    <a:lnTo>
                      <a:pt x="91" y="42"/>
                    </a:lnTo>
                    <a:lnTo>
                      <a:pt x="92" y="42"/>
                    </a:lnTo>
                    <a:lnTo>
                      <a:pt x="92" y="42"/>
                    </a:lnTo>
                    <a:lnTo>
                      <a:pt x="94" y="45"/>
                    </a:lnTo>
                    <a:lnTo>
                      <a:pt x="94" y="49"/>
                    </a:lnTo>
                    <a:lnTo>
                      <a:pt x="94" y="49"/>
                    </a:lnTo>
                    <a:lnTo>
                      <a:pt x="94" y="51"/>
                    </a:lnTo>
                    <a:lnTo>
                      <a:pt x="96" y="50"/>
                    </a:lnTo>
                    <a:lnTo>
                      <a:pt x="96" y="50"/>
                    </a:lnTo>
                    <a:lnTo>
                      <a:pt x="98" y="49"/>
                    </a:lnTo>
                    <a:lnTo>
                      <a:pt x="96" y="49"/>
                    </a:lnTo>
                    <a:lnTo>
                      <a:pt x="96" y="47"/>
                    </a:lnTo>
                    <a:lnTo>
                      <a:pt x="100" y="46"/>
                    </a:lnTo>
                    <a:lnTo>
                      <a:pt x="100" y="46"/>
                    </a:lnTo>
                    <a:lnTo>
                      <a:pt x="107" y="45"/>
                    </a:lnTo>
                    <a:lnTo>
                      <a:pt x="110" y="43"/>
                    </a:lnTo>
                    <a:lnTo>
                      <a:pt x="113" y="43"/>
                    </a:lnTo>
                    <a:lnTo>
                      <a:pt x="114" y="45"/>
                    </a:lnTo>
                    <a:lnTo>
                      <a:pt x="114" y="45"/>
                    </a:lnTo>
                    <a:lnTo>
                      <a:pt x="117" y="46"/>
                    </a:lnTo>
                    <a:lnTo>
                      <a:pt x="118" y="46"/>
                    </a:lnTo>
                    <a:lnTo>
                      <a:pt x="118" y="46"/>
                    </a:lnTo>
                    <a:lnTo>
                      <a:pt x="118" y="47"/>
                    </a:lnTo>
                    <a:lnTo>
                      <a:pt x="118" y="49"/>
                    </a:lnTo>
                    <a:lnTo>
                      <a:pt x="119" y="47"/>
                    </a:lnTo>
                    <a:lnTo>
                      <a:pt x="119" y="47"/>
                    </a:lnTo>
                    <a:lnTo>
                      <a:pt x="122" y="46"/>
                    </a:lnTo>
                    <a:lnTo>
                      <a:pt x="125" y="47"/>
                    </a:lnTo>
                    <a:lnTo>
                      <a:pt x="127" y="49"/>
                    </a:lnTo>
                    <a:lnTo>
                      <a:pt x="127" y="49"/>
                    </a:lnTo>
                    <a:lnTo>
                      <a:pt x="127" y="49"/>
                    </a:lnTo>
                    <a:lnTo>
                      <a:pt x="130" y="49"/>
                    </a:lnTo>
                    <a:lnTo>
                      <a:pt x="130" y="49"/>
                    </a:lnTo>
                    <a:lnTo>
                      <a:pt x="133" y="51"/>
                    </a:lnTo>
                    <a:lnTo>
                      <a:pt x="137" y="51"/>
                    </a:lnTo>
                    <a:lnTo>
                      <a:pt x="137" y="51"/>
                    </a:lnTo>
                    <a:lnTo>
                      <a:pt x="140" y="50"/>
                    </a:lnTo>
                    <a:lnTo>
                      <a:pt x="140" y="50"/>
                    </a:lnTo>
                    <a:lnTo>
                      <a:pt x="138" y="47"/>
                    </a:lnTo>
                    <a:lnTo>
                      <a:pt x="138" y="47"/>
                    </a:lnTo>
                    <a:lnTo>
                      <a:pt x="137" y="45"/>
                    </a:lnTo>
                    <a:lnTo>
                      <a:pt x="133" y="43"/>
                    </a:lnTo>
                    <a:lnTo>
                      <a:pt x="133" y="43"/>
                    </a:lnTo>
                    <a:lnTo>
                      <a:pt x="125" y="41"/>
                    </a:lnTo>
                    <a:lnTo>
                      <a:pt x="123" y="39"/>
                    </a:lnTo>
                    <a:lnTo>
                      <a:pt x="126" y="39"/>
                    </a:lnTo>
                    <a:lnTo>
                      <a:pt x="126" y="39"/>
                    </a:lnTo>
                    <a:lnTo>
                      <a:pt x="129" y="38"/>
                    </a:lnTo>
                    <a:lnTo>
                      <a:pt x="127" y="37"/>
                    </a:lnTo>
                    <a:lnTo>
                      <a:pt x="127" y="35"/>
                    </a:lnTo>
                    <a:lnTo>
                      <a:pt x="132" y="33"/>
                    </a:lnTo>
                    <a:lnTo>
                      <a:pt x="132" y="33"/>
                    </a:lnTo>
                    <a:lnTo>
                      <a:pt x="137" y="31"/>
                    </a:lnTo>
                    <a:lnTo>
                      <a:pt x="140" y="31"/>
                    </a:lnTo>
                    <a:lnTo>
                      <a:pt x="141" y="31"/>
                    </a:lnTo>
                    <a:lnTo>
                      <a:pt x="141" y="28"/>
                    </a:lnTo>
                    <a:lnTo>
                      <a:pt x="141" y="28"/>
                    </a:lnTo>
                    <a:lnTo>
                      <a:pt x="141" y="23"/>
                    </a:lnTo>
                    <a:lnTo>
                      <a:pt x="142" y="23"/>
                    </a:lnTo>
                    <a:lnTo>
                      <a:pt x="144" y="23"/>
                    </a:lnTo>
                    <a:lnTo>
                      <a:pt x="144" y="23"/>
                    </a:lnTo>
                    <a:lnTo>
                      <a:pt x="153" y="24"/>
                    </a:lnTo>
                    <a:lnTo>
                      <a:pt x="153" y="24"/>
                    </a:lnTo>
                    <a:lnTo>
                      <a:pt x="155" y="24"/>
                    </a:lnTo>
                    <a:lnTo>
                      <a:pt x="155" y="26"/>
                    </a:lnTo>
                    <a:lnTo>
                      <a:pt x="157" y="24"/>
                    </a:lnTo>
                    <a:lnTo>
                      <a:pt x="157" y="24"/>
                    </a:lnTo>
                    <a:lnTo>
                      <a:pt x="160" y="23"/>
                    </a:lnTo>
                    <a:lnTo>
                      <a:pt x="161" y="23"/>
                    </a:lnTo>
                    <a:lnTo>
                      <a:pt x="161" y="23"/>
                    </a:lnTo>
                    <a:lnTo>
                      <a:pt x="161" y="22"/>
                    </a:lnTo>
                    <a:lnTo>
                      <a:pt x="161" y="22"/>
                    </a:lnTo>
                    <a:lnTo>
                      <a:pt x="159" y="18"/>
                    </a:lnTo>
                    <a:lnTo>
                      <a:pt x="156" y="15"/>
                    </a:lnTo>
                    <a:lnTo>
                      <a:pt x="156" y="15"/>
                    </a:lnTo>
                    <a:lnTo>
                      <a:pt x="155" y="12"/>
                    </a:lnTo>
                    <a:lnTo>
                      <a:pt x="153" y="10"/>
                    </a:lnTo>
                    <a:lnTo>
                      <a:pt x="152" y="7"/>
                    </a:lnTo>
                    <a:lnTo>
                      <a:pt x="150" y="7"/>
                    </a:lnTo>
                    <a:lnTo>
                      <a:pt x="148" y="8"/>
                    </a:lnTo>
                    <a:lnTo>
                      <a:pt x="148" y="8"/>
                    </a:lnTo>
                    <a:lnTo>
                      <a:pt x="144" y="10"/>
                    </a:lnTo>
                    <a:lnTo>
                      <a:pt x="140" y="11"/>
                    </a:lnTo>
                    <a:lnTo>
                      <a:pt x="140" y="11"/>
                    </a:lnTo>
                    <a:lnTo>
                      <a:pt x="134" y="10"/>
                    </a:lnTo>
                    <a:lnTo>
                      <a:pt x="132" y="8"/>
                    </a:lnTo>
                    <a:lnTo>
                      <a:pt x="132" y="8"/>
                    </a:lnTo>
                    <a:lnTo>
                      <a:pt x="136" y="7"/>
                    </a:lnTo>
                    <a:lnTo>
                      <a:pt x="138" y="5"/>
                    </a:lnTo>
                    <a:lnTo>
                      <a:pt x="138" y="5"/>
                    </a:lnTo>
                    <a:lnTo>
                      <a:pt x="138" y="5"/>
                    </a:lnTo>
                    <a:lnTo>
                      <a:pt x="140" y="4"/>
                    </a:lnTo>
                    <a:lnTo>
                      <a:pt x="140" y="4"/>
                    </a:lnTo>
                    <a:lnTo>
                      <a:pt x="137" y="1"/>
                    </a:lnTo>
                    <a:lnTo>
                      <a:pt x="140" y="0"/>
                    </a:lnTo>
                    <a:lnTo>
                      <a:pt x="140" y="0"/>
                    </a:lnTo>
                    <a:lnTo>
                      <a:pt x="149" y="0"/>
                    </a:lnTo>
                    <a:lnTo>
                      <a:pt x="161" y="1"/>
                    </a:lnTo>
                    <a:lnTo>
                      <a:pt x="161" y="1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27" name="iS1îďê">
                <a:extLst>
                  <a:ext uri="{FF2B5EF4-FFF2-40B4-BE49-F238E27FC236}">
                    <a16:creationId xmlns:a16="http://schemas.microsoft.com/office/drawing/2014/main" id="{C0E71DF1-731C-44DE-4954-9D513C5C84CE}"/>
                  </a:ext>
                </a:extLst>
              </p:cNvPr>
              <p:cNvSpPr/>
              <p:nvPr/>
            </p:nvSpPr>
            <p:spPr bwMode="auto">
              <a:xfrm>
                <a:off x="3282885" y="1860558"/>
                <a:ext cx="292621" cy="292621"/>
              </a:xfrm>
              <a:custGeom>
                <a:avLst/>
                <a:gdLst>
                  <a:gd name="T0" fmla="*/ 112 w 204"/>
                  <a:gd name="T1" fmla="*/ 0 h 204"/>
                  <a:gd name="T2" fmla="*/ 141 w 204"/>
                  <a:gd name="T3" fmla="*/ 8 h 204"/>
                  <a:gd name="T4" fmla="*/ 165 w 204"/>
                  <a:gd name="T5" fmla="*/ 22 h 204"/>
                  <a:gd name="T6" fmla="*/ 185 w 204"/>
                  <a:gd name="T7" fmla="*/ 42 h 204"/>
                  <a:gd name="T8" fmla="*/ 199 w 204"/>
                  <a:gd name="T9" fmla="*/ 68 h 204"/>
                  <a:gd name="T10" fmla="*/ 204 w 204"/>
                  <a:gd name="T11" fmla="*/ 96 h 204"/>
                  <a:gd name="T12" fmla="*/ 203 w 204"/>
                  <a:gd name="T13" fmla="*/ 118 h 204"/>
                  <a:gd name="T14" fmla="*/ 195 w 204"/>
                  <a:gd name="T15" fmla="*/ 146 h 204"/>
                  <a:gd name="T16" fmla="*/ 179 w 204"/>
                  <a:gd name="T17" fmla="*/ 171 h 204"/>
                  <a:gd name="T18" fmla="*/ 156 w 204"/>
                  <a:gd name="T19" fmla="*/ 190 h 204"/>
                  <a:gd name="T20" fmla="*/ 129 w 204"/>
                  <a:gd name="T21" fmla="*/ 202 h 204"/>
                  <a:gd name="T22" fmla="*/ 108 w 204"/>
                  <a:gd name="T23" fmla="*/ 204 h 204"/>
                  <a:gd name="T24" fmla="*/ 102 w 204"/>
                  <a:gd name="T25" fmla="*/ 185 h 204"/>
                  <a:gd name="T26" fmla="*/ 107 w 204"/>
                  <a:gd name="T27" fmla="*/ 185 h 204"/>
                  <a:gd name="T28" fmla="*/ 131 w 204"/>
                  <a:gd name="T29" fmla="*/ 180 h 204"/>
                  <a:gd name="T30" fmla="*/ 164 w 204"/>
                  <a:gd name="T31" fmla="*/ 158 h 204"/>
                  <a:gd name="T32" fmla="*/ 183 w 204"/>
                  <a:gd name="T33" fmla="*/ 123 h 204"/>
                  <a:gd name="T34" fmla="*/ 185 w 204"/>
                  <a:gd name="T35" fmla="*/ 97 h 204"/>
                  <a:gd name="T36" fmla="*/ 177 w 204"/>
                  <a:gd name="T37" fmla="*/ 66 h 204"/>
                  <a:gd name="T38" fmla="*/ 148 w 204"/>
                  <a:gd name="T39" fmla="*/ 32 h 204"/>
                  <a:gd name="T40" fmla="*/ 102 w 204"/>
                  <a:gd name="T41" fmla="*/ 19 h 204"/>
                  <a:gd name="T42" fmla="*/ 96 w 204"/>
                  <a:gd name="T43" fmla="*/ 0 h 204"/>
                  <a:gd name="T44" fmla="*/ 102 w 204"/>
                  <a:gd name="T45" fmla="*/ 19 h 204"/>
                  <a:gd name="T46" fmla="*/ 89 w 204"/>
                  <a:gd name="T47" fmla="*/ 20 h 204"/>
                  <a:gd name="T48" fmla="*/ 66 w 204"/>
                  <a:gd name="T49" fmla="*/ 27 h 204"/>
                  <a:gd name="T50" fmla="*/ 31 w 204"/>
                  <a:gd name="T51" fmla="*/ 60 h 204"/>
                  <a:gd name="T52" fmla="*/ 20 w 204"/>
                  <a:gd name="T53" fmla="*/ 89 h 204"/>
                  <a:gd name="T54" fmla="*/ 19 w 204"/>
                  <a:gd name="T55" fmla="*/ 107 h 204"/>
                  <a:gd name="T56" fmla="*/ 35 w 204"/>
                  <a:gd name="T57" fmla="*/ 152 h 204"/>
                  <a:gd name="T58" fmla="*/ 70 w 204"/>
                  <a:gd name="T59" fmla="*/ 179 h 204"/>
                  <a:gd name="T60" fmla="*/ 102 w 204"/>
                  <a:gd name="T61" fmla="*/ 204 h 204"/>
                  <a:gd name="T62" fmla="*/ 83 w 204"/>
                  <a:gd name="T63" fmla="*/ 203 h 204"/>
                  <a:gd name="T64" fmla="*/ 55 w 204"/>
                  <a:gd name="T65" fmla="*/ 194 h 204"/>
                  <a:gd name="T66" fmla="*/ 32 w 204"/>
                  <a:gd name="T67" fmla="*/ 176 h 204"/>
                  <a:gd name="T68" fmla="*/ 13 w 204"/>
                  <a:gd name="T69" fmla="*/ 154 h 204"/>
                  <a:gd name="T70" fmla="*/ 3 w 204"/>
                  <a:gd name="T71" fmla="*/ 127 h 204"/>
                  <a:gd name="T72" fmla="*/ 0 w 204"/>
                  <a:gd name="T73" fmla="*/ 108 h 204"/>
                  <a:gd name="T74" fmla="*/ 3 w 204"/>
                  <a:gd name="T75" fmla="*/ 77 h 204"/>
                  <a:gd name="T76" fmla="*/ 15 w 204"/>
                  <a:gd name="T77" fmla="*/ 50 h 204"/>
                  <a:gd name="T78" fmla="*/ 32 w 204"/>
                  <a:gd name="T79" fmla="*/ 27 h 204"/>
                  <a:gd name="T80" fmla="*/ 57 w 204"/>
                  <a:gd name="T81" fmla="*/ 11 h 204"/>
                  <a:gd name="T82" fmla="*/ 87 w 204"/>
                  <a:gd name="T83" fmla="*/ 1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04" h="204">
                    <a:moveTo>
                      <a:pt x="102" y="0"/>
                    </a:moveTo>
                    <a:lnTo>
                      <a:pt x="102" y="0"/>
                    </a:lnTo>
                    <a:lnTo>
                      <a:pt x="112" y="0"/>
                    </a:lnTo>
                    <a:lnTo>
                      <a:pt x="122" y="1"/>
                    </a:lnTo>
                    <a:lnTo>
                      <a:pt x="131" y="4"/>
                    </a:lnTo>
                    <a:lnTo>
                      <a:pt x="141" y="8"/>
                    </a:lnTo>
                    <a:lnTo>
                      <a:pt x="149" y="11"/>
                    </a:lnTo>
                    <a:lnTo>
                      <a:pt x="157" y="16"/>
                    </a:lnTo>
                    <a:lnTo>
                      <a:pt x="165" y="22"/>
                    </a:lnTo>
                    <a:lnTo>
                      <a:pt x="172" y="28"/>
                    </a:lnTo>
                    <a:lnTo>
                      <a:pt x="179" y="35"/>
                    </a:lnTo>
                    <a:lnTo>
                      <a:pt x="185" y="42"/>
                    </a:lnTo>
                    <a:lnTo>
                      <a:pt x="190" y="50"/>
                    </a:lnTo>
                    <a:lnTo>
                      <a:pt x="195" y="58"/>
                    </a:lnTo>
                    <a:lnTo>
                      <a:pt x="199" y="68"/>
                    </a:lnTo>
                    <a:lnTo>
                      <a:pt x="202" y="77"/>
                    </a:lnTo>
                    <a:lnTo>
                      <a:pt x="203" y="87"/>
                    </a:lnTo>
                    <a:lnTo>
                      <a:pt x="204" y="96"/>
                    </a:lnTo>
                    <a:lnTo>
                      <a:pt x="204" y="96"/>
                    </a:lnTo>
                    <a:lnTo>
                      <a:pt x="204" y="107"/>
                    </a:lnTo>
                    <a:lnTo>
                      <a:pt x="203" y="118"/>
                    </a:lnTo>
                    <a:lnTo>
                      <a:pt x="202" y="127"/>
                    </a:lnTo>
                    <a:lnTo>
                      <a:pt x="199" y="137"/>
                    </a:lnTo>
                    <a:lnTo>
                      <a:pt x="195" y="146"/>
                    </a:lnTo>
                    <a:lnTo>
                      <a:pt x="190" y="154"/>
                    </a:lnTo>
                    <a:lnTo>
                      <a:pt x="184" y="162"/>
                    </a:lnTo>
                    <a:lnTo>
                      <a:pt x="179" y="171"/>
                    </a:lnTo>
                    <a:lnTo>
                      <a:pt x="172" y="177"/>
                    </a:lnTo>
                    <a:lnTo>
                      <a:pt x="164" y="184"/>
                    </a:lnTo>
                    <a:lnTo>
                      <a:pt x="156" y="190"/>
                    </a:lnTo>
                    <a:lnTo>
                      <a:pt x="148" y="194"/>
                    </a:lnTo>
                    <a:lnTo>
                      <a:pt x="138" y="198"/>
                    </a:lnTo>
                    <a:lnTo>
                      <a:pt x="129" y="202"/>
                    </a:lnTo>
                    <a:lnTo>
                      <a:pt x="118" y="203"/>
                    </a:lnTo>
                    <a:lnTo>
                      <a:pt x="108" y="204"/>
                    </a:lnTo>
                    <a:lnTo>
                      <a:pt x="108" y="204"/>
                    </a:lnTo>
                    <a:lnTo>
                      <a:pt x="102" y="204"/>
                    </a:lnTo>
                    <a:lnTo>
                      <a:pt x="102" y="185"/>
                    </a:lnTo>
                    <a:lnTo>
                      <a:pt x="102" y="185"/>
                    </a:lnTo>
                    <a:lnTo>
                      <a:pt x="107" y="185"/>
                    </a:lnTo>
                    <a:lnTo>
                      <a:pt x="107" y="185"/>
                    </a:lnTo>
                    <a:lnTo>
                      <a:pt x="107" y="185"/>
                    </a:lnTo>
                    <a:lnTo>
                      <a:pt x="115" y="184"/>
                    </a:lnTo>
                    <a:lnTo>
                      <a:pt x="123" y="183"/>
                    </a:lnTo>
                    <a:lnTo>
                      <a:pt x="131" y="180"/>
                    </a:lnTo>
                    <a:lnTo>
                      <a:pt x="138" y="177"/>
                    </a:lnTo>
                    <a:lnTo>
                      <a:pt x="152" y="169"/>
                    </a:lnTo>
                    <a:lnTo>
                      <a:pt x="164" y="158"/>
                    </a:lnTo>
                    <a:lnTo>
                      <a:pt x="173" y="145"/>
                    </a:lnTo>
                    <a:lnTo>
                      <a:pt x="180" y="130"/>
                    </a:lnTo>
                    <a:lnTo>
                      <a:pt x="183" y="123"/>
                    </a:lnTo>
                    <a:lnTo>
                      <a:pt x="184" y="115"/>
                    </a:lnTo>
                    <a:lnTo>
                      <a:pt x="185" y="107"/>
                    </a:lnTo>
                    <a:lnTo>
                      <a:pt x="185" y="97"/>
                    </a:lnTo>
                    <a:lnTo>
                      <a:pt x="185" y="97"/>
                    </a:lnTo>
                    <a:lnTo>
                      <a:pt x="183" y="81"/>
                    </a:lnTo>
                    <a:lnTo>
                      <a:pt x="177" y="66"/>
                    </a:lnTo>
                    <a:lnTo>
                      <a:pt x="169" y="53"/>
                    </a:lnTo>
                    <a:lnTo>
                      <a:pt x="160" y="42"/>
                    </a:lnTo>
                    <a:lnTo>
                      <a:pt x="148" y="32"/>
                    </a:lnTo>
                    <a:lnTo>
                      <a:pt x="133" y="26"/>
                    </a:lnTo>
                    <a:lnTo>
                      <a:pt x="118" y="20"/>
                    </a:lnTo>
                    <a:lnTo>
                      <a:pt x="102" y="19"/>
                    </a:lnTo>
                    <a:lnTo>
                      <a:pt x="102" y="0"/>
                    </a:lnTo>
                    <a:close/>
                    <a:moveTo>
                      <a:pt x="96" y="0"/>
                    </a:moveTo>
                    <a:lnTo>
                      <a:pt x="96" y="0"/>
                    </a:lnTo>
                    <a:lnTo>
                      <a:pt x="102" y="0"/>
                    </a:lnTo>
                    <a:lnTo>
                      <a:pt x="102" y="19"/>
                    </a:lnTo>
                    <a:lnTo>
                      <a:pt x="102" y="19"/>
                    </a:lnTo>
                    <a:lnTo>
                      <a:pt x="97" y="19"/>
                    </a:lnTo>
                    <a:lnTo>
                      <a:pt x="97" y="19"/>
                    </a:lnTo>
                    <a:lnTo>
                      <a:pt x="89" y="20"/>
                    </a:lnTo>
                    <a:lnTo>
                      <a:pt x="81" y="22"/>
                    </a:lnTo>
                    <a:lnTo>
                      <a:pt x="73" y="24"/>
                    </a:lnTo>
                    <a:lnTo>
                      <a:pt x="66" y="27"/>
                    </a:lnTo>
                    <a:lnTo>
                      <a:pt x="51" y="37"/>
                    </a:lnTo>
                    <a:lnTo>
                      <a:pt x="41" y="46"/>
                    </a:lnTo>
                    <a:lnTo>
                      <a:pt x="31" y="60"/>
                    </a:lnTo>
                    <a:lnTo>
                      <a:pt x="24" y="74"/>
                    </a:lnTo>
                    <a:lnTo>
                      <a:pt x="22" y="81"/>
                    </a:lnTo>
                    <a:lnTo>
                      <a:pt x="20" y="89"/>
                    </a:lnTo>
                    <a:lnTo>
                      <a:pt x="19" y="99"/>
                    </a:lnTo>
                    <a:lnTo>
                      <a:pt x="19" y="107"/>
                    </a:lnTo>
                    <a:lnTo>
                      <a:pt x="19" y="107"/>
                    </a:lnTo>
                    <a:lnTo>
                      <a:pt x="22" y="123"/>
                    </a:lnTo>
                    <a:lnTo>
                      <a:pt x="27" y="138"/>
                    </a:lnTo>
                    <a:lnTo>
                      <a:pt x="35" y="152"/>
                    </a:lnTo>
                    <a:lnTo>
                      <a:pt x="45" y="162"/>
                    </a:lnTo>
                    <a:lnTo>
                      <a:pt x="57" y="172"/>
                    </a:lnTo>
                    <a:lnTo>
                      <a:pt x="70" y="179"/>
                    </a:lnTo>
                    <a:lnTo>
                      <a:pt x="87" y="184"/>
                    </a:lnTo>
                    <a:lnTo>
                      <a:pt x="102" y="185"/>
                    </a:lnTo>
                    <a:lnTo>
                      <a:pt x="102" y="204"/>
                    </a:lnTo>
                    <a:lnTo>
                      <a:pt x="102" y="204"/>
                    </a:lnTo>
                    <a:lnTo>
                      <a:pt x="92" y="204"/>
                    </a:lnTo>
                    <a:lnTo>
                      <a:pt x="83" y="203"/>
                    </a:lnTo>
                    <a:lnTo>
                      <a:pt x="73" y="200"/>
                    </a:lnTo>
                    <a:lnTo>
                      <a:pt x="64" y="198"/>
                    </a:lnTo>
                    <a:lnTo>
                      <a:pt x="55" y="194"/>
                    </a:lnTo>
                    <a:lnTo>
                      <a:pt x="47" y="188"/>
                    </a:lnTo>
                    <a:lnTo>
                      <a:pt x="39" y="183"/>
                    </a:lnTo>
                    <a:lnTo>
                      <a:pt x="32" y="176"/>
                    </a:lnTo>
                    <a:lnTo>
                      <a:pt x="26" y="169"/>
                    </a:lnTo>
                    <a:lnTo>
                      <a:pt x="19" y="162"/>
                    </a:lnTo>
                    <a:lnTo>
                      <a:pt x="13" y="154"/>
                    </a:lnTo>
                    <a:lnTo>
                      <a:pt x="9" y="146"/>
                    </a:lnTo>
                    <a:lnTo>
                      <a:pt x="5" y="137"/>
                    </a:lnTo>
                    <a:lnTo>
                      <a:pt x="3" y="127"/>
                    </a:lnTo>
                    <a:lnTo>
                      <a:pt x="1" y="118"/>
                    </a:lnTo>
                    <a:lnTo>
                      <a:pt x="0" y="108"/>
                    </a:lnTo>
                    <a:lnTo>
                      <a:pt x="0" y="108"/>
                    </a:lnTo>
                    <a:lnTo>
                      <a:pt x="0" y="97"/>
                    </a:lnTo>
                    <a:lnTo>
                      <a:pt x="1" y="87"/>
                    </a:lnTo>
                    <a:lnTo>
                      <a:pt x="3" y="77"/>
                    </a:lnTo>
                    <a:lnTo>
                      <a:pt x="5" y="68"/>
                    </a:lnTo>
                    <a:lnTo>
                      <a:pt x="9" y="58"/>
                    </a:lnTo>
                    <a:lnTo>
                      <a:pt x="15" y="50"/>
                    </a:lnTo>
                    <a:lnTo>
                      <a:pt x="20" y="42"/>
                    </a:lnTo>
                    <a:lnTo>
                      <a:pt x="26" y="34"/>
                    </a:lnTo>
                    <a:lnTo>
                      <a:pt x="32" y="27"/>
                    </a:lnTo>
                    <a:lnTo>
                      <a:pt x="41" y="20"/>
                    </a:lnTo>
                    <a:lnTo>
                      <a:pt x="49" y="15"/>
                    </a:lnTo>
                    <a:lnTo>
                      <a:pt x="57" y="11"/>
                    </a:lnTo>
                    <a:lnTo>
                      <a:pt x="66" y="7"/>
                    </a:lnTo>
                    <a:lnTo>
                      <a:pt x="76" y="3"/>
                    </a:lnTo>
                    <a:lnTo>
                      <a:pt x="87" y="1"/>
                    </a:lnTo>
                    <a:lnTo>
                      <a:pt x="96" y="0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8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28" name="ïṣļiďé">
                <a:extLst>
                  <a:ext uri="{FF2B5EF4-FFF2-40B4-BE49-F238E27FC236}">
                    <a16:creationId xmlns:a16="http://schemas.microsoft.com/office/drawing/2014/main" id="{BCD0926A-51BF-CDCE-9EF7-A10E26F1D51E}"/>
                  </a:ext>
                </a:extLst>
              </p:cNvPr>
              <p:cNvSpPr/>
              <p:nvPr/>
            </p:nvSpPr>
            <p:spPr bwMode="auto">
              <a:xfrm>
                <a:off x="3416286" y="2135966"/>
                <a:ext cx="47336" cy="146311"/>
              </a:xfrm>
              <a:custGeom>
                <a:avLst/>
                <a:gdLst>
                  <a:gd name="T0" fmla="*/ 6 w 33"/>
                  <a:gd name="T1" fmla="*/ 102 h 102"/>
                  <a:gd name="T2" fmla="*/ 33 w 33"/>
                  <a:gd name="T3" fmla="*/ 100 h 102"/>
                  <a:gd name="T4" fmla="*/ 27 w 33"/>
                  <a:gd name="T5" fmla="*/ 0 h 102"/>
                  <a:gd name="T6" fmla="*/ 0 w 33"/>
                  <a:gd name="T7" fmla="*/ 2 h 102"/>
                  <a:gd name="T8" fmla="*/ 6 w 33"/>
                  <a:gd name="T9" fmla="*/ 102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102">
                    <a:moveTo>
                      <a:pt x="6" y="102"/>
                    </a:moveTo>
                    <a:lnTo>
                      <a:pt x="33" y="100"/>
                    </a:lnTo>
                    <a:lnTo>
                      <a:pt x="27" y="0"/>
                    </a:lnTo>
                    <a:lnTo>
                      <a:pt x="0" y="2"/>
                    </a:lnTo>
                    <a:lnTo>
                      <a:pt x="6" y="102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29" name="i$lîḓê">
                <a:extLst>
                  <a:ext uri="{FF2B5EF4-FFF2-40B4-BE49-F238E27FC236}">
                    <a16:creationId xmlns:a16="http://schemas.microsoft.com/office/drawing/2014/main" id="{15880C2A-46FA-22D3-4190-1D5596F6E9FD}"/>
                  </a:ext>
                </a:extLst>
              </p:cNvPr>
              <p:cNvSpPr/>
              <p:nvPr/>
            </p:nvSpPr>
            <p:spPr bwMode="auto">
              <a:xfrm>
                <a:off x="3409114" y="2183301"/>
                <a:ext cx="70287" cy="197950"/>
              </a:xfrm>
              <a:custGeom>
                <a:avLst/>
                <a:gdLst>
                  <a:gd name="T0" fmla="*/ 5 w 49"/>
                  <a:gd name="T1" fmla="*/ 116 h 138"/>
                  <a:gd name="T2" fmla="*/ 5 w 49"/>
                  <a:gd name="T3" fmla="*/ 116 h 138"/>
                  <a:gd name="T4" fmla="*/ 5 w 49"/>
                  <a:gd name="T5" fmla="*/ 122 h 138"/>
                  <a:gd name="T6" fmla="*/ 7 w 49"/>
                  <a:gd name="T7" fmla="*/ 126 h 138"/>
                  <a:gd name="T8" fmla="*/ 9 w 49"/>
                  <a:gd name="T9" fmla="*/ 128 h 138"/>
                  <a:gd name="T10" fmla="*/ 12 w 49"/>
                  <a:gd name="T11" fmla="*/ 132 h 138"/>
                  <a:gd name="T12" fmla="*/ 16 w 49"/>
                  <a:gd name="T13" fmla="*/ 134 h 138"/>
                  <a:gd name="T14" fmla="*/ 19 w 49"/>
                  <a:gd name="T15" fmla="*/ 136 h 138"/>
                  <a:gd name="T16" fmla="*/ 23 w 49"/>
                  <a:gd name="T17" fmla="*/ 138 h 138"/>
                  <a:gd name="T18" fmla="*/ 28 w 49"/>
                  <a:gd name="T19" fmla="*/ 138 h 138"/>
                  <a:gd name="T20" fmla="*/ 28 w 49"/>
                  <a:gd name="T21" fmla="*/ 138 h 138"/>
                  <a:gd name="T22" fmla="*/ 32 w 49"/>
                  <a:gd name="T23" fmla="*/ 136 h 138"/>
                  <a:gd name="T24" fmla="*/ 37 w 49"/>
                  <a:gd name="T25" fmla="*/ 135 h 138"/>
                  <a:gd name="T26" fmla="*/ 41 w 49"/>
                  <a:gd name="T27" fmla="*/ 132 h 138"/>
                  <a:gd name="T28" fmla="*/ 43 w 49"/>
                  <a:gd name="T29" fmla="*/ 130 h 138"/>
                  <a:gd name="T30" fmla="*/ 46 w 49"/>
                  <a:gd name="T31" fmla="*/ 127 h 138"/>
                  <a:gd name="T32" fmla="*/ 47 w 49"/>
                  <a:gd name="T33" fmla="*/ 123 h 138"/>
                  <a:gd name="T34" fmla="*/ 49 w 49"/>
                  <a:gd name="T35" fmla="*/ 119 h 138"/>
                  <a:gd name="T36" fmla="*/ 49 w 49"/>
                  <a:gd name="T37" fmla="*/ 115 h 138"/>
                  <a:gd name="T38" fmla="*/ 43 w 49"/>
                  <a:gd name="T39" fmla="*/ 20 h 138"/>
                  <a:gd name="T40" fmla="*/ 43 w 49"/>
                  <a:gd name="T41" fmla="*/ 20 h 138"/>
                  <a:gd name="T42" fmla="*/ 43 w 49"/>
                  <a:gd name="T43" fmla="*/ 16 h 138"/>
                  <a:gd name="T44" fmla="*/ 42 w 49"/>
                  <a:gd name="T45" fmla="*/ 12 h 138"/>
                  <a:gd name="T46" fmla="*/ 39 w 49"/>
                  <a:gd name="T47" fmla="*/ 8 h 138"/>
                  <a:gd name="T48" fmla="*/ 37 w 49"/>
                  <a:gd name="T49" fmla="*/ 5 h 138"/>
                  <a:gd name="T50" fmla="*/ 34 w 49"/>
                  <a:gd name="T51" fmla="*/ 2 h 138"/>
                  <a:gd name="T52" fmla="*/ 30 w 49"/>
                  <a:gd name="T53" fmla="*/ 1 h 138"/>
                  <a:gd name="T54" fmla="*/ 26 w 49"/>
                  <a:gd name="T55" fmla="*/ 0 h 138"/>
                  <a:gd name="T56" fmla="*/ 20 w 49"/>
                  <a:gd name="T57" fmla="*/ 0 h 138"/>
                  <a:gd name="T58" fmla="*/ 20 w 49"/>
                  <a:gd name="T59" fmla="*/ 0 h 138"/>
                  <a:gd name="T60" fmla="*/ 16 w 49"/>
                  <a:gd name="T61" fmla="*/ 0 h 138"/>
                  <a:gd name="T62" fmla="*/ 12 w 49"/>
                  <a:gd name="T63" fmla="*/ 1 h 138"/>
                  <a:gd name="T64" fmla="*/ 8 w 49"/>
                  <a:gd name="T65" fmla="*/ 4 h 138"/>
                  <a:gd name="T66" fmla="*/ 5 w 49"/>
                  <a:gd name="T67" fmla="*/ 6 h 138"/>
                  <a:gd name="T68" fmla="*/ 3 w 49"/>
                  <a:gd name="T69" fmla="*/ 11 h 138"/>
                  <a:gd name="T70" fmla="*/ 1 w 49"/>
                  <a:gd name="T71" fmla="*/ 15 h 138"/>
                  <a:gd name="T72" fmla="*/ 0 w 49"/>
                  <a:gd name="T73" fmla="*/ 19 h 138"/>
                  <a:gd name="T74" fmla="*/ 0 w 49"/>
                  <a:gd name="T75" fmla="*/ 23 h 138"/>
                  <a:gd name="T76" fmla="*/ 5 w 49"/>
                  <a:gd name="T77" fmla="*/ 116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49" h="138">
                    <a:moveTo>
                      <a:pt x="5" y="116"/>
                    </a:moveTo>
                    <a:lnTo>
                      <a:pt x="5" y="116"/>
                    </a:lnTo>
                    <a:lnTo>
                      <a:pt x="5" y="122"/>
                    </a:lnTo>
                    <a:lnTo>
                      <a:pt x="7" y="126"/>
                    </a:lnTo>
                    <a:lnTo>
                      <a:pt x="9" y="128"/>
                    </a:lnTo>
                    <a:lnTo>
                      <a:pt x="12" y="132"/>
                    </a:lnTo>
                    <a:lnTo>
                      <a:pt x="16" y="134"/>
                    </a:lnTo>
                    <a:lnTo>
                      <a:pt x="19" y="136"/>
                    </a:lnTo>
                    <a:lnTo>
                      <a:pt x="23" y="138"/>
                    </a:lnTo>
                    <a:lnTo>
                      <a:pt x="28" y="138"/>
                    </a:lnTo>
                    <a:lnTo>
                      <a:pt x="28" y="138"/>
                    </a:lnTo>
                    <a:lnTo>
                      <a:pt x="32" y="136"/>
                    </a:lnTo>
                    <a:lnTo>
                      <a:pt x="37" y="135"/>
                    </a:lnTo>
                    <a:lnTo>
                      <a:pt x="41" y="132"/>
                    </a:lnTo>
                    <a:lnTo>
                      <a:pt x="43" y="130"/>
                    </a:lnTo>
                    <a:lnTo>
                      <a:pt x="46" y="127"/>
                    </a:lnTo>
                    <a:lnTo>
                      <a:pt x="47" y="123"/>
                    </a:lnTo>
                    <a:lnTo>
                      <a:pt x="49" y="119"/>
                    </a:lnTo>
                    <a:lnTo>
                      <a:pt x="49" y="115"/>
                    </a:lnTo>
                    <a:lnTo>
                      <a:pt x="43" y="20"/>
                    </a:lnTo>
                    <a:lnTo>
                      <a:pt x="43" y="20"/>
                    </a:lnTo>
                    <a:lnTo>
                      <a:pt x="43" y="16"/>
                    </a:lnTo>
                    <a:lnTo>
                      <a:pt x="42" y="12"/>
                    </a:lnTo>
                    <a:lnTo>
                      <a:pt x="39" y="8"/>
                    </a:lnTo>
                    <a:lnTo>
                      <a:pt x="37" y="5"/>
                    </a:lnTo>
                    <a:lnTo>
                      <a:pt x="34" y="2"/>
                    </a:lnTo>
                    <a:lnTo>
                      <a:pt x="30" y="1"/>
                    </a:lnTo>
                    <a:lnTo>
                      <a:pt x="26" y="0"/>
                    </a:lnTo>
                    <a:lnTo>
                      <a:pt x="20" y="0"/>
                    </a:lnTo>
                    <a:lnTo>
                      <a:pt x="20" y="0"/>
                    </a:lnTo>
                    <a:lnTo>
                      <a:pt x="16" y="0"/>
                    </a:lnTo>
                    <a:lnTo>
                      <a:pt x="12" y="1"/>
                    </a:lnTo>
                    <a:lnTo>
                      <a:pt x="8" y="4"/>
                    </a:lnTo>
                    <a:lnTo>
                      <a:pt x="5" y="6"/>
                    </a:lnTo>
                    <a:lnTo>
                      <a:pt x="3" y="11"/>
                    </a:lnTo>
                    <a:lnTo>
                      <a:pt x="1" y="15"/>
                    </a:lnTo>
                    <a:lnTo>
                      <a:pt x="0" y="19"/>
                    </a:lnTo>
                    <a:lnTo>
                      <a:pt x="0" y="23"/>
                    </a:lnTo>
                    <a:lnTo>
                      <a:pt x="5" y="116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30" name="íṧľîḓê">
                <a:extLst>
                  <a:ext uri="{FF2B5EF4-FFF2-40B4-BE49-F238E27FC236}">
                    <a16:creationId xmlns:a16="http://schemas.microsoft.com/office/drawing/2014/main" id="{52C6FB46-E55A-70A0-8DAC-55AD878C29EF}"/>
                  </a:ext>
                </a:extLst>
              </p:cNvPr>
              <p:cNvSpPr/>
              <p:nvPr/>
            </p:nvSpPr>
            <p:spPr bwMode="auto">
              <a:xfrm>
                <a:off x="2125312" y="1268760"/>
                <a:ext cx="466185" cy="380121"/>
              </a:xfrm>
              <a:custGeom>
                <a:avLst/>
                <a:gdLst>
                  <a:gd name="T0" fmla="*/ 263525 w 325"/>
                  <a:gd name="T1" fmla="*/ 420688 h 265"/>
                  <a:gd name="T2" fmla="*/ 263525 w 325"/>
                  <a:gd name="T3" fmla="*/ 420688 h 265"/>
                  <a:gd name="T4" fmla="*/ 268288 w 325"/>
                  <a:gd name="T5" fmla="*/ 417513 h 265"/>
                  <a:gd name="T6" fmla="*/ 280988 w 325"/>
                  <a:gd name="T7" fmla="*/ 407988 h 265"/>
                  <a:gd name="T8" fmla="*/ 300038 w 325"/>
                  <a:gd name="T9" fmla="*/ 396875 h 265"/>
                  <a:gd name="T10" fmla="*/ 314325 w 325"/>
                  <a:gd name="T11" fmla="*/ 390525 h 265"/>
                  <a:gd name="T12" fmla="*/ 328613 w 325"/>
                  <a:gd name="T13" fmla="*/ 387350 h 265"/>
                  <a:gd name="T14" fmla="*/ 346075 w 325"/>
                  <a:gd name="T15" fmla="*/ 382588 h 265"/>
                  <a:gd name="T16" fmla="*/ 365125 w 325"/>
                  <a:gd name="T17" fmla="*/ 381000 h 265"/>
                  <a:gd name="T18" fmla="*/ 384175 w 325"/>
                  <a:gd name="T19" fmla="*/ 381000 h 265"/>
                  <a:gd name="T20" fmla="*/ 407988 w 325"/>
                  <a:gd name="T21" fmla="*/ 382588 h 265"/>
                  <a:gd name="T22" fmla="*/ 431800 w 325"/>
                  <a:gd name="T23" fmla="*/ 384175 h 265"/>
                  <a:gd name="T24" fmla="*/ 457200 w 325"/>
                  <a:gd name="T25" fmla="*/ 393700 h 265"/>
                  <a:gd name="T26" fmla="*/ 485775 w 325"/>
                  <a:gd name="T27" fmla="*/ 404813 h 265"/>
                  <a:gd name="T28" fmla="*/ 515938 w 325"/>
                  <a:gd name="T29" fmla="*/ 417513 h 265"/>
                  <a:gd name="T30" fmla="*/ 515938 w 325"/>
                  <a:gd name="T31" fmla="*/ 41275 h 265"/>
                  <a:gd name="T32" fmla="*/ 515938 w 325"/>
                  <a:gd name="T33" fmla="*/ 41275 h 265"/>
                  <a:gd name="T34" fmla="*/ 487363 w 325"/>
                  <a:gd name="T35" fmla="*/ 28575 h 265"/>
                  <a:gd name="T36" fmla="*/ 457200 w 325"/>
                  <a:gd name="T37" fmla="*/ 14288 h 265"/>
                  <a:gd name="T38" fmla="*/ 420688 w 325"/>
                  <a:gd name="T39" fmla="*/ 6350 h 265"/>
                  <a:gd name="T40" fmla="*/ 401638 w 325"/>
                  <a:gd name="T41" fmla="*/ 1588 h 265"/>
                  <a:gd name="T42" fmla="*/ 381000 w 325"/>
                  <a:gd name="T43" fmla="*/ 0 h 265"/>
                  <a:gd name="T44" fmla="*/ 358775 w 325"/>
                  <a:gd name="T45" fmla="*/ 0 h 265"/>
                  <a:gd name="T46" fmla="*/ 336550 w 325"/>
                  <a:gd name="T47" fmla="*/ 1588 h 265"/>
                  <a:gd name="T48" fmla="*/ 315913 w 325"/>
                  <a:gd name="T49" fmla="*/ 6350 h 265"/>
                  <a:gd name="T50" fmla="*/ 296863 w 325"/>
                  <a:gd name="T51" fmla="*/ 12700 h 265"/>
                  <a:gd name="T52" fmla="*/ 277813 w 325"/>
                  <a:gd name="T53" fmla="*/ 25400 h 265"/>
                  <a:gd name="T54" fmla="*/ 257175 w 325"/>
                  <a:gd name="T55" fmla="*/ 41275 h 265"/>
                  <a:gd name="T56" fmla="*/ 0 w 325"/>
                  <a:gd name="T57" fmla="*/ 41275 h 265"/>
                  <a:gd name="T58" fmla="*/ 0 w 325"/>
                  <a:gd name="T59" fmla="*/ 419100 h 265"/>
                  <a:gd name="T60" fmla="*/ 263525 w 325"/>
                  <a:gd name="T61" fmla="*/ 420688 h 265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325" h="265">
                    <a:moveTo>
                      <a:pt x="166" y="265"/>
                    </a:moveTo>
                    <a:lnTo>
                      <a:pt x="166" y="265"/>
                    </a:lnTo>
                    <a:lnTo>
                      <a:pt x="169" y="263"/>
                    </a:lnTo>
                    <a:lnTo>
                      <a:pt x="177" y="257"/>
                    </a:lnTo>
                    <a:lnTo>
                      <a:pt x="189" y="250"/>
                    </a:lnTo>
                    <a:lnTo>
                      <a:pt x="198" y="246"/>
                    </a:lnTo>
                    <a:lnTo>
                      <a:pt x="207" y="244"/>
                    </a:lnTo>
                    <a:lnTo>
                      <a:pt x="218" y="241"/>
                    </a:lnTo>
                    <a:lnTo>
                      <a:pt x="230" y="240"/>
                    </a:lnTo>
                    <a:lnTo>
                      <a:pt x="242" y="240"/>
                    </a:lnTo>
                    <a:lnTo>
                      <a:pt x="257" y="241"/>
                    </a:lnTo>
                    <a:lnTo>
                      <a:pt x="272" y="242"/>
                    </a:lnTo>
                    <a:lnTo>
                      <a:pt x="288" y="248"/>
                    </a:lnTo>
                    <a:lnTo>
                      <a:pt x="306" y="255"/>
                    </a:lnTo>
                    <a:lnTo>
                      <a:pt x="325" y="263"/>
                    </a:lnTo>
                    <a:lnTo>
                      <a:pt x="325" y="26"/>
                    </a:lnTo>
                    <a:lnTo>
                      <a:pt x="307" y="18"/>
                    </a:lnTo>
                    <a:lnTo>
                      <a:pt x="288" y="9"/>
                    </a:lnTo>
                    <a:lnTo>
                      <a:pt x="265" y="4"/>
                    </a:lnTo>
                    <a:lnTo>
                      <a:pt x="253" y="1"/>
                    </a:lnTo>
                    <a:lnTo>
                      <a:pt x="240" y="0"/>
                    </a:lnTo>
                    <a:lnTo>
                      <a:pt x="226" y="0"/>
                    </a:lnTo>
                    <a:lnTo>
                      <a:pt x="212" y="1"/>
                    </a:lnTo>
                    <a:lnTo>
                      <a:pt x="199" y="4"/>
                    </a:lnTo>
                    <a:lnTo>
                      <a:pt x="187" y="8"/>
                    </a:lnTo>
                    <a:lnTo>
                      <a:pt x="175" y="16"/>
                    </a:lnTo>
                    <a:lnTo>
                      <a:pt x="162" y="26"/>
                    </a:lnTo>
                    <a:lnTo>
                      <a:pt x="0" y="26"/>
                    </a:lnTo>
                    <a:lnTo>
                      <a:pt x="0" y="264"/>
                    </a:lnTo>
                    <a:lnTo>
                      <a:pt x="166" y="265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31" name="îśḷîdè">
                <a:extLst>
                  <a:ext uri="{FF2B5EF4-FFF2-40B4-BE49-F238E27FC236}">
                    <a16:creationId xmlns:a16="http://schemas.microsoft.com/office/drawing/2014/main" id="{6CF78C9A-FC6A-B112-E9AA-C710A1058D98}"/>
                  </a:ext>
                </a:extLst>
              </p:cNvPr>
              <p:cNvSpPr/>
              <p:nvPr/>
            </p:nvSpPr>
            <p:spPr bwMode="auto">
              <a:xfrm>
                <a:off x="994992" y="2652973"/>
                <a:ext cx="730118" cy="850609"/>
              </a:xfrm>
              <a:custGeom>
                <a:avLst/>
                <a:gdLst>
                  <a:gd name="T0" fmla="*/ 146050 w 509"/>
                  <a:gd name="T1" fmla="*/ 200025 h 593"/>
                  <a:gd name="T2" fmla="*/ 233363 w 509"/>
                  <a:gd name="T3" fmla="*/ 149225 h 593"/>
                  <a:gd name="T4" fmla="*/ 217488 w 509"/>
                  <a:gd name="T5" fmla="*/ 211138 h 593"/>
                  <a:gd name="T6" fmla="*/ 266700 w 509"/>
                  <a:gd name="T7" fmla="*/ 190500 h 593"/>
                  <a:gd name="T8" fmla="*/ 249238 w 509"/>
                  <a:gd name="T9" fmla="*/ 249238 h 593"/>
                  <a:gd name="T10" fmla="*/ 300038 w 509"/>
                  <a:gd name="T11" fmla="*/ 228600 h 593"/>
                  <a:gd name="T12" fmla="*/ 280988 w 509"/>
                  <a:gd name="T13" fmla="*/ 290513 h 593"/>
                  <a:gd name="T14" fmla="*/ 333375 w 509"/>
                  <a:gd name="T15" fmla="*/ 269875 h 593"/>
                  <a:gd name="T16" fmla="*/ 276225 w 509"/>
                  <a:gd name="T17" fmla="*/ 361950 h 593"/>
                  <a:gd name="T18" fmla="*/ 365125 w 509"/>
                  <a:gd name="T19" fmla="*/ 309563 h 593"/>
                  <a:gd name="T20" fmla="*/ 347663 w 509"/>
                  <a:gd name="T21" fmla="*/ 373063 h 593"/>
                  <a:gd name="T22" fmla="*/ 400050 w 509"/>
                  <a:gd name="T23" fmla="*/ 350838 h 593"/>
                  <a:gd name="T24" fmla="*/ 379413 w 509"/>
                  <a:gd name="T25" fmla="*/ 411163 h 593"/>
                  <a:gd name="T26" fmla="*/ 431800 w 509"/>
                  <a:gd name="T27" fmla="*/ 388938 h 593"/>
                  <a:gd name="T28" fmla="*/ 414338 w 509"/>
                  <a:gd name="T29" fmla="*/ 452438 h 593"/>
                  <a:gd name="T30" fmla="*/ 466725 w 509"/>
                  <a:gd name="T31" fmla="*/ 430213 h 593"/>
                  <a:gd name="T32" fmla="*/ 409575 w 509"/>
                  <a:gd name="T33" fmla="*/ 522288 h 593"/>
                  <a:gd name="T34" fmla="*/ 498475 w 509"/>
                  <a:gd name="T35" fmla="*/ 471488 h 593"/>
                  <a:gd name="T36" fmla="*/ 479425 w 509"/>
                  <a:gd name="T37" fmla="*/ 533400 h 593"/>
                  <a:gd name="T38" fmla="*/ 530225 w 509"/>
                  <a:gd name="T39" fmla="*/ 512763 h 593"/>
                  <a:gd name="T40" fmla="*/ 512763 w 509"/>
                  <a:gd name="T41" fmla="*/ 574675 h 593"/>
                  <a:gd name="T42" fmla="*/ 565150 w 509"/>
                  <a:gd name="T43" fmla="*/ 550863 h 593"/>
                  <a:gd name="T44" fmla="*/ 546100 w 509"/>
                  <a:gd name="T45" fmla="*/ 612775 h 593"/>
                  <a:gd name="T46" fmla="*/ 596900 w 509"/>
                  <a:gd name="T47" fmla="*/ 592138 h 593"/>
                  <a:gd name="T48" fmla="*/ 541338 w 509"/>
                  <a:gd name="T49" fmla="*/ 684213 h 593"/>
                  <a:gd name="T50" fmla="*/ 630238 w 509"/>
                  <a:gd name="T51" fmla="*/ 631825 h 593"/>
                  <a:gd name="T52" fmla="*/ 612775 w 509"/>
                  <a:gd name="T53" fmla="*/ 695325 h 593"/>
                  <a:gd name="T54" fmla="*/ 663575 w 509"/>
                  <a:gd name="T55" fmla="*/ 673100 h 593"/>
                  <a:gd name="T56" fmla="*/ 644525 w 509"/>
                  <a:gd name="T57" fmla="*/ 735013 h 593"/>
                  <a:gd name="T58" fmla="*/ 695325 w 509"/>
                  <a:gd name="T59" fmla="*/ 714375 h 593"/>
                  <a:gd name="T60" fmla="*/ 676275 w 509"/>
                  <a:gd name="T61" fmla="*/ 774700 h 593"/>
                  <a:gd name="T62" fmla="*/ 728663 w 509"/>
                  <a:gd name="T63" fmla="*/ 752475 h 593"/>
                  <a:gd name="T64" fmla="*/ 673100 w 509"/>
                  <a:gd name="T65" fmla="*/ 844550 h 593"/>
                  <a:gd name="T66" fmla="*/ 762000 w 509"/>
                  <a:gd name="T67" fmla="*/ 793750 h 593"/>
                  <a:gd name="T68" fmla="*/ 693738 w 509"/>
                  <a:gd name="T69" fmla="*/ 941388 h 593"/>
                  <a:gd name="T70" fmla="*/ 111125 w 509"/>
                  <a:gd name="T71" fmla="*/ 130175 h 593"/>
                  <a:gd name="T72" fmla="*/ 122238 w 509"/>
                  <a:gd name="T73" fmla="*/ 127000 h 593"/>
                  <a:gd name="T74" fmla="*/ 130175 w 509"/>
                  <a:gd name="T75" fmla="*/ 123825 h 593"/>
                  <a:gd name="T76" fmla="*/ 139700 w 509"/>
                  <a:gd name="T77" fmla="*/ 103188 h 593"/>
                  <a:gd name="T78" fmla="*/ 133350 w 509"/>
                  <a:gd name="T79" fmla="*/ 82550 h 593"/>
                  <a:gd name="T80" fmla="*/ 128588 w 509"/>
                  <a:gd name="T81" fmla="*/ 77788 h 593"/>
                  <a:gd name="T82" fmla="*/ 117475 w 509"/>
                  <a:gd name="T83" fmla="*/ 71438 h 593"/>
                  <a:gd name="T84" fmla="*/ 111125 w 509"/>
                  <a:gd name="T85" fmla="*/ 3175 h 593"/>
                  <a:gd name="T86" fmla="*/ 223838 w 509"/>
                  <a:gd name="T87" fmla="*/ 136525 h 593"/>
                  <a:gd name="T88" fmla="*/ 0 w 509"/>
                  <a:gd name="T89" fmla="*/ 93663 h 593"/>
                  <a:gd name="T90" fmla="*/ 111125 w 509"/>
                  <a:gd name="T91" fmla="*/ 71438 h 593"/>
                  <a:gd name="T92" fmla="*/ 103188 w 509"/>
                  <a:gd name="T93" fmla="*/ 73025 h 593"/>
                  <a:gd name="T94" fmla="*/ 93663 w 509"/>
                  <a:gd name="T95" fmla="*/ 77788 h 593"/>
                  <a:gd name="T96" fmla="*/ 84138 w 509"/>
                  <a:gd name="T97" fmla="*/ 96838 h 593"/>
                  <a:gd name="T98" fmla="*/ 90488 w 509"/>
                  <a:gd name="T99" fmla="*/ 119063 h 593"/>
                  <a:gd name="T100" fmla="*/ 90488 w 509"/>
                  <a:gd name="T101" fmla="*/ 119063 h 593"/>
                  <a:gd name="T102" fmla="*/ 100013 w 509"/>
                  <a:gd name="T103" fmla="*/ 125413 h 593"/>
                  <a:gd name="T104" fmla="*/ 111125 w 509"/>
                  <a:gd name="T105" fmla="*/ 130175 h 593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0" t="0" r="r" b="b"/>
                <a:pathLst>
                  <a:path w="509" h="593">
                    <a:moveTo>
                      <a:pt x="141" y="86"/>
                    </a:moveTo>
                    <a:lnTo>
                      <a:pt x="92" y="126"/>
                    </a:lnTo>
                    <a:lnTo>
                      <a:pt x="99" y="134"/>
                    </a:lnTo>
                    <a:lnTo>
                      <a:pt x="147" y="94"/>
                    </a:lnTo>
                    <a:lnTo>
                      <a:pt x="162" y="111"/>
                    </a:lnTo>
                    <a:lnTo>
                      <a:pt x="137" y="133"/>
                    </a:lnTo>
                    <a:lnTo>
                      <a:pt x="142" y="140"/>
                    </a:lnTo>
                    <a:lnTo>
                      <a:pt x="168" y="120"/>
                    </a:lnTo>
                    <a:lnTo>
                      <a:pt x="183" y="137"/>
                    </a:lnTo>
                    <a:lnTo>
                      <a:pt x="157" y="157"/>
                    </a:lnTo>
                    <a:lnTo>
                      <a:pt x="164" y="166"/>
                    </a:lnTo>
                    <a:lnTo>
                      <a:pt x="189" y="144"/>
                    </a:lnTo>
                    <a:lnTo>
                      <a:pt x="203" y="161"/>
                    </a:lnTo>
                    <a:lnTo>
                      <a:pt x="177" y="183"/>
                    </a:lnTo>
                    <a:lnTo>
                      <a:pt x="184" y="191"/>
                    </a:lnTo>
                    <a:lnTo>
                      <a:pt x="210" y="170"/>
                    </a:lnTo>
                    <a:lnTo>
                      <a:pt x="225" y="187"/>
                    </a:lnTo>
                    <a:lnTo>
                      <a:pt x="174" y="228"/>
                    </a:lnTo>
                    <a:lnTo>
                      <a:pt x="181" y="236"/>
                    </a:lnTo>
                    <a:lnTo>
                      <a:pt x="230" y="195"/>
                    </a:lnTo>
                    <a:lnTo>
                      <a:pt x="245" y="213"/>
                    </a:lnTo>
                    <a:lnTo>
                      <a:pt x="219" y="235"/>
                    </a:lnTo>
                    <a:lnTo>
                      <a:pt x="226" y="241"/>
                    </a:lnTo>
                    <a:lnTo>
                      <a:pt x="252" y="221"/>
                    </a:lnTo>
                    <a:lnTo>
                      <a:pt x="267" y="239"/>
                    </a:lnTo>
                    <a:lnTo>
                      <a:pt x="239" y="259"/>
                    </a:lnTo>
                    <a:lnTo>
                      <a:pt x="246" y="267"/>
                    </a:lnTo>
                    <a:lnTo>
                      <a:pt x="272" y="245"/>
                    </a:lnTo>
                    <a:lnTo>
                      <a:pt x="287" y="263"/>
                    </a:lnTo>
                    <a:lnTo>
                      <a:pt x="261" y="285"/>
                    </a:lnTo>
                    <a:lnTo>
                      <a:pt x="267" y="293"/>
                    </a:lnTo>
                    <a:lnTo>
                      <a:pt x="294" y="271"/>
                    </a:lnTo>
                    <a:lnTo>
                      <a:pt x="307" y="289"/>
                    </a:lnTo>
                    <a:lnTo>
                      <a:pt x="258" y="329"/>
                    </a:lnTo>
                    <a:lnTo>
                      <a:pt x="264" y="338"/>
                    </a:lnTo>
                    <a:lnTo>
                      <a:pt x="314" y="297"/>
                    </a:lnTo>
                    <a:lnTo>
                      <a:pt x="329" y="314"/>
                    </a:lnTo>
                    <a:lnTo>
                      <a:pt x="302" y="336"/>
                    </a:lnTo>
                    <a:lnTo>
                      <a:pt x="308" y="343"/>
                    </a:lnTo>
                    <a:lnTo>
                      <a:pt x="334" y="323"/>
                    </a:lnTo>
                    <a:lnTo>
                      <a:pt x="349" y="340"/>
                    </a:lnTo>
                    <a:lnTo>
                      <a:pt x="323" y="362"/>
                    </a:lnTo>
                    <a:lnTo>
                      <a:pt x="329" y="369"/>
                    </a:lnTo>
                    <a:lnTo>
                      <a:pt x="356" y="347"/>
                    </a:lnTo>
                    <a:lnTo>
                      <a:pt x="369" y="366"/>
                    </a:lnTo>
                    <a:lnTo>
                      <a:pt x="344" y="386"/>
                    </a:lnTo>
                    <a:lnTo>
                      <a:pt x="350" y="394"/>
                    </a:lnTo>
                    <a:lnTo>
                      <a:pt x="376" y="373"/>
                    </a:lnTo>
                    <a:lnTo>
                      <a:pt x="391" y="390"/>
                    </a:lnTo>
                    <a:lnTo>
                      <a:pt x="341" y="431"/>
                    </a:lnTo>
                    <a:lnTo>
                      <a:pt x="348" y="439"/>
                    </a:lnTo>
                    <a:lnTo>
                      <a:pt x="397" y="398"/>
                    </a:lnTo>
                    <a:lnTo>
                      <a:pt x="411" y="416"/>
                    </a:lnTo>
                    <a:lnTo>
                      <a:pt x="386" y="438"/>
                    </a:lnTo>
                    <a:lnTo>
                      <a:pt x="391" y="446"/>
                    </a:lnTo>
                    <a:lnTo>
                      <a:pt x="418" y="424"/>
                    </a:lnTo>
                    <a:lnTo>
                      <a:pt x="432" y="442"/>
                    </a:lnTo>
                    <a:lnTo>
                      <a:pt x="406" y="463"/>
                    </a:lnTo>
                    <a:lnTo>
                      <a:pt x="413" y="470"/>
                    </a:lnTo>
                    <a:lnTo>
                      <a:pt x="438" y="450"/>
                    </a:lnTo>
                    <a:lnTo>
                      <a:pt x="453" y="467"/>
                    </a:lnTo>
                    <a:lnTo>
                      <a:pt x="426" y="488"/>
                    </a:lnTo>
                    <a:lnTo>
                      <a:pt x="433" y="496"/>
                    </a:lnTo>
                    <a:lnTo>
                      <a:pt x="459" y="474"/>
                    </a:lnTo>
                    <a:lnTo>
                      <a:pt x="474" y="492"/>
                    </a:lnTo>
                    <a:lnTo>
                      <a:pt x="424" y="532"/>
                    </a:lnTo>
                    <a:lnTo>
                      <a:pt x="430" y="541"/>
                    </a:lnTo>
                    <a:lnTo>
                      <a:pt x="480" y="500"/>
                    </a:lnTo>
                    <a:lnTo>
                      <a:pt x="509" y="535"/>
                    </a:lnTo>
                    <a:lnTo>
                      <a:pt x="437" y="593"/>
                    </a:lnTo>
                    <a:lnTo>
                      <a:pt x="70" y="145"/>
                    </a:lnTo>
                    <a:lnTo>
                      <a:pt x="70" y="82"/>
                    </a:lnTo>
                    <a:lnTo>
                      <a:pt x="77" y="80"/>
                    </a:lnTo>
                    <a:lnTo>
                      <a:pt x="82" y="78"/>
                    </a:lnTo>
                    <a:lnTo>
                      <a:pt x="86" y="72"/>
                    </a:lnTo>
                    <a:lnTo>
                      <a:pt x="88" y="65"/>
                    </a:lnTo>
                    <a:lnTo>
                      <a:pt x="88" y="59"/>
                    </a:lnTo>
                    <a:lnTo>
                      <a:pt x="84" y="52"/>
                    </a:lnTo>
                    <a:lnTo>
                      <a:pt x="81" y="49"/>
                    </a:lnTo>
                    <a:lnTo>
                      <a:pt x="78" y="46"/>
                    </a:lnTo>
                    <a:lnTo>
                      <a:pt x="74" y="45"/>
                    </a:lnTo>
                    <a:lnTo>
                      <a:pt x="70" y="45"/>
                    </a:lnTo>
                    <a:lnTo>
                      <a:pt x="70" y="2"/>
                    </a:lnTo>
                    <a:lnTo>
                      <a:pt x="72" y="0"/>
                    </a:lnTo>
                    <a:lnTo>
                      <a:pt x="141" y="86"/>
                    </a:lnTo>
                    <a:close/>
                    <a:moveTo>
                      <a:pt x="70" y="145"/>
                    </a:moveTo>
                    <a:lnTo>
                      <a:pt x="0" y="59"/>
                    </a:lnTo>
                    <a:lnTo>
                      <a:pt x="70" y="2"/>
                    </a:lnTo>
                    <a:lnTo>
                      <a:pt x="70" y="45"/>
                    </a:lnTo>
                    <a:lnTo>
                      <a:pt x="65" y="46"/>
                    </a:lnTo>
                    <a:lnTo>
                      <a:pt x="59" y="49"/>
                    </a:lnTo>
                    <a:lnTo>
                      <a:pt x="54" y="55"/>
                    </a:lnTo>
                    <a:lnTo>
                      <a:pt x="53" y="61"/>
                    </a:lnTo>
                    <a:lnTo>
                      <a:pt x="53" y="68"/>
                    </a:lnTo>
                    <a:lnTo>
                      <a:pt x="57" y="75"/>
                    </a:lnTo>
                    <a:lnTo>
                      <a:pt x="59" y="78"/>
                    </a:lnTo>
                    <a:lnTo>
                      <a:pt x="63" y="79"/>
                    </a:lnTo>
                    <a:lnTo>
                      <a:pt x="66" y="80"/>
                    </a:lnTo>
                    <a:lnTo>
                      <a:pt x="70" y="82"/>
                    </a:lnTo>
                    <a:lnTo>
                      <a:pt x="70" y="145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32" name="iṧlîḓé">
                <a:extLst>
                  <a:ext uri="{FF2B5EF4-FFF2-40B4-BE49-F238E27FC236}">
                    <a16:creationId xmlns:a16="http://schemas.microsoft.com/office/drawing/2014/main" id="{5DFEF3B0-CCCE-7F46-2D9A-BF0A81CF4FCF}"/>
                  </a:ext>
                </a:extLst>
              </p:cNvPr>
              <p:cNvSpPr/>
              <p:nvPr/>
            </p:nvSpPr>
            <p:spPr bwMode="auto">
              <a:xfrm>
                <a:off x="864460" y="2903995"/>
                <a:ext cx="306965" cy="618234"/>
              </a:xfrm>
              <a:custGeom>
                <a:avLst/>
                <a:gdLst>
                  <a:gd name="T0" fmla="*/ 307975 w 214"/>
                  <a:gd name="T1" fmla="*/ 684213 h 431"/>
                  <a:gd name="T2" fmla="*/ 268288 w 214"/>
                  <a:gd name="T3" fmla="*/ 647700 h 431"/>
                  <a:gd name="T4" fmla="*/ 331788 w 214"/>
                  <a:gd name="T5" fmla="*/ 554038 h 431"/>
                  <a:gd name="T6" fmla="*/ 322263 w 214"/>
                  <a:gd name="T7" fmla="*/ 541338 h 431"/>
                  <a:gd name="T8" fmla="*/ 298450 w 214"/>
                  <a:gd name="T9" fmla="*/ 534988 h 431"/>
                  <a:gd name="T10" fmla="*/ 285750 w 214"/>
                  <a:gd name="T11" fmla="*/ 546100 h 431"/>
                  <a:gd name="T12" fmla="*/ 284163 w 214"/>
                  <a:gd name="T13" fmla="*/ 560388 h 431"/>
                  <a:gd name="T14" fmla="*/ 271463 w 214"/>
                  <a:gd name="T15" fmla="*/ 550863 h 431"/>
                  <a:gd name="T16" fmla="*/ 198438 w 214"/>
                  <a:gd name="T17" fmla="*/ 611188 h 431"/>
                  <a:gd name="T18" fmla="*/ 79375 w 214"/>
                  <a:gd name="T19" fmla="*/ 307975 h 431"/>
                  <a:gd name="T20" fmla="*/ 85725 w 214"/>
                  <a:gd name="T21" fmla="*/ 295275 h 431"/>
                  <a:gd name="T22" fmla="*/ 128588 w 214"/>
                  <a:gd name="T23" fmla="*/ 279400 h 431"/>
                  <a:gd name="T24" fmla="*/ 117475 w 214"/>
                  <a:gd name="T25" fmla="*/ 274638 h 431"/>
                  <a:gd name="T26" fmla="*/ 79375 w 214"/>
                  <a:gd name="T27" fmla="*/ 182563 h 431"/>
                  <a:gd name="T28" fmla="*/ 157163 w 214"/>
                  <a:gd name="T29" fmla="*/ 96838 h 431"/>
                  <a:gd name="T30" fmla="*/ 176213 w 214"/>
                  <a:gd name="T31" fmla="*/ 103188 h 431"/>
                  <a:gd name="T32" fmla="*/ 228600 w 214"/>
                  <a:gd name="T33" fmla="*/ 231775 h 431"/>
                  <a:gd name="T34" fmla="*/ 228600 w 214"/>
                  <a:gd name="T35" fmla="*/ 247650 h 431"/>
                  <a:gd name="T36" fmla="*/ 266700 w 214"/>
                  <a:gd name="T37" fmla="*/ 550863 h 431"/>
                  <a:gd name="T38" fmla="*/ 258763 w 214"/>
                  <a:gd name="T39" fmla="*/ 552450 h 431"/>
                  <a:gd name="T40" fmla="*/ 242888 w 214"/>
                  <a:gd name="T41" fmla="*/ 566738 h 431"/>
                  <a:gd name="T42" fmla="*/ 238125 w 214"/>
                  <a:gd name="T43" fmla="*/ 569913 h 431"/>
                  <a:gd name="T44" fmla="*/ 214313 w 214"/>
                  <a:gd name="T45" fmla="*/ 566738 h 431"/>
                  <a:gd name="T46" fmla="*/ 204788 w 214"/>
                  <a:gd name="T47" fmla="*/ 581025 h 431"/>
                  <a:gd name="T48" fmla="*/ 206375 w 214"/>
                  <a:gd name="T49" fmla="*/ 604838 h 431"/>
                  <a:gd name="T50" fmla="*/ 198438 w 214"/>
                  <a:gd name="T51" fmla="*/ 611188 h 431"/>
                  <a:gd name="T52" fmla="*/ 79375 w 214"/>
                  <a:gd name="T53" fmla="*/ 122238 h 431"/>
                  <a:gd name="T54" fmla="*/ 138113 w 214"/>
                  <a:gd name="T55" fmla="*/ 44450 h 431"/>
                  <a:gd name="T56" fmla="*/ 122238 w 214"/>
                  <a:gd name="T57" fmla="*/ 22225 h 431"/>
                  <a:gd name="T58" fmla="*/ 98425 w 214"/>
                  <a:gd name="T59" fmla="*/ 4763 h 431"/>
                  <a:gd name="T60" fmla="*/ 79375 w 214"/>
                  <a:gd name="T61" fmla="*/ 0 h 431"/>
                  <a:gd name="T62" fmla="*/ 71438 w 214"/>
                  <a:gd name="T63" fmla="*/ 303213 h 431"/>
                  <a:gd name="T64" fmla="*/ 17463 w 214"/>
                  <a:gd name="T65" fmla="*/ 171450 h 431"/>
                  <a:gd name="T66" fmla="*/ 19050 w 214"/>
                  <a:gd name="T67" fmla="*/ 152400 h 431"/>
                  <a:gd name="T68" fmla="*/ 6350 w 214"/>
                  <a:gd name="T69" fmla="*/ 96838 h 431"/>
                  <a:gd name="T70" fmla="*/ 1588 w 214"/>
                  <a:gd name="T71" fmla="*/ 55563 h 431"/>
                  <a:gd name="T72" fmla="*/ 23813 w 214"/>
                  <a:gd name="T73" fmla="*/ 19050 h 431"/>
                  <a:gd name="T74" fmla="*/ 47625 w 214"/>
                  <a:gd name="T75" fmla="*/ 4763 h 431"/>
                  <a:gd name="T76" fmla="*/ 79375 w 214"/>
                  <a:gd name="T77" fmla="*/ 122238 h 431"/>
                  <a:gd name="T78" fmla="*/ 79375 w 214"/>
                  <a:gd name="T79" fmla="*/ 182563 h 431"/>
                  <a:gd name="T80" fmla="*/ 68263 w 214"/>
                  <a:gd name="T81" fmla="*/ 155575 h 431"/>
                  <a:gd name="T82" fmla="*/ 74613 w 214"/>
                  <a:gd name="T83" fmla="*/ 139700 h 431"/>
                  <a:gd name="T84" fmla="*/ 34925 w 214"/>
                  <a:gd name="T85" fmla="*/ 157163 h 431"/>
                  <a:gd name="T86" fmla="*/ 30163 w 214"/>
                  <a:gd name="T87" fmla="*/ 176213 h 431"/>
                  <a:gd name="T88" fmla="*/ 74613 w 214"/>
                  <a:gd name="T89" fmla="*/ 287338 h 431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0" t="0" r="r" b="b"/>
                <a:pathLst>
                  <a:path w="214" h="431">
                    <a:moveTo>
                      <a:pt x="168" y="228"/>
                    </a:moveTo>
                    <a:lnTo>
                      <a:pt x="214" y="349"/>
                    </a:lnTo>
                    <a:lnTo>
                      <a:pt x="194" y="431"/>
                    </a:lnTo>
                    <a:lnTo>
                      <a:pt x="168" y="413"/>
                    </a:lnTo>
                    <a:lnTo>
                      <a:pt x="168" y="405"/>
                    </a:lnTo>
                    <a:lnTo>
                      <a:pt x="169" y="408"/>
                    </a:lnTo>
                    <a:lnTo>
                      <a:pt x="196" y="397"/>
                    </a:lnTo>
                    <a:lnTo>
                      <a:pt x="209" y="349"/>
                    </a:lnTo>
                    <a:lnTo>
                      <a:pt x="206" y="345"/>
                    </a:lnTo>
                    <a:lnTo>
                      <a:pt x="203" y="341"/>
                    </a:lnTo>
                    <a:lnTo>
                      <a:pt x="199" y="337"/>
                    </a:lnTo>
                    <a:lnTo>
                      <a:pt x="194" y="336"/>
                    </a:lnTo>
                    <a:lnTo>
                      <a:pt x="188" y="337"/>
                    </a:lnTo>
                    <a:lnTo>
                      <a:pt x="184" y="340"/>
                    </a:lnTo>
                    <a:lnTo>
                      <a:pt x="180" y="344"/>
                    </a:lnTo>
                    <a:lnTo>
                      <a:pt x="179" y="348"/>
                    </a:lnTo>
                    <a:lnTo>
                      <a:pt x="179" y="353"/>
                    </a:lnTo>
                    <a:lnTo>
                      <a:pt x="176" y="351"/>
                    </a:lnTo>
                    <a:lnTo>
                      <a:pt x="173" y="348"/>
                    </a:lnTo>
                    <a:lnTo>
                      <a:pt x="171" y="347"/>
                    </a:lnTo>
                    <a:lnTo>
                      <a:pt x="168" y="347"/>
                    </a:lnTo>
                    <a:lnTo>
                      <a:pt x="168" y="228"/>
                    </a:lnTo>
                    <a:close/>
                    <a:moveTo>
                      <a:pt x="125" y="385"/>
                    </a:moveTo>
                    <a:lnTo>
                      <a:pt x="51" y="194"/>
                    </a:lnTo>
                    <a:lnTo>
                      <a:pt x="50" y="194"/>
                    </a:lnTo>
                    <a:lnTo>
                      <a:pt x="50" y="183"/>
                    </a:lnTo>
                    <a:lnTo>
                      <a:pt x="54" y="186"/>
                    </a:lnTo>
                    <a:lnTo>
                      <a:pt x="60" y="184"/>
                    </a:lnTo>
                    <a:lnTo>
                      <a:pt x="81" y="176"/>
                    </a:lnTo>
                    <a:lnTo>
                      <a:pt x="79" y="175"/>
                    </a:lnTo>
                    <a:lnTo>
                      <a:pt x="74" y="173"/>
                    </a:lnTo>
                    <a:lnTo>
                      <a:pt x="73" y="172"/>
                    </a:lnTo>
                    <a:lnTo>
                      <a:pt x="70" y="168"/>
                    </a:lnTo>
                    <a:lnTo>
                      <a:pt x="50" y="115"/>
                    </a:lnTo>
                    <a:lnTo>
                      <a:pt x="50" y="80"/>
                    </a:lnTo>
                    <a:lnTo>
                      <a:pt x="99" y="61"/>
                    </a:lnTo>
                    <a:lnTo>
                      <a:pt x="104" y="61"/>
                    </a:lnTo>
                    <a:lnTo>
                      <a:pt x="107" y="62"/>
                    </a:lnTo>
                    <a:lnTo>
                      <a:pt x="111" y="65"/>
                    </a:lnTo>
                    <a:lnTo>
                      <a:pt x="114" y="69"/>
                    </a:lnTo>
                    <a:lnTo>
                      <a:pt x="144" y="146"/>
                    </a:lnTo>
                    <a:lnTo>
                      <a:pt x="144" y="149"/>
                    </a:lnTo>
                    <a:lnTo>
                      <a:pt x="144" y="153"/>
                    </a:lnTo>
                    <a:lnTo>
                      <a:pt x="144" y="156"/>
                    </a:lnTo>
                    <a:lnTo>
                      <a:pt x="141" y="158"/>
                    </a:lnTo>
                    <a:lnTo>
                      <a:pt x="168" y="228"/>
                    </a:lnTo>
                    <a:lnTo>
                      <a:pt x="168" y="347"/>
                    </a:lnTo>
                    <a:lnTo>
                      <a:pt x="163" y="348"/>
                    </a:lnTo>
                    <a:lnTo>
                      <a:pt x="157" y="349"/>
                    </a:lnTo>
                    <a:lnTo>
                      <a:pt x="154" y="353"/>
                    </a:lnTo>
                    <a:lnTo>
                      <a:pt x="153" y="357"/>
                    </a:lnTo>
                    <a:lnTo>
                      <a:pt x="153" y="363"/>
                    </a:lnTo>
                    <a:lnTo>
                      <a:pt x="150" y="359"/>
                    </a:lnTo>
                    <a:lnTo>
                      <a:pt x="145" y="357"/>
                    </a:lnTo>
                    <a:lnTo>
                      <a:pt x="141" y="356"/>
                    </a:lnTo>
                    <a:lnTo>
                      <a:pt x="135" y="357"/>
                    </a:lnTo>
                    <a:lnTo>
                      <a:pt x="131" y="360"/>
                    </a:lnTo>
                    <a:lnTo>
                      <a:pt x="129" y="366"/>
                    </a:lnTo>
                    <a:lnTo>
                      <a:pt x="127" y="370"/>
                    </a:lnTo>
                    <a:lnTo>
                      <a:pt x="127" y="376"/>
                    </a:lnTo>
                    <a:lnTo>
                      <a:pt x="130" y="381"/>
                    </a:lnTo>
                    <a:lnTo>
                      <a:pt x="168" y="405"/>
                    </a:lnTo>
                    <a:lnTo>
                      <a:pt x="168" y="413"/>
                    </a:lnTo>
                    <a:lnTo>
                      <a:pt x="125" y="385"/>
                    </a:lnTo>
                    <a:close/>
                    <a:moveTo>
                      <a:pt x="50" y="0"/>
                    </a:moveTo>
                    <a:lnTo>
                      <a:pt x="50" y="77"/>
                    </a:lnTo>
                    <a:lnTo>
                      <a:pt x="95" y="49"/>
                    </a:lnTo>
                    <a:lnTo>
                      <a:pt x="87" y="28"/>
                    </a:lnTo>
                    <a:lnTo>
                      <a:pt x="84" y="23"/>
                    </a:lnTo>
                    <a:lnTo>
                      <a:pt x="81" y="18"/>
                    </a:lnTo>
                    <a:lnTo>
                      <a:pt x="77" y="14"/>
                    </a:lnTo>
                    <a:lnTo>
                      <a:pt x="72" y="10"/>
                    </a:lnTo>
                    <a:lnTo>
                      <a:pt x="68" y="5"/>
                    </a:lnTo>
                    <a:lnTo>
                      <a:pt x="62" y="3"/>
                    </a:lnTo>
                    <a:lnTo>
                      <a:pt x="56" y="1"/>
                    </a:lnTo>
                    <a:lnTo>
                      <a:pt x="50" y="0"/>
                    </a:lnTo>
                    <a:close/>
                    <a:moveTo>
                      <a:pt x="50" y="194"/>
                    </a:moveTo>
                    <a:lnTo>
                      <a:pt x="50" y="194"/>
                    </a:lnTo>
                    <a:lnTo>
                      <a:pt x="45" y="191"/>
                    </a:lnTo>
                    <a:lnTo>
                      <a:pt x="41" y="186"/>
                    </a:lnTo>
                    <a:lnTo>
                      <a:pt x="11" y="108"/>
                    </a:lnTo>
                    <a:lnTo>
                      <a:pt x="9" y="104"/>
                    </a:lnTo>
                    <a:lnTo>
                      <a:pt x="11" y="99"/>
                    </a:lnTo>
                    <a:lnTo>
                      <a:pt x="12" y="96"/>
                    </a:lnTo>
                    <a:lnTo>
                      <a:pt x="16" y="92"/>
                    </a:lnTo>
                    <a:lnTo>
                      <a:pt x="4" y="61"/>
                    </a:lnTo>
                    <a:lnTo>
                      <a:pt x="1" y="53"/>
                    </a:lnTo>
                    <a:lnTo>
                      <a:pt x="0" y="43"/>
                    </a:lnTo>
                    <a:lnTo>
                      <a:pt x="1" y="35"/>
                    </a:lnTo>
                    <a:lnTo>
                      <a:pt x="4" y="27"/>
                    </a:lnTo>
                    <a:lnTo>
                      <a:pt x="8" y="19"/>
                    </a:lnTo>
                    <a:lnTo>
                      <a:pt x="15" y="12"/>
                    </a:lnTo>
                    <a:lnTo>
                      <a:pt x="22" y="7"/>
                    </a:lnTo>
                    <a:lnTo>
                      <a:pt x="30" y="3"/>
                    </a:lnTo>
                    <a:lnTo>
                      <a:pt x="39" y="0"/>
                    </a:lnTo>
                    <a:lnTo>
                      <a:pt x="50" y="0"/>
                    </a:lnTo>
                    <a:lnTo>
                      <a:pt x="50" y="77"/>
                    </a:lnTo>
                    <a:lnTo>
                      <a:pt x="43" y="81"/>
                    </a:lnTo>
                    <a:lnTo>
                      <a:pt x="50" y="80"/>
                    </a:lnTo>
                    <a:lnTo>
                      <a:pt x="50" y="115"/>
                    </a:lnTo>
                    <a:lnTo>
                      <a:pt x="45" y="100"/>
                    </a:lnTo>
                    <a:lnTo>
                      <a:pt x="43" y="98"/>
                    </a:lnTo>
                    <a:lnTo>
                      <a:pt x="45" y="93"/>
                    </a:lnTo>
                    <a:lnTo>
                      <a:pt x="46" y="91"/>
                    </a:lnTo>
                    <a:lnTo>
                      <a:pt x="47" y="88"/>
                    </a:lnTo>
                    <a:lnTo>
                      <a:pt x="26" y="96"/>
                    </a:lnTo>
                    <a:lnTo>
                      <a:pt x="22" y="99"/>
                    </a:lnTo>
                    <a:lnTo>
                      <a:pt x="19" y="103"/>
                    </a:lnTo>
                    <a:lnTo>
                      <a:pt x="19" y="107"/>
                    </a:lnTo>
                    <a:lnTo>
                      <a:pt x="19" y="111"/>
                    </a:lnTo>
                    <a:lnTo>
                      <a:pt x="45" y="177"/>
                    </a:lnTo>
                    <a:lnTo>
                      <a:pt x="47" y="181"/>
                    </a:lnTo>
                    <a:lnTo>
                      <a:pt x="50" y="183"/>
                    </a:lnTo>
                    <a:lnTo>
                      <a:pt x="50" y="194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33" name="ïṣľíďê">
                <a:extLst>
                  <a:ext uri="{FF2B5EF4-FFF2-40B4-BE49-F238E27FC236}">
                    <a16:creationId xmlns:a16="http://schemas.microsoft.com/office/drawing/2014/main" id="{2015152A-3D14-45A8-CA74-474D6687C4F3}"/>
                  </a:ext>
                </a:extLst>
              </p:cNvPr>
              <p:cNvSpPr/>
              <p:nvPr/>
            </p:nvSpPr>
            <p:spPr bwMode="auto">
              <a:xfrm>
                <a:off x="1756666" y="2980837"/>
                <a:ext cx="516390" cy="519259"/>
              </a:xfrm>
              <a:custGeom>
                <a:avLst/>
                <a:gdLst>
                  <a:gd name="T0" fmla="*/ 180 w 360"/>
                  <a:gd name="T1" fmla="*/ 0 h 362"/>
                  <a:gd name="T2" fmla="*/ 232 w 360"/>
                  <a:gd name="T3" fmla="*/ 8 h 362"/>
                  <a:gd name="T4" fmla="*/ 280 w 360"/>
                  <a:gd name="T5" fmla="*/ 31 h 362"/>
                  <a:gd name="T6" fmla="*/ 319 w 360"/>
                  <a:gd name="T7" fmla="*/ 67 h 362"/>
                  <a:gd name="T8" fmla="*/ 346 w 360"/>
                  <a:gd name="T9" fmla="*/ 111 h 362"/>
                  <a:gd name="T10" fmla="*/ 358 w 360"/>
                  <a:gd name="T11" fmla="*/ 163 h 362"/>
                  <a:gd name="T12" fmla="*/ 358 w 360"/>
                  <a:gd name="T13" fmla="*/ 199 h 362"/>
                  <a:gd name="T14" fmla="*/ 346 w 360"/>
                  <a:gd name="T15" fmla="*/ 251 h 362"/>
                  <a:gd name="T16" fmla="*/ 319 w 360"/>
                  <a:gd name="T17" fmla="*/ 295 h 362"/>
                  <a:gd name="T18" fmla="*/ 280 w 360"/>
                  <a:gd name="T19" fmla="*/ 331 h 362"/>
                  <a:gd name="T20" fmla="*/ 232 w 360"/>
                  <a:gd name="T21" fmla="*/ 354 h 362"/>
                  <a:gd name="T22" fmla="*/ 180 w 360"/>
                  <a:gd name="T23" fmla="*/ 362 h 362"/>
                  <a:gd name="T24" fmla="*/ 180 w 360"/>
                  <a:gd name="T25" fmla="*/ 314 h 362"/>
                  <a:gd name="T26" fmla="*/ 193 w 360"/>
                  <a:gd name="T27" fmla="*/ 318 h 362"/>
                  <a:gd name="T28" fmla="*/ 201 w 360"/>
                  <a:gd name="T29" fmla="*/ 329 h 362"/>
                  <a:gd name="T30" fmla="*/ 237 w 360"/>
                  <a:gd name="T31" fmla="*/ 320 h 362"/>
                  <a:gd name="T32" fmla="*/ 268 w 360"/>
                  <a:gd name="T33" fmla="*/ 302 h 362"/>
                  <a:gd name="T34" fmla="*/ 293 w 360"/>
                  <a:gd name="T35" fmla="*/ 278 h 362"/>
                  <a:gd name="T36" fmla="*/ 312 w 360"/>
                  <a:gd name="T37" fmla="*/ 248 h 362"/>
                  <a:gd name="T38" fmla="*/ 325 w 360"/>
                  <a:gd name="T39" fmla="*/ 215 h 362"/>
                  <a:gd name="T40" fmla="*/ 322 w 360"/>
                  <a:gd name="T41" fmla="*/ 199 h 362"/>
                  <a:gd name="T42" fmla="*/ 312 w 360"/>
                  <a:gd name="T43" fmla="*/ 180 h 362"/>
                  <a:gd name="T44" fmla="*/ 316 w 360"/>
                  <a:gd name="T45" fmla="*/ 167 h 362"/>
                  <a:gd name="T46" fmla="*/ 327 w 360"/>
                  <a:gd name="T47" fmla="*/ 159 h 362"/>
                  <a:gd name="T48" fmla="*/ 318 w 360"/>
                  <a:gd name="T49" fmla="*/ 123 h 362"/>
                  <a:gd name="T50" fmla="*/ 300 w 360"/>
                  <a:gd name="T51" fmla="*/ 94 h 362"/>
                  <a:gd name="T52" fmla="*/ 277 w 360"/>
                  <a:gd name="T53" fmla="*/ 67 h 362"/>
                  <a:gd name="T54" fmla="*/ 247 w 360"/>
                  <a:gd name="T55" fmla="*/ 48 h 362"/>
                  <a:gd name="T56" fmla="*/ 214 w 360"/>
                  <a:gd name="T57" fmla="*/ 35 h 362"/>
                  <a:gd name="T58" fmla="*/ 199 w 360"/>
                  <a:gd name="T59" fmla="*/ 39 h 362"/>
                  <a:gd name="T60" fmla="*/ 180 w 360"/>
                  <a:gd name="T61" fmla="*/ 48 h 362"/>
                  <a:gd name="T62" fmla="*/ 180 w 360"/>
                  <a:gd name="T63" fmla="*/ 0 h 362"/>
                  <a:gd name="T64" fmla="*/ 180 w 360"/>
                  <a:gd name="T65" fmla="*/ 48 h 362"/>
                  <a:gd name="T66" fmla="*/ 161 w 360"/>
                  <a:gd name="T67" fmla="*/ 39 h 362"/>
                  <a:gd name="T68" fmla="*/ 146 w 360"/>
                  <a:gd name="T69" fmla="*/ 35 h 362"/>
                  <a:gd name="T70" fmla="*/ 112 w 360"/>
                  <a:gd name="T71" fmla="*/ 48 h 362"/>
                  <a:gd name="T72" fmla="*/ 82 w 360"/>
                  <a:gd name="T73" fmla="*/ 67 h 362"/>
                  <a:gd name="T74" fmla="*/ 59 w 360"/>
                  <a:gd name="T75" fmla="*/ 94 h 362"/>
                  <a:gd name="T76" fmla="*/ 42 w 360"/>
                  <a:gd name="T77" fmla="*/ 123 h 362"/>
                  <a:gd name="T78" fmla="*/ 32 w 360"/>
                  <a:gd name="T79" fmla="*/ 159 h 362"/>
                  <a:gd name="T80" fmla="*/ 43 w 360"/>
                  <a:gd name="T81" fmla="*/ 167 h 362"/>
                  <a:gd name="T82" fmla="*/ 47 w 360"/>
                  <a:gd name="T83" fmla="*/ 180 h 362"/>
                  <a:gd name="T84" fmla="*/ 37 w 360"/>
                  <a:gd name="T85" fmla="*/ 199 h 362"/>
                  <a:gd name="T86" fmla="*/ 33 w 360"/>
                  <a:gd name="T87" fmla="*/ 215 h 362"/>
                  <a:gd name="T88" fmla="*/ 46 w 360"/>
                  <a:gd name="T89" fmla="*/ 248 h 362"/>
                  <a:gd name="T90" fmla="*/ 66 w 360"/>
                  <a:gd name="T91" fmla="*/ 278 h 362"/>
                  <a:gd name="T92" fmla="*/ 92 w 360"/>
                  <a:gd name="T93" fmla="*/ 302 h 362"/>
                  <a:gd name="T94" fmla="*/ 123 w 360"/>
                  <a:gd name="T95" fmla="*/ 320 h 362"/>
                  <a:gd name="T96" fmla="*/ 158 w 360"/>
                  <a:gd name="T97" fmla="*/ 329 h 362"/>
                  <a:gd name="T98" fmla="*/ 161 w 360"/>
                  <a:gd name="T99" fmla="*/ 322 h 362"/>
                  <a:gd name="T100" fmla="*/ 180 w 360"/>
                  <a:gd name="T101" fmla="*/ 314 h 362"/>
                  <a:gd name="T102" fmla="*/ 180 w 360"/>
                  <a:gd name="T103" fmla="*/ 362 h 362"/>
                  <a:gd name="T104" fmla="*/ 126 w 360"/>
                  <a:gd name="T105" fmla="*/ 354 h 362"/>
                  <a:gd name="T106" fmla="*/ 78 w 360"/>
                  <a:gd name="T107" fmla="*/ 331 h 362"/>
                  <a:gd name="T108" fmla="*/ 40 w 360"/>
                  <a:gd name="T109" fmla="*/ 295 h 362"/>
                  <a:gd name="T110" fmla="*/ 13 w 360"/>
                  <a:gd name="T111" fmla="*/ 251 h 362"/>
                  <a:gd name="T112" fmla="*/ 0 w 360"/>
                  <a:gd name="T113" fmla="*/ 199 h 362"/>
                  <a:gd name="T114" fmla="*/ 0 w 360"/>
                  <a:gd name="T115" fmla="*/ 163 h 362"/>
                  <a:gd name="T116" fmla="*/ 13 w 360"/>
                  <a:gd name="T117" fmla="*/ 111 h 362"/>
                  <a:gd name="T118" fmla="*/ 40 w 360"/>
                  <a:gd name="T119" fmla="*/ 67 h 362"/>
                  <a:gd name="T120" fmla="*/ 78 w 360"/>
                  <a:gd name="T121" fmla="*/ 31 h 362"/>
                  <a:gd name="T122" fmla="*/ 126 w 360"/>
                  <a:gd name="T123" fmla="*/ 8 h 362"/>
                  <a:gd name="T124" fmla="*/ 180 w 360"/>
                  <a:gd name="T125" fmla="*/ 0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60" h="362">
                    <a:moveTo>
                      <a:pt x="180" y="0"/>
                    </a:moveTo>
                    <a:lnTo>
                      <a:pt x="180" y="0"/>
                    </a:lnTo>
                    <a:lnTo>
                      <a:pt x="180" y="0"/>
                    </a:lnTo>
                    <a:lnTo>
                      <a:pt x="197" y="2"/>
                    </a:lnTo>
                    <a:lnTo>
                      <a:pt x="216" y="4"/>
                    </a:lnTo>
                    <a:lnTo>
                      <a:pt x="232" y="8"/>
                    </a:lnTo>
                    <a:lnTo>
                      <a:pt x="250" y="15"/>
                    </a:lnTo>
                    <a:lnTo>
                      <a:pt x="265" y="22"/>
                    </a:lnTo>
                    <a:lnTo>
                      <a:pt x="280" y="31"/>
                    </a:lnTo>
                    <a:lnTo>
                      <a:pt x="295" y="42"/>
                    </a:lnTo>
                    <a:lnTo>
                      <a:pt x="307" y="53"/>
                    </a:lnTo>
                    <a:lnTo>
                      <a:pt x="319" y="67"/>
                    </a:lnTo>
                    <a:lnTo>
                      <a:pt x="329" y="80"/>
                    </a:lnTo>
                    <a:lnTo>
                      <a:pt x="338" y="95"/>
                    </a:lnTo>
                    <a:lnTo>
                      <a:pt x="346" y="111"/>
                    </a:lnTo>
                    <a:lnTo>
                      <a:pt x="352" y="127"/>
                    </a:lnTo>
                    <a:lnTo>
                      <a:pt x="356" y="145"/>
                    </a:lnTo>
                    <a:lnTo>
                      <a:pt x="358" y="163"/>
                    </a:lnTo>
                    <a:lnTo>
                      <a:pt x="360" y="180"/>
                    </a:lnTo>
                    <a:lnTo>
                      <a:pt x="360" y="180"/>
                    </a:lnTo>
                    <a:lnTo>
                      <a:pt x="358" y="199"/>
                    </a:lnTo>
                    <a:lnTo>
                      <a:pt x="356" y="217"/>
                    </a:lnTo>
                    <a:lnTo>
                      <a:pt x="352" y="234"/>
                    </a:lnTo>
                    <a:lnTo>
                      <a:pt x="346" y="251"/>
                    </a:lnTo>
                    <a:lnTo>
                      <a:pt x="338" y="267"/>
                    </a:lnTo>
                    <a:lnTo>
                      <a:pt x="329" y="282"/>
                    </a:lnTo>
                    <a:lnTo>
                      <a:pt x="319" y="295"/>
                    </a:lnTo>
                    <a:lnTo>
                      <a:pt x="307" y="309"/>
                    </a:lnTo>
                    <a:lnTo>
                      <a:pt x="295" y="320"/>
                    </a:lnTo>
                    <a:lnTo>
                      <a:pt x="280" y="331"/>
                    </a:lnTo>
                    <a:lnTo>
                      <a:pt x="265" y="340"/>
                    </a:lnTo>
                    <a:lnTo>
                      <a:pt x="250" y="347"/>
                    </a:lnTo>
                    <a:lnTo>
                      <a:pt x="232" y="354"/>
                    </a:lnTo>
                    <a:lnTo>
                      <a:pt x="216" y="358"/>
                    </a:lnTo>
                    <a:lnTo>
                      <a:pt x="197" y="360"/>
                    </a:lnTo>
                    <a:lnTo>
                      <a:pt x="180" y="362"/>
                    </a:lnTo>
                    <a:lnTo>
                      <a:pt x="180" y="362"/>
                    </a:lnTo>
                    <a:lnTo>
                      <a:pt x="180" y="314"/>
                    </a:lnTo>
                    <a:lnTo>
                      <a:pt x="180" y="314"/>
                    </a:lnTo>
                    <a:lnTo>
                      <a:pt x="180" y="314"/>
                    </a:lnTo>
                    <a:lnTo>
                      <a:pt x="186" y="314"/>
                    </a:lnTo>
                    <a:lnTo>
                      <a:pt x="193" y="318"/>
                    </a:lnTo>
                    <a:lnTo>
                      <a:pt x="199" y="322"/>
                    </a:lnTo>
                    <a:lnTo>
                      <a:pt x="201" y="329"/>
                    </a:lnTo>
                    <a:lnTo>
                      <a:pt x="201" y="329"/>
                    </a:lnTo>
                    <a:lnTo>
                      <a:pt x="214" y="327"/>
                    </a:lnTo>
                    <a:lnTo>
                      <a:pt x="226" y="324"/>
                    </a:lnTo>
                    <a:lnTo>
                      <a:pt x="237" y="320"/>
                    </a:lnTo>
                    <a:lnTo>
                      <a:pt x="247" y="314"/>
                    </a:lnTo>
                    <a:lnTo>
                      <a:pt x="258" y="309"/>
                    </a:lnTo>
                    <a:lnTo>
                      <a:pt x="268" y="302"/>
                    </a:lnTo>
                    <a:lnTo>
                      <a:pt x="277" y="294"/>
                    </a:lnTo>
                    <a:lnTo>
                      <a:pt x="285" y="286"/>
                    </a:lnTo>
                    <a:lnTo>
                      <a:pt x="293" y="278"/>
                    </a:lnTo>
                    <a:lnTo>
                      <a:pt x="300" y="268"/>
                    </a:lnTo>
                    <a:lnTo>
                      <a:pt x="307" y="259"/>
                    </a:lnTo>
                    <a:lnTo>
                      <a:pt x="312" y="248"/>
                    </a:lnTo>
                    <a:lnTo>
                      <a:pt x="318" y="237"/>
                    </a:lnTo>
                    <a:lnTo>
                      <a:pt x="322" y="226"/>
                    </a:lnTo>
                    <a:lnTo>
                      <a:pt x="325" y="215"/>
                    </a:lnTo>
                    <a:lnTo>
                      <a:pt x="327" y="203"/>
                    </a:lnTo>
                    <a:lnTo>
                      <a:pt x="327" y="203"/>
                    </a:lnTo>
                    <a:lnTo>
                      <a:pt x="322" y="199"/>
                    </a:lnTo>
                    <a:lnTo>
                      <a:pt x="316" y="194"/>
                    </a:lnTo>
                    <a:lnTo>
                      <a:pt x="314" y="188"/>
                    </a:lnTo>
                    <a:lnTo>
                      <a:pt x="312" y="180"/>
                    </a:lnTo>
                    <a:lnTo>
                      <a:pt x="312" y="180"/>
                    </a:lnTo>
                    <a:lnTo>
                      <a:pt x="314" y="174"/>
                    </a:lnTo>
                    <a:lnTo>
                      <a:pt x="316" y="167"/>
                    </a:lnTo>
                    <a:lnTo>
                      <a:pt x="322" y="163"/>
                    </a:lnTo>
                    <a:lnTo>
                      <a:pt x="327" y="159"/>
                    </a:lnTo>
                    <a:lnTo>
                      <a:pt x="327" y="159"/>
                    </a:lnTo>
                    <a:lnTo>
                      <a:pt x="325" y="146"/>
                    </a:lnTo>
                    <a:lnTo>
                      <a:pt x="322" y="136"/>
                    </a:lnTo>
                    <a:lnTo>
                      <a:pt x="318" y="123"/>
                    </a:lnTo>
                    <a:lnTo>
                      <a:pt x="312" y="113"/>
                    </a:lnTo>
                    <a:lnTo>
                      <a:pt x="307" y="103"/>
                    </a:lnTo>
                    <a:lnTo>
                      <a:pt x="300" y="94"/>
                    </a:lnTo>
                    <a:lnTo>
                      <a:pt x="293" y="84"/>
                    </a:lnTo>
                    <a:lnTo>
                      <a:pt x="285" y="75"/>
                    </a:lnTo>
                    <a:lnTo>
                      <a:pt x="277" y="67"/>
                    </a:lnTo>
                    <a:lnTo>
                      <a:pt x="268" y="60"/>
                    </a:lnTo>
                    <a:lnTo>
                      <a:pt x="258" y="53"/>
                    </a:lnTo>
                    <a:lnTo>
                      <a:pt x="247" y="48"/>
                    </a:lnTo>
                    <a:lnTo>
                      <a:pt x="237" y="42"/>
                    </a:lnTo>
                    <a:lnTo>
                      <a:pt x="226" y="38"/>
                    </a:lnTo>
                    <a:lnTo>
                      <a:pt x="214" y="35"/>
                    </a:lnTo>
                    <a:lnTo>
                      <a:pt x="201" y="33"/>
                    </a:lnTo>
                    <a:lnTo>
                      <a:pt x="201" y="33"/>
                    </a:lnTo>
                    <a:lnTo>
                      <a:pt x="199" y="39"/>
                    </a:lnTo>
                    <a:lnTo>
                      <a:pt x="193" y="44"/>
                    </a:lnTo>
                    <a:lnTo>
                      <a:pt x="186" y="46"/>
                    </a:lnTo>
                    <a:lnTo>
                      <a:pt x="180" y="48"/>
                    </a:lnTo>
                    <a:lnTo>
                      <a:pt x="180" y="48"/>
                    </a:lnTo>
                    <a:lnTo>
                      <a:pt x="180" y="0"/>
                    </a:lnTo>
                    <a:close/>
                    <a:moveTo>
                      <a:pt x="180" y="0"/>
                    </a:moveTo>
                    <a:lnTo>
                      <a:pt x="180" y="0"/>
                    </a:lnTo>
                    <a:lnTo>
                      <a:pt x="180" y="48"/>
                    </a:lnTo>
                    <a:lnTo>
                      <a:pt x="180" y="48"/>
                    </a:lnTo>
                    <a:lnTo>
                      <a:pt x="173" y="46"/>
                    </a:lnTo>
                    <a:lnTo>
                      <a:pt x="166" y="44"/>
                    </a:lnTo>
                    <a:lnTo>
                      <a:pt x="161" y="39"/>
                    </a:lnTo>
                    <a:lnTo>
                      <a:pt x="158" y="33"/>
                    </a:lnTo>
                    <a:lnTo>
                      <a:pt x="158" y="33"/>
                    </a:lnTo>
                    <a:lnTo>
                      <a:pt x="146" y="35"/>
                    </a:lnTo>
                    <a:lnTo>
                      <a:pt x="134" y="38"/>
                    </a:lnTo>
                    <a:lnTo>
                      <a:pt x="123" y="42"/>
                    </a:lnTo>
                    <a:lnTo>
                      <a:pt x="112" y="48"/>
                    </a:lnTo>
                    <a:lnTo>
                      <a:pt x="101" y="53"/>
                    </a:lnTo>
                    <a:lnTo>
                      <a:pt x="92" y="60"/>
                    </a:lnTo>
                    <a:lnTo>
                      <a:pt x="82" y="67"/>
                    </a:lnTo>
                    <a:lnTo>
                      <a:pt x="74" y="75"/>
                    </a:lnTo>
                    <a:lnTo>
                      <a:pt x="66" y="84"/>
                    </a:lnTo>
                    <a:lnTo>
                      <a:pt x="59" y="94"/>
                    </a:lnTo>
                    <a:lnTo>
                      <a:pt x="52" y="103"/>
                    </a:lnTo>
                    <a:lnTo>
                      <a:pt x="46" y="113"/>
                    </a:lnTo>
                    <a:lnTo>
                      <a:pt x="42" y="123"/>
                    </a:lnTo>
                    <a:lnTo>
                      <a:pt x="37" y="136"/>
                    </a:lnTo>
                    <a:lnTo>
                      <a:pt x="33" y="146"/>
                    </a:lnTo>
                    <a:lnTo>
                      <a:pt x="32" y="159"/>
                    </a:lnTo>
                    <a:lnTo>
                      <a:pt x="32" y="159"/>
                    </a:lnTo>
                    <a:lnTo>
                      <a:pt x="37" y="163"/>
                    </a:lnTo>
                    <a:lnTo>
                      <a:pt x="43" y="167"/>
                    </a:lnTo>
                    <a:lnTo>
                      <a:pt x="46" y="174"/>
                    </a:lnTo>
                    <a:lnTo>
                      <a:pt x="47" y="180"/>
                    </a:lnTo>
                    <a:lnTo>
                      <a:pt x="47" y="180"/>
                    </a:lnTo>
                    <a:lnTo>
                      <a:pt x="46" y="188"/>
                    </a:lnTo>
                    <a:lnTo>
                      <a:pt x="43" y="194"/>
                    </a:lnTo>
                    <a:lnTo>
                      <a:pt x="37" y="199"/>
                    </a:lnTo>
                    <a:lnTo>
                      <a:pt x="32" y="203"/>
                    </a:lnTo>
                    <a:lnTo>
                      <a:pt x="32" y="203"/>
                    </a:lnTo>
                    <a:lnTo>
                      <a:pt x="33" y="215"/>
                    </a:lnTo>
                    <a:lnTo>
                      <a:pt x="37" y="226"/>
                    </a:lnTo>
                    <a:lnTo>
                      <a:pt x="42" y="237"/>
                    </a:lnTo>
                    <a:lnTo>
                      <a:pt x="46" y="248"/>
                    </a:lnTo>
                    <a:lnTo>
                      <a:pt x="52" y="259"/>
                    </a:lnTo>
                    <a:lnTo>
                      <a:pt x="59" y="268"/>
                    </a:lnTo>
                    <a:lnTo>
                      <a:pt x="66" y="278"/>
                    </a:lnTo>
                    <a:lnTo>
                      <a:pt x="74" y="286"/>
                    </a:lnTo>
                    <a:lnTo>
                      <a:pt x="82" y="294"/>
                    </a:lnTo>
                    <a:lnTo>
                      <a:pt x="92" y="302"/>
                    </a:lnTo>
                    <a:lnTo>
                      <a:pt x="101" y="309"/>
                    </a:lnTo>
                    <a:lnTo>
                      <a:pt x="112" y="314"/>
                    </a:lnTo>
                    <a:lnTo>
                      <a:pt x="123" y="320"/>
                    </a:lnTo>
                    <a:lnTo>
                      <a:pt x="134" y="324"/>
                    </a:lnTo>
                    <a:lnTo>
                      <a:pt x="146" y="327"/>
                    </a:lnTo>
                    <a:lnTo>
                      <a:pt x="158" y="329"/>
                    </a:lnTo>
                    <a:lnTo>
                      <a:pt x="158" y="329"/>
                    </a:lnTo>
                    <a:lnTo>
                      <a:pt x="158" y="329"/>
                    </a:lnTo>
                    <a:lnTo>
                      <a:pt x="161" y="322"/>
                    </a:lnTo>
                    <a:lnTo>
                      <a:pt x="166" y="318"/>
                    </a:lnTo>
                    <a:lnTo>
                      <a:pt x="173" y="314"/>
                    </a:lnTo>
                    <a:lnTo>
                      <a:pt x="180" y="314"/>
                    </a:lnTo>
                    <a:lnTo>
                      <a:pt x="180" y="362"/>
                    </a:lnTo>
                    <a:lnTo>
                      <a:pt x="180" y="362"/>
                    </a:lnTo>
                    <a:lnTo>
                      <a:pt x="180" y="362"/>
                    </a:lnTo>
                    <a:lnTo>
                      <a:pt x="161" y="360"/>
                    </a:lnTo>
                    <a:lnTo>
                      <a:pt x="143" y="358"/>
                    </a:lnTo>
                    <a:lnTo>
                      <a:pt x="126" y="354"/>
                    </a:lnTo>
                    <a:lnTo>
                      <a:pt x="109" y="347"/>
                    </a:lnTo>
                    <a:lnTo>
                      <a:pt x="93" y="340"/>
                    </a:lnTo>
                    <a:lnTo>
                      <a:pt x="78" y="331"/>
                    </a:lnTo>
                    <a:lnTo>
                      <a:pt x="65" y="320"/>
                    </a:lnTo>
                    <a:lnTo>
                      <a:pt x="52" y="309"/>
                    </a:lnTo>
                    <a:lnTo>
                      <a:pt x="40" y="295"/>
                    </a:lnTo>
                    <a:lnTo>
                      <a:pt x="29" y="282"/>
                    </a:lnTo>
                    <a:lnTo>
                      <a:pt x="21" y="267"/>
                    </a:lnTo>
                    <a:lnTo>
                      <a:pt x="13" y="251"/>
                    </a:lnTo>
                    <a:lnTo>
                      <a:pt x="8" y="234"/>
                    </a:lnTo>
                    <a:lnTo>
                      <a:pt x="2" y="217"/>
                    </a:lnTo>
                    <a:lnTo>
                      <a:pt x="0" y="199"/>
                    </a:lnTo>
                    <a:lnTo>
                      <a:pt x="0" y="180"/>
                    </a:lnTo>
                    <a:lnTo>
                      <a:pt x="0" y="180"/>
                    </a:lnTo>
                    <a:lnTo>
                      <a:pt x="0" y="163"/>
                    </a:lnTo>
                    <a:lnTo>
                      <a:pt x="2" y="145"/>
                    </a:lnTo>
                    <a:lnTo>
                      <a:pt x="8" y="127"/>
                    </a:lnTo>
                    <a:lnTo>
                      <a:pt x="13" y="111"/>
                    </a:lnTo>
                    <a:lnTo>
                      <a:pt x="21" y="95"/>
                    </a:lnTo>
                    <a:lnTo>
                      <a:pt x="29" y="80"/>
                    </a:lnTo>
                    <a:lnTo>
                      <a:pt x="40" y="67"/>
                    </a:lnTo>
                    <a:lnTo>
                      <a:pt x="52" y="53"/>
                    </a:lnTo>
                    <a:lnTo>
                      <a:pt x="65" y="42"/>
                    </a:lnTo>
                    <a:lnTo>
                      <a:pt x="78" y="31"/>
                    </a:lnTo>
                    <a:lnTo>
                      <a:pt x="93" y="22"/>
                    </a:lnTo>
                    <a:lnTo>
                      <a:pt x="109" y="15"/>
                    </a:lnTo>
                    <a:lnTo>
                      <a:pt x="126" y="8"/>
                    </a:lnTo>
                    <a:lnTo>
                      <a:pt x="143" y="4"/>
                    </a:lnTo>
                    <a:lnTo>
                      <a:pt x="161" y="2"/>
                    </a:lnTo>
                    <a:lnTo>
                      <a:pt x="180" y="0"/>
                    </a:lnTo>
                    <a:lnTo>
                      <a:pt x="180" y="0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34" name="íŝḻîde">
                <a:extLst>
                  <a:ext uri="{FF2B5EF4-FFF2-40B4-BE49-F238E27FC236}">
                    <a16:creationId xmlns:a16="http://schemas.microsoft.com/office/drawing/2014/main" id="{AD646D16-58C1-6FF5-EFCC-4CD7DFFAA081}"/>
                  </a:ext>
                </a:extLst>
              </p:cNvPr>
              <p:cNvSpPr/>
              <p:nvPr/>
            </p:nvSpPr>
            <p:spPr bwMode="auto">
              <a:xfrm>
                <a:off x="1918756" y="3144361"/>
                <a:ext cx="258195" cy="136270"/>
              </a:xfrm>
              <a:custGeom>
                <a:avLst/>
                <a:gdLst>
                  <a:gd name="T0" fmla="*/ 13 w 180"/>
                  <a:gd name="T1" fmla="*/ 0 h 95"/>
                  <a:gd name="T2" fmla="*/ 54 w 180"/>
                  <a:gd name="T3" fmla="*/ 42 h 95"/>
                  <a:gd name="T4" fmla="*/ 54 w 180"/>
                  <a:gd name="T5" fmla="*/ 42 h 95"/>
                  <a:gd name="T6" fmla="*/ 60 w 180"/>
                  <a:gd name="T7" fmla="*/ 39 h 95"/>
                  <a:gd name="T8" fmla="*/ 67 w 180"/>
                  <a:gd name="T9" fmla="*/ 39 h 95"/>
                  <a:gd name="T10" fmla="*/ 67 w 180"/>
                  <a:gd name="T11" fmla="*/ 39 h 95"/>
                  <a:gd name="T12" fmla="*/ 75 w 180"/>
                  <a:gd name="T13" fmla="*/ 41 h 95"/>
                  <a:gd name="T14" fmla="*/ 83 w 180"/>
                  <a:gd name="T15" fmla="*/ 45 h 95"/>
                  <a:gd name="T16" fmla="*/ 88 w 180"/>
                  <a:gd name="T17" fmla="*/ 50 h 95"/>
                  <a:gd name="T18" fmla="*/ 92 w 180"/>
                  <a:gd name="T19" fmla="*/ 58 h 95"/>
                  <a:gd name="T20" fmla="*/ 180 w 180"/>
                  <a:gd name="T21" fmla="*/ 58 h 95"/>
                  <a:gd name="T22" fmla="*/ 180 w 180"/>
                  <a:gd name="T23" fmla="*/ 76 h 95"/>
                  <a:gd name="T24" fmla="*/ 92 w 180"/>
                  <a:gd name="T25" fmla="*/ 76 h 95"/>
                  <a:gd name="T26" fmla="*/ 92 w 180"/>
                  <a:gd name="T27" fmla="*/ 76 h 95"/>
                  <a:gd name="T28" fmla="*/ 88 w 180"/>
                  <a:gd name="T29" fmla="*/ 84 h 95"/>
                  <a:gd name="T30" fmla="*/ 83 w 180"/>
                  <a:gd name="T31" fmla="*/ 89 h 95"/>
                  <a:gd name="T32" fmla="*/ 75 w 180"/>
                  <a:gd name="T33" fmla="*/ 93 h 95"/>
                  <a:gd name="T34" fmla="*/ 67 w 180"/>
                  <a:gd name="T35" fmla="*/ 95 h 95"/>
                  <a:gd name="T36" fmla="*/ 67 w 180"/>
                  <a:gd name="T37" fmla="*/ 95 h 95"/>
                  <a:gd name="T38" fmla="*/ 61 w 180"/>
                  <a:gd name="T39" fmla="*/ 95 h 95"/>
                  <a:gd name="T40" fmla="*/ 56 w 180"/>
                  <a:gd name="T41" fmla="*/ 92 h 95"/>
                  <a:gd name="T42" fmla="*/ 50 w 180"/>
                  <a:gd name="T43" fmla="*/ 91 h 95"/>
                  <a:gd name="T44" fmla="*/ 46 w 180"/>
                  <a:gd name="T45" fmla="*/ 87 h 95"/>
                  <a:gd name="T46" fmla="*/ 44 w 180"/>
                  <a:gd name="T47" fmla="*/ 83 h 95"/>
                  <a:gd name="T48" fmla="*/ 41 w 180"/>
                  <a:gd name="T49" fmla="*/ 77 h 95"/>
                  <a:gd name="T50" fmla="*/ 40 w 180"/>
                  <a:gd name="T51" fmla="*/ 73 h 95"/>
                  <a:gd name="T52" fmla="*/ 38 w 180"/>
                  <a:gd name="T53" fmla="*/ 66 h 95"/>
                  <a:gd name="T54" fmla="*/ 38 w 180"/>
                  <a:gd name="T55" fmla="*/ 66 h 95"/>
                  <a:gd name="T56" fmla="*/ 40 w 180"/>
                  <a:gd name="T57" fmla="*/ 61 h 95"/>
                  <a:gd name="T58" fmla="*/ 41 w 180"/>
                  <a:gd name="T59" fmla="*/ 54 h 95"/>
                  <a:gd name="T60" fmla="*/ 0 w 180"/>
                  <a:gd name="T61" fmla="*/ 13 h 95"/>
                  <a:gd name="T62" fmla="*/ 13 w 180"/>
                  <a:gd name="T63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80" h="95">
                    <a:moveTo>
                      <a:pt x="13" y="0"/>
                    </a:moveTo>
                    <a:lnTo>
                      <a:pt x="54" y="42"/>
                    </a:lnTo>
                    <a:lnTo>
                      <a:pt x="54" y="42"/>
                    </a:lnTo>
                    <a:lnTo>
                      <a:pt x="60" y="39"/>
                    </a:lnTo>
                    <a:lnTo>
                      <a:pt x="67" y="39"/>
                    </a:lnTo>
                    <a:lnTo>
                      <a:pt x="67" y="39"/>
                    </a:lnTo>
                    <a:lnTo>
                      <a:pt x="75" y="41"/>
                    </a:lnTo>
                    <a:lnTo>
                      <a:pt x="83" y="45"/>
                    </a:lnTo>
                    <a:lnTo>
                      <a:pt x="88" y="50"/>
                    </a:lnTo>
                    <a:lnTo>
                      <a:pt x="92" y="58"/>
                    </a:lnTo>
                    <a:lnTo>
                      <a:pt x="180" y="58"/>
                    </a:lnTo>
                    <a:lnTo>
                      <a:pt x="180" y="76"/>
                    </a:lnTo>
                    <a:lnTo>
                      <a:pt x="92" y="76"/>
                    </a:lnTo>
                    <a:lnTo>
                      <a:pt x="92" y="76"/>
                    </a:lnTo>
                    <a:lnTo>
                      <a:pt x="88" y="84"/>
                    </a:lnTo>
                    <a:lnTo>
                      <a:pt x="83" y="89"/>
                    </a:lnTo>
                    <a:lnTo>
                      <a:pt x="75" y="93"/>
                    </a:lnTo>
                    <a:lnTo>
                      <a:pt x="67" y="95"/>
                    </a:lnTo>
                    <a:lnTo>
                      <a:pt x="67" y="95"/>
                    </a:lnTo>
                    <a:lnTo>
                      <a:pt x="61" y="95"/>
                    </a:lnTo>
                    <a:lnTo>
                      <a:pt x="56" y="92"/>
                    </a:lnTo>
                    <a:lnTo>
                      <a:pt x="50" y="91"/>
                    </a:lnTo>
                    <a:lnTo>
                      <a:pt x="46" y="87"/>
                    </a:lnTo>
                    <a:lnTo>
                      <a:pt x="44" y="83"/>
                    </a:lnTo>
                    <a:lnTo>
                      <a:pt x="41" y="77"/>
                    </a:lnTo>
                    <a:lnTo>
                      <a:pt x="40" y="73"/>
                    </a:lnTo>
                    <a:lnTo>
                      <a:pt x="38" y="66"/>
                    </a:lnTo>
                    <a:lnTo>
                      <a:pt x="38" y="66"/>
                    </a:lnTo>
                    <a:lnTo>
                      <a:pt x="40" y="61"/>
                    </a:lnTo>
                    <a:lnTo>
                      <a:pt x="41" y="54"/>
                    </a:lnTo>
                    <a:lnTo>
                      <a:pt x="0" y="13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35" name="îśľîďe">
                <a:extLst>
                  <a:ext uri="{FF2B5EF4-FFF2-40B4-BE49-F238E27FC236}">
                    <a16:creationId xmlns:a16="http://schemas.microsoft.com/office/drawing/2014/main" id="{C65E200D-228A-9EE9-D9C2-59DEE030846B}"/>
                  </a:ext>
                </a:extLst>
              </p:cNvPr>
              <p:cNvSpPr/>
              <p:nvPr/>
            </p:nvSpPr>
            <p:spPr bwMode="auto">
              <a:xfrm>
                <a:off x="1660560" y="3726743"/>
                <a:ext cx="404505" cy="302663"/>
              </a:xfrm>
              <a:custGeom>
                <a:avLst/>
                <a:gdLst>
                  <a:gd name="T0" fmla="*/ 86 w 282"/>
                  <a:gd name="T1" fmla="*/ 0 h 211"/>
                  <a:gd name="T2" fmla="*/ 115 w 282"/>
                  <a:gd name="T3" fmla="*/ 6 h 211"/>
                  <a:gd name="T4" fmla="*/ 141 w 282"/>
                  <a:gd name="T5" fmla="*/ 20 h 211"/>
                  <a:gd name="T6" fmla="*/ 153 w 282"/>
                  <a:gd name="T7" fmla="*/ 11 h 211"/>
                  <a:gd name="T8" fmla="*/ 182 w 282"/>
                  <a:gd name="T9" fmla="*/ 1 h 211"/>
                  <a:gd name="T10" fmla="*/ 198 w 282"/>
                  <a:gd name="T11" fmla="*/ 0 h 211"/>
                  <a:gd name="T12" fmla="*/ 214 w 282"/>
                  <a:gd name="T13" fmla="*/ 1 h 211"/>
                  <a:gd name="T14" fmla="*/ 245 w 282"/>
                  <a:gd name="T15" fmla="*/ 14 h 211"/>
                  <a:gd name="T16" fmla="*/ 268 w 282"/>
                  <a:gd name="T17" fmla="*/ 35 h 211"/>
                  <a:gd name="T18" fmla="*/ 278 w 282"/>
                  <a:gd name="T19" fmla="*/ 57 h 211"/>
                  <a:gd name="T20" fmla="*/ 282 w 282"/>
                  <a:gd name="T21" fmla="*/ 73 h 211"/>
                  <a:gd name="T22" fmla="*/ 282 w 282"/>
                  <a:gd name="T23" fmla="*/ 81 h 211"/>
                  <a:gd name="T24" fmla="*/ 281 w 282"/>
                  <a:gd name="T25" fmla="*/ 102 h 211"/>
                  <a:gd name="T26" fmla="*/ 274 w 282"/>
                  <a:gd name="T27" fmla="*/ 123 h 211"/>
                  <a:gd name="T28" fmla="*/ 263 w 282"/>
                  <a:gd name="T29" fmla="*/ 145 h 211"/>
                  <a:gd name="T30" fmla="*/ 248 w 282"/>
                  <a:gd name="T31" fmla="*/ 165 h 211"/>
                  <a:gd name="T32" fmla="*/ 228 w 282"/>
                  <a:gd name="T33" fmla="*/ 184 h 211"/>
                  <a:gd name="T34" fmla="*/ 203 w 282"/>
                  <a:gd name="T35" fmla="*/ 199 h 211"/>
                  <a:gd name="T36" fmla="*/ 172 w 282"/>
                  <a:gd name="T37" fmla="*/ 209 h 211"/>
                  <a:gd name="T38" fmla="*/ 137 w 282"/>
                  <a:gd name="T39" fmla="*/ 211 h 211"/>
                  <a:gd name="T40" fmla="*/ 118 w 282"/>
                  <a:gd name="T41" fmla="*/ 211 h 211"/>
                  <a:gd name="T42" fmla="*/ 86 w 282"/>
                  <a:gd name="T43" fmla="*/ 203 h 211"/>
                  <a:gd name="T44" fmla="*/ 58 w 282"/>
                  <a:gd name="T45" fmla="*/ 191 h 211"/>
                  <a:gd name="T46" fmla="*/ 38 w 282"/>
                  <a:gd name="T47" fmla="*/ 173 h 211"/>
                  <a:gd name="T48" fmla="*/ 22 w 282"/>
                  <a:gd name="T49" fmla="*/ 153 h 211"/>
                  <a:gd name="T50" fmla="*/ 11 w 282"/>
                  <a:gd name="T51" fmla="*/ 133 h 211"/>
                  <a:gd name="T52" fmla="*/ 4 w 282"/>
                  <a:gd name="T53" fmla="*/ 111 h 211"/>
                  <a:gd name="T54" fmla="*/ 0 w 282"/>
                  <a:gd name="T55" fmla="*/ 81 h 211"/>
                  <a:gd name="T56" fmla="*/ 0 w 282"/>
                  <a:gd name="T57" fmla="*/ 73 h 211"/>
                  <a:gd name="T58" fmla="*/ 4 w 282"/>
                  <a:gd name="T59" fmla="*/ 57 h 211"/>
                  <a:gd name="T60" fmla="*/ 15 w 282"/>
                  <a:gd name="T61" fmla="*/ 35 h 211"/>
                  <a:gd name="T62" fmla="*/ 38 w 282"/>
                  <a:gd name="T63" fmla="*/ 14 h 211"/>
                  <a:gd name="T64" fmla="*/ 68 w 282"/>
                  <a:gd name="T65" fmla="*/ 1 h 211"/>
                  <a:gd name="T66" fmla="*/ 86 w 282"/>
                  <a:gd name="T67" fmla="*/ 0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82" h="211">
                    <a:moveTo>
                      <a:pt x="86" y="0"/>
                    </a:moveTo>
                    <a:lnTo>
                      <a:pt x="86" y="0"/>
                    </a:lnTo>
                    <a:lnTo>
                      <a:pt x="100" y="1"/>
                    </a:lnTo>
                    <a:lnTo>
                      <a:pt x="115" y="6"/>
                    </a:lnTo>
                    <a:lnTo>
                      <a:pt x="129" y="11"/>
                    </a:lnTo>
                    <a:lnTo>
                      <a:pt x="141" y="20"/>
                    </a:lnTo>
                    <a:lnTo>
                      <a:pt x="141" y="20"/>
                    </a:lnTo>
                    <a:lnTo>
                      <a:pt x="153" y="11"/>
                    </a:lnTo>
                    <a:lnTo>
                      <a:pt x="167" y="6"/>
                    </a:lnTo>
                    <a:lnTo>
                      <a:pt x="182" y="1"/>
                    </a:lnTo>
                    <a:lnTo>
                      <a:pt x="198" y="0"/>
                    </a:lnTo>
                    <a:lnTo>
                      <a:pt x="198" y="0"/>
                    </a:lnTo>
                    <a:lnTo>
                      <a:pt x="206" y="0"/>
                    </a:lnTo>
                    <a:lnTo>
                      <a:pt x="214" y="1"/>
                    </a:lnTo>
                    <a:lnTo>
                      <a:pt x="230" y="6"/>
                    </a:lnTo>
                    <a:lnTo>
                      <a:pt x="245" y="14"/>
                    </a:lnTo>
                    <a:lnTo>
                      <a:pt x="258" y="23"/>
                    </a:lnTo>
                    <a:lnTo>
                      <a:pt x="268" y="35"/>
                    </a:lnTo>
                    <a:lnTo>
                      <a:pt x="275" y="49"/>
                    </a:lnTo>
                    <a:lnTo>
                      <a:pt x="278" y="57"/>
                    </a:lnTo>
                    <a:lnTo>
                      <a:pt x="281" y="65"/>
                    </a:lnTo>
                    <a:lnTo>
                      <a:pt x="282" y="73"/>
                    </a:lnTo>
                    <a:lnTo>
                      <a:pt x="282" y="81"/>
                    </a:lnTo>
                    <a:lnTo>
                      <a:pt x="282" y="81"/>
                    </a:lnTo>
                    <a:lnTo>
                      <a:pt x="282" y="91"/>
                    </a:lnTo>
                    <a:lnTo>
                      <a:pt x="281" y="102"/>
                    </a:lnTo>
                    <a:lnTo>
                      <a:pt x="278" y="112"/>
                    </a:lnTo>
                    <a:lnTo>
                      <a:pt x="274" y="123"/>
                    </a:lnTo>
                    <a:lnTo>
                      <a:pt x="270" y="134"/>
                    </a:lnTo>
                    <a:lnTo>
                      <a:pt x="263" y="145"/>
                    </a:lnTo>
                    <a:lnTo>
                      <a:pt x="256" y="156"/>
                    </a:lnTo>
                    <a:lnTo>
                      <a:pt x="248" y="165"/>
                    </a:lnTo>
                    <a:lnTo>
                      <a:pt x="239" y="175"/>
                    </a:lnTo>
                    <a:lnTo>
                      <a:pt x="228" y="184"/>
                    </a:lnTo>
                    <a:lnTo>
                      <a:pt x="216" y="192"/>
                    </a:lnTo>
                    <a:lnTo>
                      <a:pt x="203" y="199"/>
                    </a:lnTo>
                    <a:lnTo>
                      <a:pt x="188" y="205"/>
                    </a:lnTo>
                    <a:lnTo>
                      <a:pt x="172" y="209"/>
                    </a:lnTo>
                    <a:lnTo>
                      <a:pt x="156" y="211"/>
                    </a:lnTo>
                    <a:lnTo>
                      <a:pt x="137" y="211"/>
                    </a:lnTo>
                    <a:lnTo>
                      <a:pt x="137" y="211"/>
                    </a:lnTo>
                    <a:lnTo>
                      <a:pt x="118" y="211"/>
                    </a:lnTo>
                    <a:lnTo>
                      <a:pt x="100" y="209"/>
                    </a:lnTo>
                    <a:lnTo>
                      <a:pt x="86" y="203"/>
                    </a:lnTo>
                    <a:lnTo>
                      <a:pt x="71" y="198"/>
                    </a:lnTo>
                    <a:lnTo>
                      <a:pt x="58" y="191"/>
                    </a:lnTo>
                    <a:lnTo>
                      <a:pt x="48" y="183"/>
                    </a:lnTo>
                    <a:lnTo>
                      <a:pt x="38" y="173"/>
                    </a:lnTo>
                    <a:lnTo>
                      <a:pt x="29" y="164"/>
                    </a:lnTo>
                    <a:lnTo>
                      <a:pt x="22" y="153"/>
                    </a:lnTo>
                    <a:lnTo>
                      <a:pt x="15" y="144"/>
                    </a:lnTo>
                    <a:lnTo>
                      <a:pt x="11" y="133"/>
                    </a:lnTo>
                    <a:lnTo>
                      <a:pt x="7" y="121"/>
                    </a:lnTo>
                    <a:lnTo>
                      <a:pt x="4" y="111"/>
                    </a:lnTo>
                    <a:lnTo>
                      <a:pt x="2" y="100"/>
                    </a:lnTo>
                    <a:lnTo>
                      <a:pt x="0" y="81"/>
                    </a:lnTo>
                    <a:lnTo>
                      <a:pt x="0" y="81"/>
                    </a:lnTo>
                    <a:lnTo>
                      <a:pt x="0" y="73"/>
                    </a:lnTo>
                    <a:lnTo>
                      <a:pt x="2" y="65"/>
                    </a:lnTo>
                    <a:lnTo>
                      <a:pt x="4" y="57"/>
                    </a:lnTo>
                    <a:lnTo>
                      <a:pt x="7" y="49"/>
                    </a:lnTo>
                    <a:lnTo>
                      <a:pt x="15" y="35"/>
                    </a:lnTo>
                    <a:lnTo>
                      <a:pt x="25" y="23"/>
                    </a:lnTo>
                    <a:lnTo>
                      <a:pt x="38" y="14"/>
                    </a:lnTo>
                    <a:lnTo>
                      <a:pt x="52" y="6"/>
                    </a:lnTo>
                    <a:lnTo>
                      <a:pt x="68" y="1"/>
                    </a:lnTo>
                    <a:lnTo>
                      <a:pt x="76" y="0"/>
                    </a:lnTo>
                    <a:lnTo>
                      <a:pt x="86" y="0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9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36" name="ïṥlidé">
                <a:extLst>
                  <a:ext uri="{FF2B5EF4-FFF2-40B4-BE49-F238E27FC236}">
                    <a16:creationId xmlns:a16="http://schemas.microsoft.com/office/drawing/2014/main" id="{480FB9D1-7525-E82B-55AB-AF5498AB6C8B}"/>
                  </a:ext>
                </a:extLst>
              </p:cNvPr>
              <p:cNvSpPr/>
              <p:nvPr/>
            </p:nvSpPr>
            <p:spPr bwMode="auto">
              <a:xfrm>
                <a:off x="1775313" y="3647850"/>
                <a:ext cx="97540" cy="139139"/>
              </a:xfrm>
              <a:custGeom>
                <a:avLst/>
                <a:gdLst>
                  <a:gd name="T0" fmla="*/ 60 w 68"/>
                  <a:gd name="T1" fmla="*/ 97 h 97"/>
                  <a:gd name="T2" fmla="*/ 60 w 68"/>
                  <a:gd name="T3" fmla="*/ 97 h 97"/>
                  <a:gd name="T4" fmla="*/ 65 w 68"/>
                  <a:gd name="T5" fmla="*/ 85 h 97"/>
                  <a:gd name="T6" fmla="*/ 68 w 68"/>
                  <a:gd name="T7" fmla="*/ 71 h 97"/>
                  <a:gd name="T8" fmla="*/ 68 w 68"/>
                  <a:gd name="T9" fmla="*/ 58 h 97"/>
                  <a:gd name="T10" fmla="*/ 66 w 68"/>
                  <a:gd name="T11" fmla="*/ 46 h 97"/>
                  <a:gd name="T12" fmla="*/ 62 w 68"/>
                  <a:gd name="T13" fmla="*/ 33 h 97"/>
                  <a:gd name="T14" fmla="*/ 56 w 68"/>
                  <a:gd name="T15" fmla="*/ 21 h 97"/>
                  <a:gd name="T16" fmla="*/ 49 w 68"/>
                  <a:gd name="T17" fmla="*/ 10 h 97"/>
                  <a:gd name="T18" fmla="*/ 39 w 68"/>
                  <a:gd name="T19" fmla="*/ 0 h 97"/>
                  <a:gd name="T20" fmla="*/ 0 w 68"/>
                  <a:gd name="T21" fmla="*/ 6 h 97"/>
                  <a:gd name="T22" fmla="*/ 0 w 68"/>
                  <a:gd name="T23" fmla="*/ 6 h 97"/>
                  <a:gd name="T24" fmla="*/ 14 w 68"/>
                  <a:gd name="T25" fmla="*/ 15 h 97"/>
                  <a:gd name="T26" fmla="*/ 24 w 68"/>
                  <a:gd name="T27" fmla="*/ 23 h 97"/>
                  <a:gd name="T28" fmla="*/ 35 w 68"/>
                  <a:gd name="T29" fmla="*/ 32 h 97"/>
                  <a:gd name="T30" fmla="*/ 43 w 68"/>
                  <a:gd name="T31" fmla="*/ 42 h 97"/>
                  <a:gd name="T32" fmla="*/ 50 w 68"/>
                  <a:gd name="T33" fmla="*/ 54 h 97"/>
                  <a:gd name="T34" fmla="*/ 56 w 68"/>
                  <a:gd name="T35" fmla="*/ 66 h 97"/>
                  <a:gd name="T36" fmla="*/ 58 w 68"/>
                  <a:gd name="T37" fmla="*/ 81 h 97"/>
                  <a:gd name="T38" fmla="*/ 60 w 68"/>
                  <a:gd name="T39" fmla="*/ 97 h 97"/>
                  <a:gd name="T40" fmla="*/ 60 w 68"/>
                  <a:gd name="T41" fmla="*/ 97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68" h="97">
                    <a:moveTo>
                      <a:pt x="60" y="97"/>
                    </a:moveTo>
                    <a:lnTo>
                      <a:pt x="60" y="97"/>
                    </a:lnTo>
                    <a:lnTo>
                      <a:pt x="65" y="85"/>
                    </a:lnTo>
                    <a:lnTo>
                      <a:pt x="68" y="71"/>
                    </a:lnTo>
                    <a:lnTo>
                      <a:pt x="68" y="58"/>
                    </a:lnTo>
                    <a:lnTo>
                      <a:pt x="66" y="46"/>
                    </a:lnTo>
                    <a:lnTo>
                      <a:pt x="62" y="33"/>
                    </a:lnTo>
                    <a:lnTo>
                      <a:pt x="56" y="21"/>
                    </a:lnTo>
                    <a:lnTo>
                      <a:pt x="49" y="10"/>
                    </a:lnTo>
                    <a:lnTo>
                      <a:pt x="39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14" y="15"/>
                    </a:lnTo>
                    <a:lnTo>
                      <a:pt x="24" y="23"/>
                    </a:lnTo>
                    <a:lnTo>
                      <a:pt x="35" y="32"/>
                    </a:lnTo>
                    <a:lnTo>
                      <a:pt x="43" y="42"/>
                    </a:lnTo>
                    <a:lnTo>
                      <a:pt x="50" y="54"/>
                    </a:lnTo>
                    <a:lnTo>
                      <a:pt x="56" y="66"/>
                    </a:lnTo>
                    <a:lnTo>
                      <a:pt x="58" y="81"/>
                    </a:lnTo>
                    <a:lnTo>
                      <a:pt x="60" y="97"/>
                    </a:lnTo>
                    <a:lnTo>
                      <a:pt x="60" y="97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37" name="iśļide">
                <a:extLst>
                  <a:ext uri="{FF2B5EF4-FFF2-40B4-BE49-F238E27FC236}">
                    <a16:creationId xmlns:a16="http://schemas.microsoft.com/office/drawing/2014/main" id="{9BAB7CC6-D9B1-8047-5761-E05F74FDF42D}"/>
                  </a:ext>
                </a:extLst>
              </p:cNvPr>
              <p:cNvSpPr/>
              <p:nvPr/>
            </p:nvSpPr>
            <p:spPr bwMode="auto">
              <a:xfrm>
                <a:off x="2707685" y="1357078"/>
                <a:ext cx="593848" cy="477661"/>
              </a:xfrm>
              <a:custGeom>
                <a:avLst/>
                <a:gdLst>
                  <a:gd name="T0" fmla="*/ 0 w 414"/>
                  <a:gd name="T1" fmla="*/ 117 h 333"/>
                  <a:gd name="T2" fmla="*/ 10 w 414"/>
                  <a:gd name="T3" fmla="*/ 102 h 333"/>
                  <a:gd name="T4" fmla="*/ 316 w 414"/>
                  <a:gd name="T5" fmla="*/ 306 h 333"/>
                  <a:gd name="T6" fmla="*/ 316 w 414"/>
                  <a:gd name="T7" fmla="*/ 306 h 333"/>
                  <a:gd name="T8" fmla="*/ 325 w 414"/>
                  <a:gd name="T9" fmla="*/ 310 h 333"/>
                  <a:gd name="T10" fmla="*/ 335 w 414"/>
                  <a:gd name="T11" fmla="*/ 313 h 333"/>
                  <a:gd name="T12" fmla="*/ 343 w 414"/>
                  <a:gd name="T13" fmla="*/ 313 h 333"/>
                  <a:gd name="T14" fmla="*/ 352 w 414"/>
                  <a:gd name="T15" fmla="*/ 312 h 333"/>
                  <a:gd name="T16" fmla="*/ 362 w 414"/>
                  <a:gd name="T17" fmla="*/ 309 h 333"/>
                  <a:gd name="T18" fmla="*/ 371 w 414"/>
                  <a:gd name="T19" fmla="*/ 304 h 333"/>
                  <a:gd name="T20" fmla="*/ 378 w 414"/>
                  <a:gd name="T21" fmla="*/ 297 h 333"/>
                  <a:gd name="T22" fmla="*/ 385 w 414"/>
                  <a:gd name="T23" fmla="*/ 289 h 333"/>
                  <a:gd name="T24" fmla="*/ 385 w 414"/>
                  <a:gd name="T25" fmla="*/ 289 h 333"/>
                  <a:gd name="T26" fmla="*/ 390 w 414"/>
                  <a:gd name="T27" fmla="*/ 279 h 333"/>
                  <a:gd name="T28" fmla="*/ 393 w 414"/>
                  <a:gd name="T29" fmla="*/ 270 h 333"/>
                  <a:gd name="T30" fmla="*/ 394 w 414"/>
                  <a:gd name="T31" fmla="*/ 260 h 333"/>
                  <a:gd name="T32" fmla="*/ 394 w 414"/>
                  <a:gd name="T33" fmla="*/ 251 h 333"/>
                  <a:gd name="T34" fmla="*/ 391 w 414"/>
                  <a:gd name="T35" fmla="*/ 241 h 333"/>
                  <a:gd name="T36" fmla="*/ 387 w 414"/>
                  <a:gd name="T37" fmla="*/ 232 h 333"/>
                  <a:gd name="T38" fmla="*/ 382 w 414"/>
                  <a:gd name="T39" fmla="*/ 225 h 333"/>
                  <a:gd name="T40" fmla="*/ 375 w 414"/>
                  <a:gd name="T41" fmla="*/ 218 h 333"/>
                  <a:gd name="T42" fmla="*/ 69 w 414"/>
                  <a:gd name="T43" fmla="*/ 14 h 333"/>
                  <a:gd name="T44" fmla="*/ 79 w 414"/>
                  <a:gd name="T45" fmla="*/ 0 h 333"/>
                  <a:gd name="T46" fmla="*/ 389 w 414"/>
                  <a:gd name="T47" fmla="*/ 207 h 333"/>
                  <a:gd name="T48" fmla="*/ 389 w 414"/>
                  <a:gd name="T49" fmla="*/ 207 h 333"/>
                  <a:gd name="T50" fmla="*/ 398 w 414"/>
                  <a:gd name="T51" fmla="*/ 216 h 333"/>
                  <a:gd name="T52" fmla="*/ 405 w 414"/>
                  <a:gd name="T53" fmla="*/ 225 h 333"/>
                  <a:gd name="T54" fmla="*/ 410 w 414"/>
                  <a:gd name="T55" fmla="*/ 236 h 333"/>
                  <a:gd name="T56" fmla="*/ 414 w 414"/>
                  <a:gd name="T57" fmla="*/ 248 h 333"/>
                  <a:gd name="T58" fmla="*/ 414 w 414"/>
                  <a:gd name="T59" fmla="*/ 262 h 333"/>
                  <a:gd name="T60" fmla="*/ 413 w 414"/>
                  <a:gd name="T61" fmla="*/ 275 h 333"/>
                  <a:gd name="T62" fmla="*/ 409 w 414"/>
                  <a:gd name="T63" fmla="*/ 287 h 333"/>
                  <a:gd name="T64" fmla="*/ 402 w 414"/>
                  <a:gd name="T65" fmla="*/ 300 h 333"/>
                  <a:gd name="T66" fmla="*/ 402 w 414"/>
                  <a:gd name="T67" fmla="*/ 300 h 333"/>
                  <a:gd name="T68" fmla="*/ 393 w 414"/>
                  <a:gd name="T69" fmla="*/ 312 h 333"/>
                  <a:gd name="T70" fmla="*/ 382 w 414"/>
                  <a:gd name="T71" fmla="*/ 320 h 333"/>
                  <a:gd name="T72" fmla="*/ 371 w 414"/>
                  <a:gd name="T73" fmla="*/ 327 h 333"/>
                  <a:gd name="T74" fmla="*/ 359 w 414"/>
                  <a:gd name="T75" fmla="*/ 331 h 333"/>
                  <a:gd name="T76" fmla="*/ 347 w 414"/>
                  <a:gd name="T77" fmla="*/ 333 h 333"/>
                  <a:gd name="T78" fmla="*/ 335 w 414"/>
                  <a:gd name="T79" fmla="*/ 332 h 333"/>
                  <a:gd name="T80" fmla="*/ 322 w 414"/>
                  <a:gd name="T81" fmla="*/ 329 h 333"/>
                  <a:gd name="T82" fmla="*/ 310 w 414"/>
                  <a:gd name="T83" fmla="*/ 323 h 333"/>
                  <a:gd name="T84" fmla="*/ 0 w 414"/>
                  <a:gd name="T85" fmla="*/ 117 h 3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414" h="333">
                    <a:moveTo>
                      <a:pt x="0" y="117"/>
                    </a:moveTo>
                    <a:lnTo>
                      <a:pt x="10" y="102"/>
                    </a:lnTo>
                    <a:lnTo>
                      <a:pt x="316" y="306"/>
                    </a:lnTo>
                    <a:lnTo>
                      <a:pt x="316" y="306"/>
                    </a:lnTo>
                    <a:lnTo>
                      <a:pt x="325" y="310"/>
                    </a:lnTo>
                    <a:lnTo>
                      <a:pt x="335" y="313"/>
                    </a:lnTo>
                    <a:lnTo>
                      <a:pt x="343" y="313"/>
                    </a:lnTo>
                    <a:lnTo>
                      <a:pt x="352" y="312"/>
                    </a:lnTo>
                    <a:lnTo>
                      <a:pt x="362" y="309"/>
                    </a:lnTo>
                    <a:lnTo>
                      <a:pt x="371" y="304"/>
                    </a:lnTo>
                    <a:lnTo>
                      <a:pt x="378" y="297"/>
                    </a:lnTo>
                    <a:lnTo>
                      <a:pt x="385" y="289"/>
                    </a:lnTo>
                    <a:lnTo>
                      <a:pt x="385" y="289"/>
                    </a:lnTo>
                    <a:lnTo>
                      <a:pt x="390" y="279"/>
                    </a:lnTo>
                    <a:lnTo>
                      <a:pt x="393" y="270"/>
                    </a:lnTo>
                    <a:lnTo>
                      <a:pt x="394" y="260"/>
                    </a:lnTo>
                    <a:lnTo>
                      <a:pt x="394" y="251"/>
                    </a:lnTo>
                    <a:lnTo>
                      <a:pt x="391" y="241"/>
                    </a:lnTo>
                    <a:lnTo>
                      <a:pt x="387" y="232"/>
                    </a:lnTo>
                    <a:lnTo>
                      <a:pt x="382" y="225"/>
                    </a:lnTo>
                    <a:lnTo>
                      <a:pt x="375" y="218"/>
                    </a:lnTo>
                    <a:lnTo>
                      <a:pt x="69" y="14"/>
                    </a:lnTo>
                    <a:lnTo>
                      <a:pt x="79" y="0"/>
                    </a:lnTo>
                    <a:lnTo>
                      <a:pt x="389" y="207"/>
                    </a:lnTo>
                    <a:lnTo>
                      <a:pt x="389" y="207"/>
                    </a:lnTo>
                    <a:lnTo>
                      <a:pt x="398" y="216"/>
                    </a:lnTo>
                    <a:lnTo>
                      <a:pt x="405" y="225"/>
                    </a:lnTo>
                    <a:lnTo>
                      <a:pt x="410" y="236"/>
                    </a:lnTo>
                    <a:lnTo>
                      <a:pt x="414" y="248"/>
                    </a:lnTo>
                    <a:lnTo>
                      <a:pt x="414" y="262"/>
                    </a:lnTo>
                    <a:lnTo>
                      <a:pt x="413" y="275"/>
                    </a:lnTo>
                    <a:lnTo>
                      <a:pt x="409" y="287"/>
                    </a:lnTo>
                    <a:lnTo>
                      <a:pt x="402" y="300"/>
                    </a:lnTo>
                    <a:lnTo>
                      <a:pt x="402" y="300"/>
                    </a:lnTo>
                    <a:lnTo>
                      <a:pt x="393" y="312"/>
                    </a:lnTo>
                    <a:lnTo>
                      <a:pt x="382" y="320"/>
                    </a:lnTo>
                    <a:lnTo>
                      <a:pt x="371" y="327"/>
                    </a:lnTo>
                    <a:lnTo>
                      <a:pt x="359" y="331"/>
                    </a:lnTo>
                    <a:lnTo>
                      <a:pt x="347" y="333"/>
                    </a:lnTo>
                    <a:lnTo>
                      <a:pt x="335" y="332"/>
                    </a:lnTo>
                    <a:lnTo>
                      <a:pt x="322" y="329"/>
                    </a:lnTo>
                    <a:lnTo>
                      <a:pt x="310" y="323"/>
                    </a:lnTo>
                    <a:lnTo>
                      <a:pt x="0" y="117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38" name="íŝľîďe">
                <a:extLst>
                  <a:ext uri="{FF2B5EF4-FFF2-40B4-BE49-F238E27FC236}">
                    <a16:creationId xmlns:a16="http://schemas.microsoft.com/office/drawing/2014/main" id="{06140FD7-5259-05BB-6A05-6EE3E1BA30FE}"/>
                  </a:ext>
                </a:extLst>
              </p:cNvPr>
              <p:cNvSpPr/>
              <p:nvPr/>
            </p:nvSpPr>
            <p:spPr bwMode="auto">
              <a:xfrm>
                <a:off x="2690472" y="1332693"/>
                <a:ext cx="159221" cy="222335"/>
              </a:xfrm>
              <a:custGeom>
                <a:avLst/>
                <a:gdLst>
                  <a:gd name="T0" fmla="*/ 5 w 111"/>
                  <a:gd name="T1" fmla="*/ 154 h 155"/>
                  <a:gd name="T2" fmla="*/ 5 w 111"/>
                  <a:gd name="T3" fmla="*/ 154 h 155"/>
                  <a:gd name="T4" fmla="*/ 9 w 111"/>
                  <a:gd name="T5" fmla="*/ 155 h 155"/>
                  <a:gd name="T6" fmla="*/ 15 w 111"/>
                  <a:gd name="T7" fmla="*/ 155 h 155"/>
                  <a:gd name="T8" fmla="*/ 19 w 111"/>
                  <a:gd name="T9" fmla="*/ 154 h 155"/>
                  <a:gd name="T10" fmla="*/ 23 w 111"/>
                  <a:gd name="T11" fmla="*/ 150 h 155"/>
                  <a:gd name="T12" fmla="*/ 110 w 111"/>
                  <a:gd name="T13" fmla="*/ 20 h 155"/>
                  <a:gd name="T14" fmla="*/ 110 w 111"/>
                  <a:gd name="T15" fmla="*/ 20 h 155"/>
                  <a:gd name="T16" fmla="*/ 111 w 111"/>
                  <a:gd name="T17" fmla="*/ 15 h 155"/>
                  <a:gd name="T18" fmla="*/ 111 w 111"/>
                  <a:gd name="T19" fmla="*/ 11 h 155"/>
                  <a:gd name="T20" fmla="*/ 110 w 111"/>
                  <a:gd name="T21" fmla="*/ 5 h 155"/>
                  <a:gd name="T22" fmla="*/ 106 w 111"/>
                  <a:gd name="T23" fmla="*/ 2 h 155"/>
                  <a:gd name="T24" fmla="*/ 106 w 111"/>
                  <a:gd name="T25" fmla="*/ 2 h 155"/>
                  <a:gd name="T26" fmla="*/ 101 w 111"/>
                  <a:gd name="T27" fmla="*/ 0 h 155"/>
                  <a:gd name="T28" fmla="*/ 96 w 111"/>
                  <a:gd name="T29" fmla="*/ 0 h 155"/>
                  <a:gd name="T30" fmla="*/ 92 w 111"/>
                  <a:gd name="T31" fmla="*/ 2 h 155"/>
                  <a:gd name="T32" fmla="*/ 89 w 111"/>
                  <a:gd name="T33" fmla="*/ 5 h 155"/>
                  <a:gd name="T34" fmla="*/ 1 w 111"/>
                  <a:gd name="T35" fmla="*/ 136 h 155"/>
                  <a:gd name="T36" fmla="*/ 1 w 111"/>
                  <a:gd name="T37" fmla="*/ 136 h 155"/>
                  <a:gd name="T38" fmla="*/ 0 w 111"/>
                  <a:gd name="T39" fmla="*/ 140 h 155"/>
                  <a:gd name="T40" fmla="*/ 0 w 111"/>
                  <a:gd name="T41" fmla="*/ 146 h 155"/>
                  <a:gd name="T42" fmla="*/ 1 w 111"/>
                  <a:gd name="T43" fmla="*/ 150 h 155"/>
                  <a:gd name="T44" fmla="*/ 5 w 111"/>
                  <a:gd name="T45" fmla="*/ 154 h 155"/>
                  <a:gd name="T46" fmla="*/ 5 w 111"/>
                  <a:gd name="T47" fmla="*/ 154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11" h="155">
                    <a:moveTo>
                      <a:pt x="5" y="154"/>
                    </a:moveTo>
                    <a:lnTo>
                      <a:pt x="5" y="154"/>
                    </a:lnTo>
                    <a:lnTo>
                      <a:pt x="9" y="155"/>
                    </a:lnTo>
                    <a:lnTo>
                      <a:pt x="15" y="155"/>
                    </a:lnTo>
                    <a:lnTo>
                      <a:pt x="19" y="154"/>
                    </a:lnTo>
                    <a:lnTo>
                      <a:pt x="23" y="150"/>
                    </a:lnTo>
                    <a:lnTo>
                      <a:pt x="110" y="20"/>
                    </a:lnTo>
                    <a:lnTo>
                      <a:pt x="110" y="20"/>
                    </a:lnTo>
                    <a:lnTo>
                      <a:pt x="111" y="15"/>
                    </a:lnTo>
                    <a:lnTo>
                      <a:pt x="111" y="11"/>
                    </a:lnTo>
                    <a:lnTo>
                      <a:pt x="110" y="5"/>
                    </a:lnTo>
                    <a:lnTo>
                      <a:pt x="106" y="2"/>
                    </a:lnTo>
                    <a:lnTo>
                      <a:pt x="106" y="2"/>
                    </a:lnTo>
                    <a:lnTo>
                      <a:pt x="101" y="0"/>
                    </a:lnTo>
                    <a:lnTo>
                      <a:pt x="96" y="0"/>
                    </a:lnTo>
                    <a:lnTo>
                      <a:pt x="92" y="2"/>
                    </a:lnTo>
                    <a:lnTo>
                      <a:pt x="89" y="5"/>
                    </a:lnTo>
                    <a:lnTo>
                      <a:pt x="1" y="136"/>
                    </a:lnTo>
                    <a:lnTo>
                      <a:pt x="1" y="136"/>
                    </a:lnTo>
                    <a:lnTo>
                      <a:pt x="0" y="140"/>
                    </a:lnTo>
                    <a:lnTo>
                      <a:pt x="0" y="146"/>
                    </a:lnTo>
                    <a:lnTo>
                      <a:pt x="1" y="150"/>
                    </a:lnTo>
                    <a:lnTo>
                      <a:pt x="5" y="154"/>
                    </a:lnTo>
                    <a:lnTo>
                      <a:pt x="5" y="154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5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39" name="ísḻîḋe">
                <a:extLst>
                  <a:ext uri="{FF2B5EF4-FFF2-40B4-BE49-F238E27FC236}">
                    <a16:creationId xmlns:a16="http://schemas.microsoft.com/office/drawing/2014/main" id="{7FC69A36-0FB0-7EAE-1455-1828A087520F}"/>
                  </a:ext>
                </a:extLst>
              </p:cNvPr>
              <p:cNvSpPr/>
              <p:nvPr/>
            </p:nvSpPr>
            <p:spPr bwMode="auto">
              <a:xfrm>
                <a:off x="2777971" y="1486175"/>
                <a:ext cx="456144" cy="292621"/>
              </a:xfrm>
              <a:custGeom>
                <a:avLst/>
                <a:gdLst>
                  <a:gd name="T0" fmla="*/ 0 w 318"/>
                  <a:gd name="T1" fmla="*/ 19 h 204"/>
                  <a:gd name="T2" fmla="*/ 11 w 318"/>
                  <a:gd name="T3" fmla="*/ 0 h 204"/>
                  <a:gd name="T4" fmla="*/ 284 w 318"/>
                  <a:gd name="T5" fmla="*/ 182 h 204"/>
                  <a:gd name="T6" fmla="*/ 284 w 318"/>
                  <a:gd name="T7" fmla="*/ 182 h 204"/>
                  <a:gd name="T8" fmla="*/ 292 w 318"/>
                  <a:gd name="T9" fmla="*/ 186 h 204"/>
                  <a:gd name="T10" fmla="*/ 302 w 318"/>
                  <a:gd name="T11" fmla="*/ 188 h 204"/>
                  <a:gd name="T12" fmla="*/ 310 w 318"/>
                  <a:gd name="T13" fmla="*/ 188 h 204"/>
                  <a:gd name="T14" fmla="*/ 318 w 318"/>
                  <a:gd name="T15" fmla="*/ 185 h 204"/>
                  <a:gd name="T16" fmla="*/ 318 w 318"/>
                  <a:gd name="T17" fmla="*/ 185 h 204"/>
                  <a:gd name="T18" fmla="*/ 317 w 318"/>
                  <a:gd name="T19" fmla="*/ 186 h 204"/>
                  <a:gd name="T20" fmla="*/ 317 w 318"/>
                  <a:gd name="T21" fmla="*/ 186 h 204"/>
                  <a:gd name="T22" fmla="*/ 313 w 318"/>
                  <a:gd name="T23" fmla="*/ 192 h 204"/>
                  <a:gd name="T24" fmla="*/ 307 w 318"/>
                  <a:gd name="T25" fmla="*/ 197 h 204"/>
                  <a:gd name="T26" fmla="*/ 302 w 318"/>
                  <a:gd name="T27" fmla="*/ 200 h 204"/>
                  <a:gd name="T28" fmla="*/ 295 w 318"/>
                  <a:gd name="T29" fmla="*/ 203 h 204"/>
                  <a:gd name="T30" fmla="*/ 288 w 318"/>
                  <a:gd name="T31" fmla="*/ 204 h 204"/>
                  <a:gd name="T32" fmla="*/ 282 w 318"/>
                  <a:gd name="T33" fmla="*/ 203 h 204"/>
                  <a:gd name="T34" fmla="*/ 276 w 318"/>
                  <a:gd name="T35" fmla="*/ 201 h 204"/>
                  <a:gd name="T36" fmla="*/ 269 w 318"/>
                  <a:gd name="T37" fmla="*/ 199 h 204"/>
                  <a:gd name="T38" fmla="*/ 0 w 318"/>
                  <a:gd name="T39" fmla="*/ 19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18" h="204">
                    <a:moveTo>
                      <a:pt x="0" y="19"/>
                    </a:moveTo>
                    <a:lnTo>
                      <a:pt x="11" y="0"/>
                    </a:lnTo>
                    <a:lnTo>
                      <a:pt x="284" y="182"/>
                    </a:lnTo>
                    <a:lnTo>
                      <a:pt x="284" y="182"/>
                    </a:lnTo>
                    <a:lnTo>
                      <a:pt x="292" y="186"/>
                    </a:lnTo>
                    <a:lnTo>
                      <a:pt x="302" y="188"/>
                    </a:lnTo>
                    <a:lnTo>
                      <a:pt x="310" y="188"/>
                    </a:lnTo>
                    <a:lnTo>
                      <a:pt x="318" y="185"/>
                    </a:lnTo>
                    <a:lnTo>
                      <a:pt x="318" y="185"/>
                    </a:lnTo>
                    <a:lnTo>
                      <a:pt x="317" y="186"/>
                    </a:lnTo>
                    <a:lnTo>
                      <a:pt x="317" y="186"/>
                    </a:lnTo>
                    <a:lnTo>
                      <a:pt x="313" y="192"/>
                    </a:lnTo>
                    <a:lnTo>
                      <a:pt x="307" y="197"/>
                    </a:lnTo>
                    <a:lnTo>
                      <a:pt x="302" y="200"/>
                    </a:lnTo>
                    <a:lnTo>
                      <a:pt x="295" y="203"/>
                    </a:lnTo>
                    <a:lnTo>
                      <a:pt x="288" y="204"/>
                    </a:lnTo>
                    <a:lnTo>
                      <a:pt x="282" y="203"/>
                    </a:lnTo>
                    <a:lnTo>
                      <a:pt x="276" y="201"/>
                    </a:lnTo>
                    <a:lnTo>
                      <a:pt x="269" y="199"/>
                    </a:lnTo>
                    <a:lnTo>
                      <a:pt x="0" y="19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8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40" name="ïSlïdé">
                <a:extLst>
                  <a:ext uri="{FF2B5EF4-FFF2-40B4-BE49-F238E27FC236}">
                    <a16:creationId xmlns:a16="http://schemas.microsoft.com/office/drawing/2014/main" id="{47BB5C4A-A1D9-96B7-C4BD-88BE3F99275A}"/>
                  </a:ext>
                </a:extLst>
              </p:cNvPr>
              <p:cNvSpPr/>
              <p:nvPr/>
            </p:nvSpPr>
            <p:spPr bwMode="auto">
              <a:xfrm>
                <a:off x="1210155" y="3503581"/>
                <a:ext cx="344260" cy="596717"/>
              </a:xfrm>
              <a:custGeom>
                <a:avLst/>
                <a:gdLst>
                  <a:gd name="T0" fmla="*/ 144 w 240"/>
                  <a:gd name="T1" fmla="*/ 352 h 416"/>
                  <a:gd name="T2" fmla="*/ 154 w 240"/>
                  <a:gd name="T3" fmla="*/ 354 h 416"/>
                  <a:gd name="T4" fmla="*/ 164 w 240"/>
                  <a:gd name="T5" fmla="*/ 359 h 416"/>
                  <a:gd name="T6" fmla="*/ 171 w 240"/>
                  <a:gd name="T7" fmla="*/ 366 h 416"/>
                  <a:gd name="T8" fmla="*/ 175 w 240"/>
                  <a:gd name="T9" fmla="*/ 375 h 416"/>
                  <a:gd name="T10" fmla="*/ 176 w 240"/>
                  <a:gd name="T11" fmla="*/ 382 h 416"/>
                  <a:gd name="T12" fmla="*/ 175 w 240"/>
                  <a:gd name="T13" fmla="*/ 394 h 416"/>
                  <a:gd name="T14" fmla="*/ 168 w 240"/>
                  <a:gd name="T15" fmla="*/ 405 h 416"/>
                  <a:gd name="T16" fmla="*/ 158 w 240"/>
                  <a:gd name="T17" fmla="*/ 413 h 416"/>
                  <a:gd name="T18" fmla="*/ 152 w 240"/>
                  <a:gd name="T19" fmla="*/ 415 h 416"/>
                  <a:gd name="T20" fmla="*/ 144 w 240"/>
                  <a:gd name="T21" fmla="*/ 352 h 416"/>
                  <a:gd name="T22" fmla="*/ 144 w 240"/>
                  <a:gd name="T23" fmla="*/ 325 h 416"/>
                  <a:gd name="T24" fmla="*/ 144 w 240"/>
                  <a:gd name="T25" fmla="*/ 141 h 416"/>
                  <a:gd name="T26" fmla="*/ 163 w 240"/>
                  <a:gd name="T27" fmla="*/ 160 h 416"/>
                  <a:gd name="T28" fmla="*/ 175 w 240"/>
                  <a:gd name="T29" fmla="*/ 189 h 416"/>
                  <a:gd name="T30" fmla="*/ 188 w 240"/>
                  <a:gd name="T31" fmla="*/ 243 h 416"/>
                  <a:gd name="T32" fmla="*/ 192 w 240"/>
                  <a:gd name="T33" fmla="*/ 251 h 416"/>
                  <a:gd name="T34" fmla="*/ 205 w 240"/>
                  <a:gd name="T35" fmla="*/ 260 h 416"/>
                  <a:gd name="T36" fmla="*/ 225 w 240"/>
                  <a:gd name="T37" fmla="*/ 264 h 416"/>
                  <a:gd name="T38" fmla="*/ 240 w 240"/>
                  <a:gd name="T39" fmla="*/ 300 h 416"/>
                  <a:gd name="T40" fmla="*/ 135 w 240"/>
                  <a:gd name="T41" fmla="*/ 352 h 416"/>
                  <a:gd name="T42" fmla="*/ 144 w 240"/>
                  <a:gd name="T43" fmla="*/ 352 h 416"/>
                  <a:gd name="T44" fmla="*/ 144 w 240"/>
                  <a:gd name="T45" fmla="*/ 416 h 416"/>
                  <a:gd name="T46" fmla="*/ 134 w 240"/>
                  <a:gd name="T47" fmla="*/ 415 h 416"/>
                  <a:gd name="T48" fmla="*/ 125 w 240"/>
                  <a:gd name="T49" fmla="*/ 409 h 416"/>
                  <a:gd name="T50" fmla="*/ 118 w 240"/>
                  <a:gd name="T51" fmla="*/ 403 h 416"/>
                  <a:gd name="T52" fmla="*/ 112 w 240"/>
                  <a:gd name="T53" fmla="*/ 392 h 416"/>
                  <a:gd name="T54" fmla="*/ 112 w 240"/>
                  <a:gd name="T55" fmla="*/ 386 h 416"/>
                  <a:gd name="T56" fmla="*/ 114 w 240"/>
                  <a:gd name="T57" fmla="*/ 374 h 416"/>
                  <a:gd name="T58" fmla="*/ 121 w 240"/>
                  <a:gd name="T59" fmla="*/ 363 h 416"/>
                  <a:gd name="T60" fmla="*/ 130 w 240"/>
                  <a:gd name="T61" fmla="*/ 355 h 416"/>
                  <a:gd name="T62" fmla="*/ 135 w 240"/>
                  <a:gd name="T63" fmla="*/ 352 h 416"/>
                  <a:gd name="T64" fmla="*/ 144 w 240"/>
                  <a:gd name="T65" fmla="*/ 141 h 416"/>
                  <a:gd name="T66" fmla="*/ 122 w 240"/>
                  <a:gd name="T67" fmla="*/ 130 h 416"/>
                  <a:gd name="T68" fmla="*/ 98 w 240"/>
                  <a:gd name="T69" fmla="*/ 126 h 416"/>
                  <a:gd name="T70" fmla="*/ 69 w 240"/>
                  <a:gd name="T71" fmla="*/ 19 h 416"/>
                  <a:gd name="T72" fmla="*/ 65 w 240"/>
                  <a:gd name="T73" fmla="*/ 10 h 416"/>
                  <a:gd name="T74" fmla="*/ 58 w 240"/>
                  <a:gd name="T75" fmla="*/ 4 h 416"/>
                  <a:gd name="T76" fmla="*/ 49 w 240"/>
                  <a:gd name="T77" fmla="*/ 0 h 416"/>
                  <a:gd name="T78" fmla="*/ 39 w 240"/>
                  <a:gd name="T79" fmla="*/ 2 h 416"/>
                  <a:gd name="T80" fmla="*/ 34 w 240"/>
                  <a:gd name="T81" fmla="*/ 3 h 416"/>
                  <a:gd name="T82" fmla="*/ 26 w 240"/>
                  <a:gd name="T83" fmla="*/ 10 h 416"/>
                  <a:gd name="T84" fmla="*/ 22 w 240"/>
                  <a:gd name="T85" fmla="*/ 18 h 416"/>
                  <a:gd name="T86" fmla="*/ 20 w 240"/>
                  <a:gd name="T87" fmla="*/ 27 h 416"/>
                  <a:gd name="T88" fmla="*/ 49 w 240"/>
                  <a:gd name="T89" fmla="*/ 139 h 416"/>
                  <a:gd name="T90" fmla="*/ 38 w 240"/>
                  <a:gd name="T91" fmla="*/ 145 h 416"/>
                  <a:gd name="T92" fmla="*/ 20 w 240"/>
                  <a:gd name="T93" fmla="*/ 164 h 416"/>
                  <a:gd name="T94" fmla="*/ 11 w 240"/>
                  <a:gd name="T95" fmla="*/ 187 h 416"/>
                  <a:gd name="T96" fmla="*/ 8 w 240"/>
                  <a:gd name="T97" fmla="*/ 216 h 416"/>
                  <a:gd name="T98" fmla="*/ 11 w 240"/>
                  <a:gd name="T99" fmla="*/ 232 h 416"/>
                  <a:gd name="T100" fmla="*/ 26 w 240"/>
                  <a:gd name="T101" fmla="*/ 285 h 416"/>
                  <a:gd name="T102" fmla="*/ 26 w 240"/>
                  <a:gd name="T103" fmla="*/ 294 h 416"/>
                  <a:gd name="T104" fmla="*/ 20 w 240"/>
                  <a:gd name="T105" fmla="*/ 308 h 416"/>
                  <a:gd name="T106" fmla="*/ 5 w 240"/>
                  <a:gd name="T107" fmla="*/ 321 h 416"/>
                  <a:gd name="T108" fmla="*/ 10 w 240"/>
                  <a:gd name="T109" fmla="*/ 361 h 416"/>
                  <a:gd name="T110" fmla="*/ 144 w 240"/>
                  <a:gd name="T111" fmla="*/ 141 h 4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240" h="416">
                    <a:moveTo>
                      <a:pt x="144" y="352"/>
                    </a:moveTo>
                    <a:lnTo>
                      <a:pt x="144" y="352"/>
                    </a:lnTo>
                    <a:lnTo>
                      <a:pt x="149" y="352"/>
                    </a:lnTo>
                    <a:lnTo>
                      <a:pt x="154" y="354"/>
                    </a:lnTo>
                    <a:lnTo>
                      <a:pt x="160" y="355"/>
                    </a:lnTo>
                    <a:lnTo>
                      <a:pt x="164" y="359"/>
                    </a:lnTo>
                    <a:lnTo>
                      <a:pt x="168" y="362"/>
                    </a:lnTo>
                    <a:lnTo>
                      <a:pt x="171" y="366"/>
                    </a:lnTo>
                    <a:lnTo>
                      <a:pt x="173" y="371"/>
                    </a:lnTo>
                    <a:lnTo>
                      <a:pt x="175" y="375"/>
                    </a:lnTo>
                    <a:lnTo>
                      <a:pt x="175" y="375"/>
                    </a:lnTo>
                    <a:lnTo>
                      <a:pt x="176" y="382"/>
                    </a:lnTo>
                    <a:lnTo>
                      <a:pt x="176" y="389"/>
                    </a:lnTo>
                    <a:lnTo>
                      <a:pt x="175" y="394"/>
                    </a:lnTo>
                    <a:lnTo>
                      <a:pt x="172" y="400"/>
                    </a:lnTo>
                    <a:lnTo>
                      <a:pt x="168" y="405"/>
                    </a:lnTo>
                    <a:lnTo>
                      <a:pt x="164" y="409"/>
                    </a:lnTo>
                    <a:lnTo>
                      <a:pt x="158" y="413"/>
                    </a:lnTo>
                    <a:lnTo>
                      <a:pt x="152" y="415"/>
                    </a:lnTo>
                    <a:lnTo>
                      <a:pt x="152" y="415"/>
                    </a:lnTo>
                    <a:lnTo>
                      <a:pt x="144" y="416"/>
                    </a:lnTo>
                    <a:lnTo>
                      <a:pt x="144" y="352"/>
                    </a:lnTo>
                    <a:lnTo>
                      <a:pt x="144" y="352"/>
                    </a:lnTo>
                    <a:close/>
                    <a:moveTo>
                      <a:pt x="144" y="325"/>
                    </a:moveTo>
                    <a:lnTo>
                      <a:pt x="144" y="141"/>
                    </a:lnTo>
                    <a:lnTo>
                      <a:pt x="144" y="141"/>
                    </a:lnTo>
                    <a:lnTo>
                      <a:pt x="154" y="149"/>
                    </a:lnTo>
                    <a:lnTo>
                      <a:pt x="163" y="160"/>
                    </a:lnTo>
                    <a:lnTo>
                      <a:pt x="169" y="174"/>
                    </a:lnTo>
                    <a:lnTo>
                      <a:pt x="175" y="189"/>
                    </a:lnTo>
                    <a:lnTo>
                      <a:pt x="175" y="189"/>
                    </a:lnTo>
                    <a:lnTo>
                      <a:pt x="188" y="243"/>
                    </a:lnTo>
                    <a:lnTo>
                      <a:pt x="188" y="243"/>
                    </a:lnTo>
                    <a:lnTo>
                      <a:pt x="192" y="251"/>
                    </a:lnTo>
                    <a:lnTo>
                      <a:pt x="198" y="256"/>
                    </a:lnTo>
                    <a:lnTo>
                      <a:pt x="205" y="260"/>
                    </a:lnTo>
                    <a:lnTo>
                      <a:pt x="211" y="263"/>
                    </a:lnTo>
                    <a:lnTo>
                      <a:pt x="225" y="264"/>
                    </a:lnTo>
                    <a:lnTo>
                      <a:pt x="230" y="264"/>
                    </a:lnTo>
                    <a:lnTo>
                      <a:pt x="240" y="300"/>
                    </a:lnTo>
                    <a:lnTo>
                      <a:pt x="144" y="325"/>
                    </a:lnTo>
                    <a:close/>
                    <a:moveTo>
                      <a:pt x="135" y="352"/>
                    </a:moveTo>
                    <a:lnTo>
                      <a:pt x="135" y="352"/>
                    </a:lnTo>
                    <a:lnTo>
                      <a:pt x="144" y="352"/>
                    </a:lnTo>
                    <a:lnTo>
                      <a:pt x="144" y="416"/>
                    </a:lnTo>
                    <a:lnTo>
                      <a:pt x="144" y="416"/>
                    </a:lnTo>
                    <a:lnTo>
                      <a:pt x="138" y="416"/>
                    </a:lnTo>
                    <a:lnTo>
                      <a:pt x="134" y="415"/>
                    </a:lnTo>
                    <a:lnTo>
                      <a:pt x="129" y="412"/>
                    </a:lnTo>
                    <a:lnTo>
                      <a:pt x="125" y="409"/>
                    </a:lnTo>
                    <a:lnTo>
                      <a:pt x="121" y="407"/>
                    </a:lnTo>
                    <a:lnTo>
                      <a:pt x="118" y="403"/>
                    </a:lnTo>
                    <a:lnTo>
                      <a:pt x="115" y="397"/>
                    </a:lnTo>
                    <a:lnTo>
                      <a:pt x="112" y="392"/>
                    </a:lnTo>
                    <a:lnTo>
                      <a:pt x="112" y="392"/>
                    </a:lnTo>
                    <a:lnTo>
                      <a:pt x="112" y="386"/>
                    </a:lnTo>
                    <a:lnTo>
                      <a:pt x="112" y="380"/>
                    </a:lnTo>
                    <a:lnTo>
                      <a:pt x="114" y="374"/>
                    </a:lnTo>
                    <a:lnTo>
                      <a:pt x="117" y="367"/>
                    </a:lnTo>
                    <a:lnTo>
                      <a:pt x="121" y="363"/>
                    </a:lnTo>
                    <a:lnTo>
                      <a:pt x="125" y="359"/>
                    </a:lnTo>
                    <a:lnTo>
                      <a:pt x="130" y="355"/>
                    </a:lnTo>
                    <a:lnTo>
                      <a:pt x="135" y="352"/>
                    </a:lnTo>
                    <a:lnTo>
                      <a:pt x="135" y="352"/>
                    </a:lnTo>
                    <a:close/>
                    <a:moveTo>
                      <a:pt x="144" y="141"/>
                    </a:moveTo>
                    <a:lnTo>
                      <a:pt x="144" y="141"/>
                    </a:lnTo>
                    <a:lnTo>
                      <a:pt x="133" y="134"/>
                    </a:lnTo>
                    <a:lnTo>
                      <a:pt x="122" y="130"/>
                    </a:lnTo>
                    <a:lnTo>
                      <a:pt x="110" y="128"/>
                    </a:lnTo>
                    <a:lnTo>
                      <a:pt x="98" y="126"/>
                    </a:lnTo>
                    <a:lnTo>
                      <a:pt x="69" y="19"/>
                    </a:lnTo>
                    <a:lnTo>
                      <a:pt x="69" y="19"/>
                    </a:lnTo>
                    <a:lnTo>
                      <a:pt x="68" y="15"/>
                    </a:lnTo>
                    <a:lnTo>
                      <a:pt x="65" y="10"/>
                    </a:lnTo>
                    <a:lnTo>
                      <a:pt x="61" y="7"/>
                    </a:lnTo>
                    <a:lnTo>
                      <a:pt x="58" y="4"/>
                    </a:lnTo>
                    <a:lnTo>
                      <a:pt x="53" y="2"/>
                    </a:lnTo>
                    <a:lnTo>
                      <a:pt x="49" y="0"/>
                    </a:lnTo>
                    <a:lnTo>
                      <a:pt x="43" y="0"/>
                    </a:lnTo>
                    <a:lnTo>
                      <a:pt x="39" y="2"/>
                    </a:lnTo>
                    <a:lnTo>
                      <a:pt x="39" y="2"/>
                    </a:lnTo>
                    <a:lnTo>
                      <a:pt x="34" y="3"/>
                    </a:lnTo>
                    <a:lnTo>
                      <a:pt x="30" y="6"/>
                    </a:lnTo>
                    <a:lnTo>
                      <a:pt x="26" y="10"/>
                    </a:lnTo>
                    <a:lnTo>
                      <a:pt x="23" y="13"/>
                    </a:lnTo>
                    <a:lnTo>
                      <a:pt x="22" y="18"/>
                    </a:lnTo>
                    <a:lnTo>
                      <a:pt x="20" y="22"/>
                    </a:lnTo>
                    <a:lnTo>
                      <a:pt x="20" y="27"/>
                    </a:lnTo>
                    <a:lnTo>
                      <a:pt x="20" y="32"/>
                    </a:lnTo>
                    <a:lnTo>
                      <a:pt x="49" y="139"/>
                    </a:lnTo>
                    <a:lnTo>
                      <a:pt x="49" y="139"/>
                    </a:lnTo>
                    <a:lnTo>
                      <a:pt x="38" y="145"/>
                    </a:lnTo>
                    <a:lnTo>
                      <a:pt x="28" y="155"/>
                    </a:lnTo>
                    <a:lnTo>
                      <a:pt x="20" y="164"/>
                    </a:lnTo>
                    <a:lnTo>
                      <a:pt x="15" y="175"/>
                    </a:lnTo>
                    <a:lnTo>
                      <a:pt x="11" y="187"/>
                    </a:lnTo>
                    <a:lnTo>
                      <a:pt x="8" y="201"/>
                    </a:lnTo>
                    <a:lnTo>
                      <a:pt x="8" y="216"/>
                    </a:lnTo>
                    <a:lnTo>
                      <a:pt x="11" y="232"/>
                    </a:lnTo>
                    <a:lnTo>
                      <a:pt x="11" y="232"/>
                    </a:lnTo>
                    <a:lnTo>
                      <a:pt x="26" y="285"/>
                    </a:lnTo>
                    <a:lnTo>
                      <a:pt x="26" y="285"/>
                    </a:lnTo>
                    <a:lnTo>
                      <a:pt x="26" y="285"/>
                    </a:lnTo>
                    <a:lnTo>
                      <a:pt x="26" y="294"/>
                    </a:lnTo>
                    <a:lnTo>
                      <a:pt x="24" y="301"/>
                    </a:lnTo>
                    <a:lnTo>
                      <a:pt x="20" y="308"/>
                    </a:lnTo>
                    <a:lnTo>
                      <a:pt x="15" y="313"/>
                    </a:lnTo>
                    <a:lnTo>
                      <a:pt x="5" y="321"/>
                    </a:lnTo>
                    <a:lnTo>
                      <a:pt x="0" y="324"/>
                    </a:lnTo>
                    <a:lnTo>
                      <a:pt x="10" y="361"/>
                    </a:lnTo>
                    <a:lnTo>
                      <a:pt x="144" y="325"/>
                    </a:lnTo>
                    <a:lnTo>
                      <a:pt x="144" y="141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41" name="iṩḻiḑe">
                <a:extLst>
                  <a:ext uri="{FF2B5EF4-FFF2-40B4-BE49-F238E27FC236}">
                    <a16:creationId xmlns:a16="http://schemas.microsoft.com/office/drawing/2014/main" id="{1CE047C5-C402-DE1A-A174-4B65B8907FB6}"/>
                  </a:ext>
                </a:extLst>
              </p:cNvPr>
              <p:cNvSpPr/>
              <p:nvPr/>
            </p:nvSpPr>
            <p:spPr bwMode="auto">
              <a:xfrm>
                <a:off x="3353173" y="2723258"/>
                <a:ext cx="494873" cy="537907"/>
              </a:xfrm>
              <a:custGeom>
                <a:avLst/>
                <a:gdLst>
                  <a:gd name="T0" fmla="*/ 268 w 345"/>
                  <a:gd name="T1" fmla="*/ 172 h 375"/>
                  <a:gd name="T2" fmla="*/ 258 w 345"/>
                  <a:gd name="T3" fmla="*/ 130 h 375"/>
                  <a:gd name="T4" fmla="*/ 264 w 345"/>
                  <a:gd name="T5" fmla="*/ 252 h 375"/>
                  <a:gd name="T6" fmla="*/ 296 w 345"/>
                  <a:gd name="T7" fmla="*/ 291 h 375"/>
                  <a:gd name="T8" fmla="*/ 281 w 345"/>
                  <a:gd name="T9" fmla="*/ 295 h 375"/>
                  <a:gd name="T10" fmla="*/ 281 w 345"/>
                  <a:gd name="T11" fmla="*/ 50 h 375"/>
                  <a:gd name="T12" fmla="*/ 296 w 345"/>
                  <a:gd name="T13" fmla="*/ 53 h 375"/>
                  <a:gd name="T14" fmla="*/ 264 w 345"/>
                  <a:gd name="T15" fmla="*/ 94 h 375"/>
                  <a:gd name="T16" fmla="*/ 284 w 345"/>
                  <a:gd name="T17" fmla="*/ 172 h 375"/>
                  <a:gd name="T18" fmla="*/ 336 w 345"/>
                  <a:gd name="T19" fmla="*/ 164 h 375"/>
                  <a:gd name="T20" fmla="*/ 344 w 345"/>
                  <a:gd name="T21" fmla="*/ 176 h 375"/>
                  <a:gd name="T22" fmla="*/ 289 w 345"/>
                  <a:gd name="T23" fmla="*/ 180 h 375"/>
                  <a:gd name="T24" fmla="*/ 173 w 345"/>
                  <a:gd name="T25" fmla="*/ 77 h 375"/>
                  <a:gd name="T26" fmla="*/ 243 w 345"/>
                  <a:gd name="T27" fmla="*/ 108 h 375"/>
                  <a:gd name="T28" fmla="*/ 245 w 345"/>
                  <a:gd name="T29" fmla="*/ 236 h 375"/>
                  <a:gd name="T30" fmla="*/ 222 w 345"/>
                  <a:gd name="T31" fmla="*/ 345 h 375"/>
                  <a:gd name="T32" fmla="*/ 178 w 345"/>
                  <a:gd name="T33" fmla="*/ 375 h 375"/>
                  <a:gd name="T34" fmla="*/ 207 w 345"/>
                  <a:gd name="T35" fmla="*/ 242 h 375"/>
                  <a:gd name="T36" fmla="*/ 238 w 345"/>
                  <a:gd name="T37" fmla="*/ 211 h 375"/>
                  <a:gd name="T38" fmla="*/ 248 w 345"/>
                  <a:gd name="T39" fmla="*/ 157 h 375"/>
                  <a:gd name="T40" fmla="*/ 203 w 345"/>
                  <a:gd name="T41" fmla="*/ 103 h 375"/>
                  <a:gd name="T42" fmla="*/ 173 w 345"/>
                  <a:gd name="T43" fmla="*/ 77 h 375"/>
                  <a:gd name="T44" fmla="*/ 250 w 345"/>
                  <a:gd name="T45" fmla="*/ 91 h 375"/>
                  <a:gd name="T46" fmla="*/ 258 w 345"/>
                  <a:gd name="T47" fmla="*/ 73 h 375"/>
                  <a:gd name="T48" fmla="*/ 250 w 345"/>
                  <a:gd name="T49" fmla="*/ 255 h 375"/>
                  <a:gd name="T50" fmla="*/ 258 w 345"/>
                  <a:gd name="T51" fmla="*/ 249 h 375"/>
                  <a:gd name="T52" fmla="*/ 180 w 345"/>
                  <a:gd name="T53" fmla="*/ 6 h 375"/>
                  <a:gd name="T54" fmla="*/ 176 w 345"/>
                  <a:gd name="T55" fmla="*/ 60 h 375"/>
                  <a:gd name="T56" fmla="*/ 157 w 345"/>
                  <a:gd name="T57" fmla="*/ 374 h 375"/>
                  <a:gd name="T58" fmla="*/ 120 w 345"/>
                  <a:gd name="T59" fmla="*/ 337 h 375"/>
                  <a:gd name="T60" fmla="*/ 93 w 345"/>
                  <a:gd name="T61" fmla="*/ 224 h 375"/>
                  <a:gd name="T62" fmla="*/ 111 w 345"/>
                  <a:gd name="T63" fmla="*/ 100 h 375"/>
                  <a:gd name="T64" fmla="*/ 173 w 345"/>
                  <a:gd name="T65" fmla="*/ 96 h 375"/>
                  <a:gd name="T66" fmla="*/ 119 w 345"/>
                  <a:gd name="T67" fmla="*/ 119 h 375"/>
                  <a:gd name="T68" fmla="*/ 97 w 345"/>
                  <a:gd name="T69" fmla="*/ 183 h 375"/>
                  <a:gd name="T70" fmla="*/ 126 w 345"/>
                  <a:gd name="T71" fmla="*/ 232 h 375"/>
                  <a:gd name="T72" fmla="*/ 139 w 345"/>
                  <a:gd name="T73" fmla="*/ 290 h 375"/>
                  <a:gd name="T74" fmla="*/ 173 w 345"/>
                  <a:gd name="T75" fmla="*/ 60 h 375"/>
                  <a:gd name="T76" fmla="*/ 164 w 345"/>
                  <a:gd name="T77" fmla="*/ 54 h 375"/>
                  <a:gd name="T78" fmla="*/ 169 w 345"/>
                  <a:gd name="T79" fmla="*/ 0 h 375"/>
                  <a:gd name="T80" fmla="*/ 93 w 345"/>
                  <a:gd name="T81" fmla="*/ 264 h 375"/>
                  <a:gd name="T82" fmla="*/ 93 w 345"/>
                  <a:gd name="T83" fmla="*/ 252 h 375"/>
                  <a:gd name="T84" fmla="*/ 86 w 345"/>
                  <a:gd name="T85" fmla="*/ 96 h 375"/>
                  <a:gd name="T86" fmla="*/ 94 w 345"/>
                  <a:gd name="T87" fmla="*/ 84 h 375"/>
                  <a:gd name="T88" fmla="*/ 82 w 345"/>
                  <a:gd name="T89" fmla="*/ 203 h 375"/>
                  <a:gd name="T90" fmla="*/ 80 w 345"/>
                  <a:gd name="T91" fmla="*/ 152 h 375"/>
                  <a:gd name="T92" fmla="*/ 86 w 345"/>
                  <a:gd name="T93" fmla="*/ 96 h 375"/>
                  <a:gd name="T94" fmla="*/ 50 w 345"/>
                  <a:gd name="T95" fmla="*/ 64 h 375"/>
                  <a:gd name="T96" fmla="*/ 53 w 345"/>
                  <a:gd name="T97" fmla="*/ 49 h 375"/>
                  <a:gd name="T98" fmla="*/ 86 w 345"/>
                  <a:gd name="T99" fmla="*/ 249 h 375"/>
                  <a:gd name="T100" fmla="*/ 53 w 345"/>
                  <a:gd name="T101" fmla="*/ 297 h 375"/>
                  <a:gd name="T102" fmla="*/ 50 w 345"/>
                  <a:gd name="T103" fmla="*/ 282 h 375"/>
                  <a:gd name="T104" fmla="*/ 86 w 345"/>
                  <a:gd name="T105" fmla="*/ 249 h 375"/>
                  <a:gd name="T106" fmla="*/ 57 w 345"/>
                  <a:gd name="T107" fmla="*/ 167 h 375"/>
                  <a:gd name="T108" fmla="*/ 54 w 345"/>
                  <a:gd name="T109" fmla="*/ 180 h 375"/>
                  <a:gd name="T110" fmla="*/ 0 w 345"/>
                  <a:gd name="T111" fmla="*/ 176 h 375"/>
                  <a:gd name="T112" fmla="*/ 8 w 345"/>
                  <a:gd name="T113" fmla="*/ 164 h 3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45" h="375">
                    <a:moveTo>
                      <a:pt x="258" y="130"/>
                    </a:moveTo>
                    <a:lnTo>
                      <a:pt x="258" y="130"/>
                    </a:lnTo>
                    <a:lnTo>
                      <a:pt x="262" y="141"/>
                    </a:lnTo>
                    <a:lnTo>
                      <a:pt x="266" y="150"/>
                    </a:lnTo>
                    <a:lnTo>
                      <a:pt x="268" y="161"/>
                    </a:lnTo>
                    <a:lnTo>
                      <a:pt x="268" y="172"/>
                    </a:lnTo>
                    <a:lnTo>
                      <a:pt x="268" y="172"/>
                    </a:lnTo>
                    <a:lnTo>
                      <a:pt x="268" y="184"/>
                    </a:lnTo>
                    <a:lnTo>
                      <a:pt x="266" y="194"/>
                    </a:lnTo>
                    <a:lnTo>
                      <a:pt x="262" y="205"/>
                    </a:lnTo>
                    <a:lnTo>
                      <a:pt x="258" y="214"/>
                    </a:lnTo>
                    <a:lnTo>
                      <a:pt x="258" y="130"/>
                    </a:lnTo>
                    <a:lnTo>
                      <a:pt x="258" y="130"/>
                    </a:lnTo>
                    <a:close/>
                    <a:moveTo>
                      <a:pt x="258" y="272"/>
                    </a:moveTo>
                    <a:lnTo>
                      <a:pt x="258" y="249"/>
                    </a:lnTo>
                    <a:lnTo>
                      <a:pt x="258" y="249"/>
                    </a:lnTo>
                    <a:lnTo>
                      <a:pt x="261" y="251"/>
                    </a:lnTo>
                    <a:lnTo>
                      <a:pt x="264" y="252"/>
                    </a:lnTo>
                    <a:lnTo>
                      <a:pt x="264" y="252"/>
                    </a:lnTo>
                    <a:lnTo>
                      <a:pt x="295" y="282"/>
                    </a:lnTo>
                    <a:lnTo>
                      <a:pt x="295" y="282"/>
                    </a:lnTo>
                    <a:lnTo>
                      <a:pt x="296" y="286"/>
                    </a:lnTo>
                    <a:lnTo>
                      <a:pt x="296" y="289"/>
                    </a:lnTo>
                    <a:lnTo>
                      <a:pt x="296" y="291"/>
                    </a:lnTo>
                    <a:lnTo>
                      <a:pt x="295" y="295"/>
                    </a:lnTo>
                    <a:lnTo>
                      <a:pt x="295" y="295"/>
                    </a:lnTo>
                    <a:lnTo>
                      <a:pt x="291" y="297"/>
                    </a:lnTo>
                    <a:lnTo>
                      <a:pt x="288" y="298"/>
                    </a:lnTo>
                    <a:lnTo>
                      <a:pt x="284" y="297"/>
                    </a:lnTo>
                    <a:lnTo>
                      <a:pt x="281" y="295"/>
                    </a:lnTo>
                    <a:lnTo>
                      <a:pt x="258" y="272"/>
                    </a:lnTo>
                    <a:lnTo>
                      <a:pt x="258" y="272"/>
                    </a:lnTo>
                    <a:close/>
                    <a:moveTo>
                      <a:pt x="258" y="96"/>
                    </a:moveTo>
                    <a:lnTo>
                      <a:pt x="258" y="73"/>
                    </a:lnTo>
                    <a:lnTo>
                      <a:pt x="281" y="50"/>
                    </a:lnTo>
                    <a:lnTo>
                      <a:pt x="281" y="50"/>
                    </a:lnTo>
                    <a:lnTo>
                      <a:pt x="284" y="49"/>
                    </a:lnTo>
                    <a:lnTo>
                      <a:pt x="288" y="48"/>
                    </a:lnTo>
                    <a:lnTo>
                      <a:pt x="291" y="49"/>
                    </a:lnTo>
                    <a:lnTo>
                      <a:pt x="295" y="50"/>
                    </a:lnTo>
                    <a:lnTo>
                      <a:pt x="295" y="50"/>
                    </a:lnTo>
                    <a:lnTo>
                      <a:pt x="296" y="53"/>
                    </a:lnTo>
                    <a:lnTo>
                      <a:pt x="296" y="57"/>
                    </a:lnTo>
                    <a:lnTo>
                      <a:pt x="296" y="60"/>
                    </a:lnTo>
                    <a:lnTo>
                      <a:pt x="295" y="64"/>
                    </a:lnTo>
                    <a:lnTo>
                      <a:pt x="264" y="94"/>
                    </a:lnTo>
                    <a:lnTo>
                      <a:pt x="264" y="94"/>
                    </a:lnTo>
                    <a:lnTo>
                      <a:pt x="264" y="94"/>
                    </a:lnTo>
                    <a:lnTo>
                      <a:pt x="261" y="95"/>
                    </a:lnTo>
                    <a:lnTo>
                      <a:pt x="258" y="96"/>
                    </a:lnTo>
                    <a:lnTo>
                      <a:pt x="258" y="96"/>
                    </a:lnTo>
                    <a:close/>
                    <a:moveTo>
                      <a:pt x="284" y="172"/>
                    </a:moveTo>
                    <a:lnTo>
                      <a:pt x="284" y="172"/>
                    </a:lnTo>
                    <a:lnTo>
                      <a:pt x="284" y="172"/>
                    </a:lnTo>
                    <a:lnTo>
                      <a:pt x="285" y="169"/>
                    </a:lnTo>
                    <a:lnTo>
                      <a:pt x="287" y="167"/>
                    </a:lnTo>
                    <a:lnTo>
                      <a:pt x="289" y="164"/>
                    </a:lnTo>
                    <a:lnTo>
                      <a:pt x="294" y="164"/>
                    </a:lnTo>
                    <a:lnTo>
                      <a:pt x="336" y="164"/>
                    </a:lnTo>
                    <a:lnTo>
                      <a:pt x="336" y="164"/>
                    </a:lnTo>
                    <a:lnTo>
                      <a:pt x="340" y="164"/>
                    </a:lnTo>
                    <a:lnTo>
                      <a:pt x="342" y="167"/>
                    </a:lnTo>
                    <a:lnTo>
                      <a:pt x="344" y="169"/>
                    </a:lnTo>
                    <a:lnTo>
                      <a:pt x="345" y="172"/>
                    </a:lnTo>
                    <a:lnTo>
                      <a:pt x="345" y="172"/>
                    </a:lnTo>
                    <a:lnTo>
                      <a:pt x="344" y="176"/>
                    </a:lnTo>
                    <a:lnTo>
                      <a:pt x="342" y="179"/>
                    </a:lnTo>
                    <a:lnTo>
                      <a:pt x="340" y="180"/>
                    </a:lnTo>
                    <a:lnTo>
                      <a:pt x="336" y="182"/>
                    </a:lnTo>
                    <a:lnTo>
                      <a:pt x="294" y="182"/>
                    </a:lnTo>
                    <a:lnTo>
                      <a:pt x="294" y="182"/>
                    </a:lnTo>
                    <a:lnTo>
                      <a:pt x="289" y="180"/>
                    </a:lnTo>
                    <a:lnTo>
                      <a:pt x="287" y="179"/>
                    </a:lnTo>
                    <a:lnTo>
                      <a:pt x="285" y="176"/>
                    </a:lnTo>
                    <a:lnTo>
                      <a:pt x="284" y="172"/>
                    </a:lnTo>
                    <a:lnTo>
                      <a:pt x="284" y="172"/>
                    </a:lnTo>
                    <a:close/>
                    <a:moveTo>
                      <a:pt x="173" y="77"/>
                    </a:moveTo>
                    <a:lnTo>
                      <a:pt x="173" y="77"/>
                    </a:lnTo>
                    <a:lnTo>
                      <a:pt x="187" y="79"/>
                    </a:lnTo>
                    <a:lnTo>
                      <a:pt x="200" y="81"/>
                    </a:lnTo>
                    <a:lnTo>
                      <a:pt x="212" y="85"/>
                    </a:lnTo>
                    <a:lnTo>
                      <a:pt x="224" y="92"/>
                    </a:lnTo>
                    <a:lnTo>
                      <a:pt x="235" y="100"/>
                    </a:lnTo>
                    <a:lnTo>
                      <a:pt x="243" y="108"/>
                    </a:lnTo>
                    <a:lnTo>
                      <a:pt x="252" y="119"/>
                    </a:lnTo>
                    <a:lnTo>
                      <a:pt x="258" y="130"/>
                    </a:lnTo>
                    <a:lnTo>
                      <a:pt x="258" y="214"/>
                    </a:lnTo>
                    <a:lnTo>
                      <a:pt x="258" y="214"/>
                    </a:lnTo>
                    <a:lnTo>
                      <a:pt x="252" y="225"/>
                    </a:lnTo>
                    <a:lnTo>
                      <a:pt x="245" y="236"/>
                    </a:lnTo>
                    <a:lnTo>
                      <a:pt x="235" y="245"/>
                    </a:lnTo>
                    <a:lnTo>
                      <a:pt x="224" y="252"/>
                    </a:lnTo>
                    <a:lnTo>
                      <a:pt x="224" y="328"/>
                    </a:lnTo>
                    <a:lnTo>
                      <a:pt x="224" y="328"/>
                    </a:lnTo>
                    <a:lnTo>
                      <a:pt x="224" y="337"/>
                    </a:lnTo>
                    <a:lnTo>
                      <a:pt x="222" y="345"/>
                    </a:lnTo>
                    <a:lnTo>
                      <a:pt x="216" y="354"/>
                    </a:lnTo>
                    <a:lnTo>
                      <a:pt x="211" y="360"/>
                    </a:lnTo>
                    <a:lnTo>
                      <a:pt x="204" y="367"/>
                    </a:lnTo>
                    <a:lnTo>
                      <a:pt x="196" y="371"/>
                    </a:lnTo>
                    <a:lnTo>
                      <a:pt x="188" y="374"/>
                    </a:lnTo>
                    <a:lnTo>
                      <a:pt x="178" y="375"/>
                    </a:lnTo>
                    <a:lnTo>
                      <a:pt x="173" y="375"/>
                    </a:lnTo>
                    <a:lnTo>
                      <a:pt x="173" y="290"/>
                    </a:lnTo>
                    <a:lnTo>
                      <a:pt x="206" y="290"/>
                    </a:lnTo>
                    <a:lnTo>
                      <a:pt x="206" y="247"/>
                    </a:lnTo>
                    <a:lnTo>
                      <a:pt x="206" y="247"/>
                    </a:lnTo>
                    <a:lnTo>
                      <a:pt x="207" y="242"/>
                    </a:lnTo>
                    <a:lnTo>
                      <a:pt x="211" y="238"/>
                    </a:lnTo>
                    <a:lnTo>
                      <a:pt x="211" y="238"/>
                    </a:lnTo>
                    <a:lnTo>
                      <a:pt x="219" y="233"/>
                    </a:lnTo>
                    <a:lnTo>
                      <a:pt x="226" y="226"/>
                    </a:lnTo>
                    <a:lnTo>
                      <a:pt x="233" y="219"/>
                    </a:lnTo>
                    <a:lnTo>
                      <a:pt x="238" y="211"/>
                    </a:lnTo>
                    <a:lnTo>
                      <a:pt x="242" y="202"/>
                    </a:lnTo>
                    <a:lnTo>
                      <a:pt x="246" y="192"/>
                    </a:lnTo>
                    <a:lnTo>
                      <a:pt x="248" y="183"/>
                    </a:lnTo>
                    <a:lnTo>
                      <a:pt x="249" y="172"/>
                    </a:lnTo>
                    <a:lnTo>
                      <a:pt x="249" y="172"/>
                    </a:lnTo>
                    <a:lnTo>
                      <a:pt x="248" y="157"/>
                    </a:lnTo>
                    <a:lnTo>
                      <a:pt x="242" y="144"/>
                    </a:lnTo>
                    <a:lnTo>
                      <a:pt x="235" y="130"/>
                    </a:lnTo>
                    <a:lnTo>
                      <a:pt x="226" y="119"/>
                    </a:lnTo>
                    <a:lnTo>
                      <a:pt x="226" y="119"/>
                    </a:lnTo>
                    <a:lnTo>
                      <a:pt x="215" y="110"/>
                    </a:lnTo>
                    <a:lnTo>
                      <a:pt x="203" y="103"/>
                    </a:lnTo>
                    <a:lnTo>
                      <a:pt x="188" y="99"/>
                    </a:lnTo>
                    <a:lnTo>
                      <a:pt x="173" y="96"/>
                    </a:lnTo>
                    <a:lnTo>
                      <a:pt x="173" y="96"/>
                    </a:lnTo>
                    <a:lnTo>
                      <a:pt x="173" y="77"/>
                    </a:lnTo>
                    <a:lnTo>
                      <a:pt x="173" y="77"/>
                    </a:lnTo>
                    <a:lnTo>
                      <a:pt x="173" y="77"/>
                    </a:lnTo>
                    <a:close/>
                    <a:moveTo>
                      <a:pt x="258" y="73"/>
                    </a:moveTo>
                    <a:lnTo>
                      <a:pt x="252" y="81"/>
                    </a:lnTo>
                    <a:lnTo>
                      <a:pt x="252" y="81"/>
                    </a:lnTo>
                    <a:lnTo>
                      <a:pt x="250" y="84"/>
                    </a:lnTo>
                    <a:lnTo>
                      <a:pt x="249" y="87"/>
                    </a:lnTo>
                    <a:lnTo>
                      <a:pt x="250" y="91"/>
                    </a:lnTo>
                    <a:lnTo>
                      <a:pt x="252" y="94"/>
                    </a:lnTo>
                    <a:lnTo>
                      <a:pt x="252" y="94"/>
                    </a:lnTo>
                    <a:lnTo>
                      <a:pt x="254" y="95"/>
                    </a:lnTo>
                    <a:lnTo>
                      <a:pt x="258" y="96"/>
                    </a:lnTo>
                    <a:lnTo>
                      <a:pt x="258" y="73"/>
                    </a:lnTo>
                    <a:lnTo>
                      <a:pt x="258" y="73"/>
                    </a:lnTo>
                    <a:close/>
                    <a:moveTo>
                      <a:pt x="258" y="249"/>
                    </a:moveTo>
                    <a:lnTo>
                      <a:pt x="258" y="249"/>
                    </a:lnTo>
                    <a:lnTo>
                      <a:pt x="254" y="251"/>
                    </a:lnTo>
                    <a:lnTo>
                      <a:pt x="252" y="252"/>
                    </a:lnTo>
                    <a:lnTo>
                      <a:pt x="252" y="252"/>
                    </a:lnTo>
                    <a:lnTo>
                      <a:pt x="250" y="255"/>
                    </a:lnTo>
                    <a:lnTo>
                      <a:pt x="249" y="259"/>
                    </a:lnTo>
                    <a:lnTo>
                      <a:pt x="250" y="261"/>
                    </a:lnTo>
                    <a:lnTo>
                      <a:pt x="252" y="264"/>
                    </a:lnTo>
                    <a:lnTo>
                      <a:pt x="258" y="272"/>
                    </a:lnTo>
                    <a:lnTo>
                      <a:pt x="258" y="249"/>
                    </a:lnTo>
                    <a:lnTo>
                      <a:pt x="258" y="249"/>
                    </a:lnTo>
                    <a:close/>
                    <a:moveTo>
                      <a:pt x="173" y="60"/>
                    </a:moveTo>
                    <a:lnTo>
                      <a:pt x="173" y="0"/>
                    </a:lnTo>
                    <a:lnTo>
                      <a:pt x="173" y="0"/>
                    </a:lnTo>
                    <a:lnTo>
                      <a:pt x="176" y="1"/>
                    </a:lnTo>
                    <a:lnTo>
                      <a:pt x="178" y="3"/>
                    </a:lnTo>
                    <a:lnTo>
                      <a:pt x="180" y="6"/>
                    </a:lnTo>
                    <a:lnTo>
                      <a:pt x="181" y="8"/>
                    </a:lnTo>
                    <a:lnTo>
                      <a:pt x="181" y="52"/>
                    </a:lnTo>
                    <a:lnTo>
                      <a:pt x="181" y="52"/>
                    </a:lnTo>
                    <a:lnTo>
                      <a:pt x="180" y="54"/>
                    </a:lnTo>
                    <a:lnTo>
                      <a:pt x="178" y="57"/>
                    </a:lnTo>
                    <a:lnTo>
                      <a:pt x="176" y="60"/>
                    </a:lnTo>
                    <a:lnTo>
                      <a:pt x="173" y="60"/>
                    </a:lnTo>
                    <a:lnTo>
                      <a:pt x="173" y="60"/>
                    </a:lnTo>
                    <a:close/>
                    <a:moveTo>
                      <a:pt x="173" y="375"/>
                    </a:moveTo>
                    <a:lnTo>
                      <a:pt x="166" y="375"/>
                    </a:lnTo>
                    <a:lnTo>
                      <a:pt x="166" y="375"/>
                    </a:lnTo>
                    <a:lnTo>
                      <a:pt x="157" y="374"/>
                    </a:lnTo>
                    <a:lnTo>
                      <a:pt x="147" y="371"/>
                    </a:lnTo>
                    <a:lnTo>
                      <a:pt x="139" y="367"/>
                    </a:lnTo>
                    <a:lnTo>
                      <a:pt x="132" y="360"/>
                    </a:lnTo>
                    <a:lnTo>
                      <a:pt x="127" y="354"/>
                    </a:lnTo>
                    <a:lnTo>
                      <a:pt x="123" y="345"/>
                    </a:lnTo>
                    <a:lnTo>
                      <a:pt x="120" y="337"/>
                    </a:lnTo>
                    <a:lnTo>
                      <a:pt x="119" y="328"/>
                    </a:lnTo>
                    <a:lnTo>
                      <a:pt x="119" y="252"/>
                    </a:lnTo>
                    <a:lnTo>
                      <a:pt x="119" y="252"/>
                    </a:lnTo>
                    <a:lnTo>
                      <a:pt x="109" y="244"/>
                    </a:lnTo>
                    <a:lnTo>
                      <a:pt x="100" y="234"/>
                    </a:lnTo>
                    <a:lnTo>
                      <a:pt x="93" y="224"/>
                    </a:lnTo>
                    <a:lnTo>
                      <a:pt x="86" y="213"/>
                    </a:lnTo>
                    <a:lnTo>
                      <a:pt x="86" y="131"/>
                    </a:lnTo>
                    <a:lnTo>
                      <a:pt x="86" y="131"/>
                    </a:lnTo>
                    <a:lnTo>
                      <a:pt x="93" y="121"/>
                    </a:lnTo>
                    <a:lnTo>
                      <a:pt x="101" y="110"/>
                    </a:lnTo>
                    <a:lnTo>
                      <a:pt x="111" y="100"/>
                    </a:lnTo>
                    <a:lnTo>
                      <a:pt x="122" y="92"/>
                    </a:lnTo>
                    <a:lnTo>
                      <a:pt x="132" y="85"/>
                    </a:lnTo>
                    <a:lnTo>
                      <a:pt x="146" y="81"/>
                    </a:lnTo>
                    <a:lnTo>
                      <a:pt x="158" y="79"/>
                    </a:lnTo>
                    <a:lnTo>
                      <a:pt x="173" y="77"/>
                    </a:lnTo>
                    <a:lnTo>
                      <a:pt x="173" y="96"/>
                    </a:lnTo>
                    <a:lnTo>
                      <a:pt x="173" y="96"/>
                    </a:lnTo>
                    <a:lnTo>
                      <a:pt x="158" y="99"/>
                    </a:lnTo>
                    <a:lnTo>
                      <a:pt x="143" y="103"/>
                    </a:lnTo>
                    <a:lnTo>
                      <a:pt x="131" y="110"/>
                    </a:lnTo>
                    <a:lnTo>
                      <a:pt x="119" y="119"/>
                    </a:lnTo>
                    <a:lnTo>
                      <a:pt x="119" y="119"/>
                    </a:lnTo>
                    <a:lnTo>
                      <a:pt x="109" y="130"/>
                    </a:lnTo>
                    <a:lnTo>
                      <a:pt x="103" y="144"/>
                    </a:lnTo>
                    <a:lnTo>
                      <a:pt x="99" y="157"/>
                    </a:lnTo>
                    <a:lnTo>
                      <a:pt x="97" y="172"/>
                    </a:lnTo>
                    <a:lnTo>
                      <a:pt x="97" y="172"/>
                    </a:lnTo>
                    <a:lnTo>
                      <a:pt x="97" y="183"/>
                    </a:lnTo>
                    <a:lnTo>
                      <a:pt x="100" y="192"/>
                    </a:lnTo>
                    <a:lnTo>
                      <a:pt x="103" y="202"/>
                    </a:lnTo>
                    <a:lnTo>
                      <a:pt x="107" y="210"/>
                    </a:lnTo>
                    <a:lnTo>
                      <a:pt x="112" y="218"/>
                    </a:lnTo>
                    <a:lnTo>
                      <a:pt x="119" y="226"/>
                    </a:lnTo>
                    <a:lnTo>
                      <a:pt x="126" y="232"/>
                    </a:lnTo>
                    <a:lnTo>
                      <a:pt x="134" y="237"/>
                    </a:lnTo>
                    <a:lnTo>
                      <a:pt x="134" y="237"/>
                    </a:lnTo>
                    <a:lnTo>
                      <a:pt x="134" y="237"/>
                    </a:lnTo>
                    <a:lnTo>
                      <a:pt x="138" y="241"/>
                    </a:lnTo>
                    <a:lnTo>
                      <a:pt x="139" y="247"/>
                    </a:lnTo>
                    <a:lnTo>
                      <a:pt x="139" y="290"/>
                    </a:lnTo>
                    <a:lnTo>
                      <a:pt x="173" y="290"/>
                    </a:lnTo>
                    <a:lnTo>
                      <a:pt x="173" y="375"/>
                    </a:lnTo>
                    <a:lnTo>
                      <a:pt x="173" y="375"/>
                    </a:lnTo>
                    <a:close/>
                    <a:moveTo>
                      <a:pt x="173" y="0"/>
                    </a:moveTo>
                    <a:lnTo>
                      <a:pt x="173" y="60"/>
                    </a:lnTo>
                    <a:lnTo>
                      <a:pt x="173" y="60"/>
                    </a:lnTo>
                    <a:lnTo>
                      <a:pt x="172" y="60"/>
                    </a:lnTo>
                    <a:lnTo>
                      <a:pt x="172" y="60"/>
                    </a:lnTo>
                    <a:lnTo>
                      <a:pt x="172" y="60"/>
                    </a:lnTo>
                    <a:lnTo>
                      <a:pt x="169" y="60"/>
                    </a:lnTo>
                    <a:lnTo>
                      <a:pt x="166" y="58"/>
                    </a:lnTo>
                    <a:lnTo>
                      <a:pt x="164" y="54"/>
                    </a:lnTo>
                    <a:lnTo>
                      <a:pt x="164" y="52"/>
                    </a:lnTo>
                    <a:lnTo>
                      <a:pt x="164" y="8"/>
                    </a:lnTo>
                    <a:lnTo>
                      <a:pt x="164" y="8"/>
                    </a:lnTo>
                    <a:lnTo>
                      <a:pt x="164" y="6"/>
                    </a:lnTo>
                    <a:lnTo>
                      <a:pt x="166" y="3"/>
                    </a:lnTo>
                    <a:lnTo>
                      <a:pt x="169" y="0"/>
                    </a:lnTo>
                    <a:lnTo>
                      <a:pt x="172" y="0"/>
                    </a:lnTo>
                    <a:lnTo>
                      <a:pt x="172" y="0"/>
                    </a:lnTo>
                    <a:lnTo>
                      <a:pt x="173" y="0"/>
                    </a:lnTo>
                    <a:lnTo>
                      <a:pt x="173" y="0"/>
                    </a:lnTo>
                    <a:close/>
                    <a:moveTo>
                      <a:pt x="86" y="271"/>
                    </a:moveTo>
                    <a:lnTo>
                      <a:pt x="93" y="264"/>
                    </a:lnTo>
                    <a:lnTo>
                      <a:pt x="93" y="264"/>
                    </a:lnTo>
                    <a:lnTo>
                      <a:pt x="94" y="261"/>
                    </a:lnTo>
                    <a:lnTo>
                      <a:pt x="96" y="259"/>
                    </a:lnTo>
                    <a:lnTo>
                      <a:pt x="94" y="255"/>
                    </a:lnTo>
                    <a:lnTo>
                      <a:pt x="93" y="252"/>
                    </a:lnTo>
                    <a:lnTo>
                      <a:pt x="93" y="252"/>
                    </a:lnTo>
                    <a:lnTo>
                      <a:pt x="90" y="251"/>
                    </a:lnTo>
                    <a:lnTo>
                      <a:pt x="86" y="249"/>
                    </a:lnTo>
                    <a:lnTo>
                      <a:pt x="86" y="271"/>
                    </a:lnTo>
                    <a:lnTo>
                      <a:pt x="86" y="271"/>
                    </a:lnTo>
                    <a:close/>
                    <a:moveTo>
                      <a:pt x="86" y="96"/>
                    </a:moveTo>
                    <a:lnTo>
                      <a:pt x="86" y="96"/>
                    </a:lnTo>
                    <a:lnTo>
                      <a:pt x="90" y="95"/>
                    </a:lnTo>
                    <a:lnTo>
                      <a:pt x="93" y="94"/>
                    </a:lnTo>
                    <a:lnTo>
                      <a:pt x="93" y="94"/>
                    </a:lnTo>
                    <a:lnTo>
                      <a:pt x="94" y="91"/>
                    </a:lnTo>
                    <a:lnTo>
                      <a:pt x="96" y="87"/>
                    </a:lnTo>
                    <a:lnTo>
                      <a:pt x="94" y="84"/>
                    </a:lnTo>
                    <a:lnTo>
                      <a:pt x="93" y="81"/>
                    </a:lnTo>
                    <a:lnTo>
                      <a:pt x="86" y="75"/>
                    </a:lnTo>
                    <a:lnTo>
                      <a:pt x="86" y="96"/>
                    </a:lnTo>
                    <a:close/>
                    <a:moveTo>
                      <a:pt x="86" y="213"/>
                    </a:moveTo>
                    <a:lnTo>
                      <a:pt x="86" y="213"/>
                    </a:lnTo>
                    <a:lnTo>
                      <a:pt x="82" y="203"/>
                    </a:lnTo>
                    <a:lnTo>
                      <a:pt x="80" y="194"/>
                    </a:lnTo>
                    <a:lnTo>
                      <a:pt x="78" y="183"/>
                    </a:lnTo>
                    <a:lnTo>
                      <a:pt x="77" y="172"/>
                    </a:lnTo>
                    <a:lnTo>
                      <a:pt x="77" y="172"/>
                    </a:lnTo>
                    <a:lnTo>
                      <a:pt x="78" y="161"/>
                    </a:lnTo>
                    <a:lnTo>
                      <a:pt x="80" y="152"/>
                    </a:lnTo>
                    <a:lnTo>
                      <a:pt x="82" y="141"/>
                    </a:lnTo>
                    <a:lnTo>
                      <a:pt x="86" y="131"/>
                    </a:lnTo>
                    <a:lnTo>
                      <a:pt x="86" y="213"/>
                    </a:lnTo>
                    <a:lnTo>
                      <a:pt x="86" y="213"/>
                    </a:lnTo>
                    <a:close/>
                    <a:moveTo>
                      <a:pt x="86" y="75"/>
                    </a:moveTo>
                    <a:lnTo>
                      <a:pt x="86" y="96"/>
                    </a:lnTo>
                    <a:lnTo>
                      <a:pt x="86" y="96"/>
                    </a:lnTo>
                    <a:lnTo>
                      <a:pt x="84" y="95"/>
                    </a:lnTo>
                    <a:lnTo>
                      <a:pt x="80" y="94"/>
                    </a:lnTo>
                    <a:lnTo>
                      <a:pt x="80" y="94"/>
                    </a:lnTo>
                    <a:lnTo>
                      <a:pt x="50" y="64"/>
                    </a:lnTo>
                    <a:lnTo>
                      <a:pt x="50" y="64"/>
                    </a:lnTo>
                    <a:lnTo>
                      <a:pt x="48" y="60"/>
                    </a:lnTo>
                    <a:lnTo>
                      <a:pt x="47" y="57"/>
                    </a:lnTo>
                    <a:lnTo>
                      <a:pt x="48" y="53"/>
                    </a:lnTo>
                    <a:lnTo>
                      <a:pt x="50" y="50"/>
                    </a:lnTo>
                    <a:lnTo>
                      <a:pt x="50" y="50"/>
                    </a:lnTo>
                    <a:lnTo>
                      <a:pt x="53" y="49"/>
                    </a:lnTo>
                    <a:lnTo>
                      <a:pt x="57" y="48"/>
                    </a:lnTo>
                    <a:lnTo>
                      <a:pt x="59" y="49"/>
                    </a:lnTo>
                    <a:lnTo>
                      <a:pt x="62" y="50"/>
                    </a:lnTo>
                    <a:lnTo>
                      <a:pt x="86" y="75"/>
                    </a:lnTo>
                    <a:lnTo>
                      <a:pt x="86" y="75"/>
                    </a:lnTo>
                    <a:close/>
                    <a:moveTo>
                      <a:pt x="86" y="249"/>
                    </a:moveTo>
                    <a:lnTo>
                      <a:pt x="86" y="271"/>
                    </a:lnTo>
                    <a:lnTo>
                      <a:pt x="62" y="295"/>
                    </a:lnTo>
                    <a:lnTo>
                      <a:pt x="62" y="295"/>
                    </a:lnTo>
                    <a:lnTo>
                      <a:pt x="59" y="297"/>
                    </a:lnTo>
                    <a:lnTo>
                      <a:pt x="57" y="298"/>
                    </a:lnTo>
                    <a:lnTo>
                      <a:pt x="53" y="297"/>
                    </a:lnTo>
                    <a:lnTo>
                      <a:pt x="50" y="295"/>
                    </a:lnTo>
                    <a:lnTo>
                      <a:pt x="50" y="295"/>
                    </a:lnTo>
                    <a:lnTo>
                      <a:pt x="48" y="291"/>
                    </a:lnTo>
                    <a:lnTo>
                      <a:pt x="47" y="289"/>
                    </a:lnTo>
                    <a:lnTo>
                      <a:pt x="48" y="286"/>
                    </a:lnTo>
                    <a:lnTo>
                      <a:pt x="50" y="282"/>
                    </a:lnTo>
                    <a:lnTo>
                      <a:pt x="80" y="252"/>
                    </a:lnTo>
                    <a:lnTo>
                      <a:pt x="80" y="252"/>
                    </a:lnTo>
                    <a:lnTo>
                      <a:pt x="80" y="252"/>
                    </a:lnTo>
                    <a:lnTo>
                      <a:pt x="84" y="251"/>
                    </a:lnTo>
                    <a:lnTo>
                      <a:pt x="86" y="249"/>
                    </a:lnTo>
                    <a:lnTo>
                      <a:pt x="86" y="249"/>
                    </a:lnTo>
                    <a:close/>
                    <a:moveTo>
                      <a:pt x="8" y="164"/>
                    </a:moveTo>
                    <a:lnTo>
                      <a:pt x="8" y="164"/>
                    </a:lnTo>
                    <a:lnTo>
                      <a:pt x="51" y="164"/>
                    </a:lnTo>
                    <a:lnTo>
                      <a:pt x="51" y="164"/>
                    </a:lnTo>
                    <a:lnTo>
                      <a:pt x="54" y="164"/>
                    </a:lnTo>
                    <a:lnTo>
                      <a:pt x="57" y="167"/>
                    </a:lnTo>
                    <a:lnTo>
                      <a:pt x="59" y="169"/>
                    </a:lnTo>
                    <a:lnTo>
                      <a:pt x="59" y="172"/>
                    </a:lnTo>
                    <a:lnTo>
                      <a:pt x="59" y="172"/>
                    </a:lnTo>
                    <a:lnTo>
                      <a:pt x="59" y="176"/>
                    </a:lnTo>
                    <a:lnTo>
                      <a:pt x="57" y="179"/>
                    </a:lnTo>
                    <a:lnTo>
                      <a:pt x="54" y="180"/>
                    </a:lnTo>
                    <a:lnTo>
                      <a:pt x="51" y="182"/>
                    </a:lnTo>
                    <a:lnTo>
                      <a:pt x="8" y="182"/>
                    </a:lnTo>
                    <a:lnTo>
                      <a:pt x="8" y="182"/>
                    </a:lnTo>
                    <a:lnTo>
                      <a:pt x="5" y="180"/>
                    </a:lnTo>
                    <a:lnTo>
                      <a:pt x="2" y="179"/>
                    </a:lnTo>
                    <a:lnTo>
                      <a:pt x="0" y="176"/>
                    </a:lnTo>
                    <a:lnTo>
                      <a:pt x="0" y="172"/>
                    </a:lnTo>
                    <a:lnTo>
                      <a:pt x="0" y="172"/>
                    </a:lnTo>
                    <a:lnTo>
                      <a:pt x="0" y="169"/>
                    </a:lnTo>
                    <a:lnTo>
                      <a:pt x="2" y="167"/>
                    </a:lnTo>
                    <a:lnTo>
                      <a:pt x="5" y="164"/>
                    </a:lnTo>
                    <a:lnTo>
                      <a:pt x="8" y="164"/>
                    </a:lnTo>
                    <a:lnTo>
                      <a:pt x="8" y="164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42" name="íŝļîḋé">
                <a:extLst>
                  <a:ext uri="{FF2B5EF4-FFF2-40B4-BE49-F238E27FC236}">
                    <a16:creationId xmlns:a16="http://schemas.microsoft.com/office/drawing/2014/main" id="{053B707C-108B-2EC1-86B2-DA7C6D888BEB}"/>
                  </a:ext>
                </a:extLst>
              </p:cNvPr>
              <p:cNvSpPr/>
              <p:nvPr/>
            </p:nvSpPr>
            <p:spPr bwMode="auto">
              <a:xfrm>
                <a:off x="1550111" y="1327572"/>
                <a:ext cx="466186" cy="456144"/>
              </a:xfrm>
              <a:custGeom>
                <a:avLst/>
                <a:gdLst>
                  <a:gd name="T0" fmla="*/ 200 w 325"/>
                  <a:gd name="T1" fmla="*/ 35 h 318"/>
                  <a:gd name="T2" fmla="*/ 214 w 325"/>
                  <a:gd name="T3" fmla="*/ 29 h 318"/>
                  <a:gd name="T4" fmla="*/ 215 w 325"/>
                  <a:gd name="T5" fmla="*/ 16 h 318"/>
                  <a:gd name="T6" fmla="*/ 321 w 325"/>
                  <a:gd name="T7" fmla="*/ 177 h 318"/>
                  <a:gd name="T8" fmla="*/ 325 w 325"/>
                  <a:gd name="T9" fmla="*/ 196 h 318"/>
                  <a:gd name="T10" fmla="*/ 314 w 325"/>
                  <a:gd name="T11" fmla="*/ 218 h 318"/>
                  <a:gd name="T12" fmla="*/ 291 w 325"/>
                  <a:gd name="T13" fmla="*/ 158 h 318"/>
                  <a:gd name="T14" fmla="*/ 293 w 325"/>
                  <a:gd name="T15" fmla="*/ 154 h 318"/>
                  <a:gd name="T16" fmla="*/ 194 w 325"/>
                  <a:gd name="T17" fmla="*/ 174 h 318"/>
                  <a:gd name="T18" fmla="*/ 276 w 325"/>
                  <a:gd name="T19" fmla="*/ 126 h 318"/>
                  <a:gd name="T20" fmla="*/ 194 w 325"/>
                  <a:gd name="T21" fmla="*/ 168 h 318"/>
                  <a:gd name="T22" fmla="*/ 261 w 325"/>
                  <a:gd name="T23" fmla="*/ 98 h 318"/>
                  <a:gd name="T24" fmla="*/ 257 w 325"/>
                  <a:gd name="T25" fmla="*/ 96 h 318"/>
                  <a:gd name="T26" fmla="*/ 244 w 325"/>
                  <a:gd name="T27" fmla="*/ 73 h 318"/>
                  <a:gd name="T28" fmla="*/ 244 w 325"/>
                  <a:gd name="T29" fmla="*/ 67 h 318"/>
                  <a:gd name="T30" fmla="*/ 15 w 325"/>
                  <a:gd name="T31" fmla="*/ 116 h 318"/>
                  <a:gd name="T32" fmla="*/ 16 w 325"/>
                  <a:gd name="T33" fmla="*/ 126 h 318"/>
                  <a:gd name="T34" fmla="*/ 34 w 325"/>
                  <a:gd name="T35" fmla="*/ 131 h 318"/>
                  <a:gd name="T36" fmla="*/ 41 w 325"/>
                  <a:gd name="T37" fmla="*/ 117 h 318"/>
                  <a:gd name="T38" fmla="*/ 31 w 325"/>
                  <a:gd name="T39" fmla="*/ 107 h 318"/>
                  <a:gd name="T40" fmla="*/ 51 w 325"/>
                  <a:gd name="T41" fmla="*/ 107 h 318"/>
                  <a:gd name="T42" fmla="*/ 64 w 325"/>
                  <a:gd name="T43" fmla="*/ 113 h 318"/>
                  <a:gd name="T44" fmla="*/ 76 w 325"/>
                  <a:gd name="T45" fmla="*/ 104 h 318"/>
                  <a:gd name="T46" fmla="*/ 70 w 325"/>
                  <a:gd name="T47" fmla="*/ 89 h 318"/>
                  <a:gd name="T48" fmla="*/ 85 w 325"/>
                  <a:gd name="T49" fmla="*/ 81 h 318"/>
                  <a:gd name="T50" fmla="*/ 95 w 325"/>
                  <a:gd name="T51" fmla="*/ 93 h 318"/>
                  <a:gd name="T52" fmla="*/ 108 w 325"/>
                  <a:gd name="T53" fmla="*/ 88 h 318"/>
                  <a:gd name="T54" fmla="*/ 110 w 325"/>
                  <a:gd name="T55" fmla="*/ 74 h 318"/>
                  <a:gd name="T56" fmla="*/ 121 w 325"/>
                  <a:gd name="T57" fmla="*/ 56 h 318"/>
                  <a:gd name="T58" fmla="*/ 125 w 325"/>
                  <a:gd name="T59" fmla="*/ 71 h 318"/>
                  <a:gd name="T60" fmla="*/ 140 w 325"/>
                  <a:gd name="T61" fmla="*/ 73 h 318"/>
                  <a:gd name="T62" fmla="*/ 145 w 325"/>
                  <a:gd name="T63" fmla="*/ 54 h 318"/>
                  <a:gd name="T64" fmla="*/ 156 w 325"/>
                  <a:gd name="T65" fmla="*/ 38 h 318"/>
                  <a:gd name="T66" fmla="*/ 157 w 325"/>
                  <a:gd name="T67" fmla="*/ 47 h 318"/>
                  <a:gd name="T68" fmla="*/ 175 w 325"/>
                  <a:gd name="T69" fmla="*/ 52 h 318"/>
                  <a:gd name="T70" fmla="*/ 181 w 325"/>
                  <a:gd name="T71" fmla="*/ 40 h 318"/>
                  <a:gd name="T72" fmla="*/ 172 w 325"/>
                  <a:gd name="T73" fmla="*/ 28 h 318"/>
                  <a:gd name="T74" fmla="*/ 192 w 325"/>
                  <a:gd name="T75" fmla="*/ 28 h 318"/>
                  <a:gd name="T76" fmla="*/ 47 w 325"/>
                  <a:gd name="T77" fmla="*/ 174 h 318"/>
                  <a:gd name="T78" fmla="*/ 46 w 325"/>
                  <a:gd name="T79" fmla="*/ 178 h 318"/>
                  <a:gd name="T80" fmla="*/ 194 w 325"/>
                  <a:gd name="T81" fmla="*/ 100 h 318"/>
                  <a:gd name="T82" fmla="*/ 62 w 325"/>
                  <a:gd name="T83" fmla="*/ 204 h 318"/>
                  <a:gd name="T84" fmla="*/ 66 w 325"/>
                  <a:gd name="T85" fmla="*/ 208 h 318"/>
                  <a:gd name="T86" fmla="*/ 80 w 325"/>
                  <a:gd name="T87" fmla="*/ 231 h 318"/>
                  <a:gd name="T88" fmla="*/ 79 w 325"/>
                  <a:gd name="T89" fmla="*/ 235 h 318"/>
                  <a:gd name="T90" fmla="*/ 194 w 325"/>
                  <a:gd name="T91" fmla="*/ 174 h 318"/>
                  <a:gd name="T92" fmla="*/ 93 w 325"/>
                  <a:gd name="T93" fmla="*/ 261 h 318"/>
                  <a:gd name="T94" fmla="*/ 98 w 325"/>
                  <a:gd name="T95" fmla="*/ 265 h 318"/>
                  <a:gd name="T96" fmla="*/ 142 w 325"/>
                  <a:gd name="T97" fmla="*/ 314 h 318"/>
                  <a:gd name="T98" fmla="*/ 123 w 325"/>
                  <a:gd name="T99" fmla="*/ 318 h 318"/>
                  <a:gd name="T100" fmla="*/ 102 w 325"/>
                  <a:gd name="T101" fmla="*/ 306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325" h="318">
                    <a:moveTo>
                      <a:pt x="194" y="31"/>
                    </a:moveTo>
                    <a:lnTo>
                      <a:pt x="194" y="31"/>
                    </a:lnTo>
                    <a:lnTo>
                      <a:pt x="196" y="33"/>
                    </a:lnTo>
                    <a:lnTo>
                      <a:pt x="200" y="35"/>
                    </a:lnTo>
                    <a:lnTo>
                      <a:pt x="206" y="35"/>
                    </a:lnTo>
                    <a:lnTo>
                      <a:pt x="210" y="33"/>
                    </a:lnTo>
                    <a:lnTo>
                      <a:pt x="210" y="33"/>
                    </a:lnTo>
                    <a:lnTo>
                      <a:pt x="214" y="29"/>
                    </a:lnTo>
                    <a:lnTo>
                      <a:pt x="215" y="25"/>
                    </a:lnTo>
                    <a:lnTo>
                      <a:pt x="217" y="20"/>
                    </a:lnTo>
                    <a:lnTo>
                      <a:pt x="215" y="16"/>
                    </a:lnTo>
                    <a:lnTo>
                      <a:pt x="215" y="16"/>
                    </a:lnTo>
                    <a:lnTo>
                      <a:pt x="211" y="12"/>
                    </a:lnTo>
                    <a:lnTo>
                      <a:pt x="207" y="9"/>
                    </a:lnTo>
                    <a:lnTo>
                      <a:pt x="223" y="0"/>
                    </a:lnTo>
                    <a:lnTo>
                      <a:pt x="321" y="177"/>
                    </a:lnTo>
                    <a:lnTo>
                      <a:pt x="321" y="177"/>
                    </a:lnTo>
                    <a:lnTo>
                      <a:pt x="324" y="182"/>
                    </a:lnTo>
                    <a:lnTo>
                      <a:pt x="325" y="189"/>
                    </a:lnTo>
                    <a:lnTo>
                      <a:pt x="325" y="196"/>
                    </a:lnTo>
                    <a:lnTo>
                      <a:pt x="324" y="201"/>
                    </a:lnTo>
                    <a:lnTo>
                      <a:pt x="322" y="208"/>
                    </a:lnTo>
                    <a:lnTo>
                      <a:pt x="318" y="212"/>
                    </a:lnTo>
                    <a:lnTo>
                      <a:pt x="314" y="218"/>
                    </a:lnTo>
                    <a:lnTo>
                      <a:pt x="309" y="222"/>
                    </a:lnTo>
                    <a:lnTo>
                      <a:pt x="194" y="285"/>
                    </a:lnTo>
                    <a:lnTo>
                      <a:pt x="194" y="212"/>
                    </a:lnTo>
                    <a:lnTo>
                      <a:pt x="291" y="158"/>
                    </a:lnTo>
                    <a:lnTo>
                      <a:pt x="291" y="158"/>
                    </a:lnTo>
                    <a:lnTo>
                      <a:pt x="293" y="155"/>
                    </a:lnTo>
                    <a:lnTo>
                      <a:pt x="293" y="154"/>
                    </a:lnTo>
                    <a:lnTo>
                      <a:pt x="293" y="154"/>
                    </a:lnTo>
                    <a:lnTo>
                      <a:pt x="291" y="153"/>
                    </a:lnTo>
                    <a:lnTo>
                      <a:pt x="288" y="153"/>
                    </a:lnTo>
                    <a:lnTo>
                      <a:pt x="194" y="205"/>
                    </a:lnTo>
                    <a:lnTo>
                      <a:pt x="194" y="174"/>
                    </a:lnTo>
                    <a:lnTo>
                      <a:pt x="275" y="130"/>
                    </a:lnTo>
                    <a:lnTo>
                      <a:pt x="275" y="130"/>
                    </a:lnTo>
                    <a:lnTo>
                      <a:pt x="276" y="127"/>
                    </a:lnTo>
                    <a:lnTo>
                      <a:pt x="276" y="126"/>
                    </a:lnTo>
                    <a:lnTo>
                      <a:pt x="276" y="126"/>
                    </a:lnTo>
                    <a:lnTo>
                      <a:pt x="275" y="124"/>
                    </a:lnTo>
                    <a:lnTo>
                      <a:pt x="272" y="124"/>
                    </a:lnTo>
                    <a:lnTo>
                      <a:pt x="194" y="168"/>
                    </a:lnTo>
                    <a:lnTo>
                      <a:pt x="194" y="138"/>
                    </a:lnTo>
                    <a:lnTo>
                      <a:pt x="260" y="101"/>
                    </a:lnTo>
                    <a:lnTo>
                      <a:pt x="260" y="101"/>
                    </a:lnTo>
                    <a:lnTo>
                      <a:pt x="261" y="98"/>
                    </a:lnTo>
                    <a:lnTo>
                      <a:pt x="261" y="97"/>
                    </a:lnTo>
                    <a:lnTo>
                      <a:pt x="261" y="97"/>
                    </a:lnTo>
                    <a:lnTo>
                      <a:pt x="259" y="96"/>
                    </a:lnTo>
                    <a:lnTo>
                      <a:pt x="257" y="96"/>
                    </a:lnTo>
                    <a:lnTo>
                      <a:pt x="194" y="131"/>
                    </a:lnTo>
                    <a:lnTo>
                      <a:pt x="194" y="100"/>
                    </a:lnTo>
                    <a:lnTo>
                      <a:pt x="244" y="73"/>
                    </a:lnTo>
                    <a:lnTo>
                      <a:pt x="244" y="73"/>
                    </a:lnTo>
                    <a:lnTo>
                      <a:pt x="245" y="70"/>
                    </a:lnTo>
                    <a:lnTo>
                      <a:pt x="245" y="69"/>
                    </a:lnTo>
                    <a:lnTo>
                      <a:pt x="245" y="69"/>
                    </a:lnTo>
                    <a:lnTo>
                      <a:pt x="244" y="67"/>
                    </a:lnTo>
                    <a:lnTo>
                      <a:pt x="241" y="67"/>
                    </a:lnTo>
                    <a:lnTo>
                      <a:pt x="194" y="93"/>
                    </a:lnTo>
                    <a:lnTo>
                      <a:pt x="194" y="31"/>
                    </a:lnTo>
                    <a:close/>
                    <a:moveTo>
                      <a:pt x="15" y="116"/>
                    </a:moveTo>
                    <a:lnTo>
                      <a:pt x="15" y="116"/>
                    </a:lnTo>
                    <a:lnTo>
                      <a:pt x="15" y="120"/>
                    </a:lnTo>
                    <a:lnTo>
                      <a:pt x="16" y="126"/>
                    </a:lnTo>
                    <a:lnTo>
                      <a:pt x="16" y="126"/>
                    </a:lnTo>
                    <a:lnTo>
                      <a:pt x="19" y="130"/>
                    </a:lnTo>
                    <a:lnTo>
                      <a:pt x="24" y="132"/>
                    </a:lnTo>
                    <a:lnTo>
                      <a:pt x="28" y="132"/>
                    </a:lnTo>
                    <a:lnTo>
                      <a:pt x="34" y="131"/>
                    </a:lnTo>
                    <a:lnTo>
                      <a:pt x="34" y="131"/>
                    </a:lnTo>
                    <a:lnTo>
                      <a:pt x="38" y="127"/>
                    </a:lnTo>
                    <a:lnTo>
                      <a:pt x="41" y="123"/>
                    </a:lnTo>
                    <a:lnTo>
                      <a:pt x="41" y="117"/>
                    </a:lnTo>
                    <a:lnTo>
                      <a:pt x="39" y="113"/>
                    </a:lnTo>
                    <a:lnTo>
                      <a:pt x="39" y="113"/>
                    </a:lnTo>
                    <a:lnTo>
                      <a:pt x="35" y="109"/>
                    </a:lnTo>
                    <a:lnTo>
                      <a:pt x="31" y="107"/>
                    </a:lnTo>
                    <a:lnTo>
                      <a:pt x="50" y="96"/>
                    </a:lnTo>
                    <a:lnTo>
                      <a:pt x="50" y="96"/>
                    </a:lnTo>
                    <a:lnTo>
                      <a:pt x="50" y="101"/>
                    </a:lnTo>
                    <a:lnTo>
                      <a:pt x="51" y="107"/>
                    </a:lnTo>
                    <a:lnTo>
                      <a:pt x="51" y="107"/>
                    </a:lnTo>
                    <a:lnTo>
                      <a:pt x="54" y="111"/>
                    </a:lnTo>
                    <a:lnTo>
                      <a:pt x="60" y="112"/>
                    </a:lnTo>
                    <a:lnTo>
                      <a:pt x="64" y="113"/>
                    </a:lnTo>
                    <a:lnTo>
                      <a:pt x="69" y="111"/>
                    </a:lnTo>
                    <a:lnTo>
                      <a:pt x="69" y="111"/>
                    </a:lnTo>
                    <a:lnTo>
                      <a:pt x="73" y="108"/>
                    </a:lnTo>
                    <a:lnTo>
                      <a:pt x="76" y="104"/>
                    </a:lnTo>
                    <a:lnTo>
                      <a:pt x="76" y="98"/>
                    </a:lnTo>
                    <a:lnTo>
                      <a:pt x="75" y="93"/>
                    </a:lnTo>
                    <a:lnTo>
                      <a:pt x="75" y="93"/>
                    </a:lnTo>
                    <a:lnTo>
                      <a:pt x="70" y="89"/>
                    </a:lnTo>
                    <a:lnTo>
                      <a:pt x="66" y="88"/>
                    </a:lnTo>
                    <a:lnTo>
                      <a:pt x="85" y="77"/>
                    </a:lnTo>
                    <a:lnTo>
                      <a:pt x="85" y="77"/>
                    </a:lnTo>
                    <a:lnTo>
                      <a:pt x="85" y="81"/>
                    </a:lnTo>
                    <a:lnTo>
                      <a:pt x="87" y="86"/>
                    </a:lnTo>
                    <a:lnTo>
                      <a:pt x="87" y="86"/>
                    </a:lnTo>
                    <a:lnTo>
                      <a:pt x="89" y="90"/>
                    </a:lnTo>
                    <a:lnTo>
                      <a:pt x="95" y="93"/>
                    </a:lnTo>
                    <a:lnTo>
                      <a:pt x="99" y="93"/>
                    </a:lnTo>
                    <a:lnTo>
                      <a:pt x="104" y="92"/>
                    </a:lnTo>
                    <a:lnTo>
                      <a:pt x="104" y="92"/>
                    </a:lnTo>
                    <a:lnTo>
                      <a:pt x="108" y="88"/>
                    </a:lnTo>
                    <a:lnTo>
                      <a:pt x="111" y="84"/>
                    </a:lnTo>
                    <a:lnTo>
                      <a:pt x="111" y="78"/>
                    </a:lnTo>
                    <a:lnTo>
                      <a:pt x="110" y="74"/>
                    </a:lnTo>
                    <a:lnTo>
                      <a:pt x="110" y="74"/>
                    </a:lnTo>
                    <a:lnTo>
                      <a:pt x="106" y="70"/>
                    </a:lnTo>
                    <a:lnTo>
                      <a:pt x="102" y="67"/>
                    </a:lnTo>
                    <a:lnTo>
                      <a:pt x="121" y="56"/>
                    </a:lnTo>
                    <a:lnTo>
                      <a:pt x="121" y="56"/>
                    </a:lnTo>
                    <a:lnTo>
                      <a:pt x="121" y="62"/>
                    </a:lnTo>
                    <a:lnTo>
                      <a:pt x="122" y="67"/>
                    </a:lnTo>
                    <a:lnTo>
                      <a:pt x="122" y="67"/>
                    </a:lnTo>
                    <a:lnTo>
                      <a:pt x="125" y="71"/>
                    </a:lnTo>
                    <a:lnTo>
                      <a:pt x="130" y="73"/>
                    </a:lnTo>
                    <a:lnTo>
                      <a:pt x="134" y="74"/>
                    </a:lnTo>
                    <a:lnTo>
                      <a:pt x="140" y="73"/>
                    </a:lnTo>
                    <a:lnTo>
                      <a:pt x="140" y="73"/>
                    </a:lnTo>
                    <a:lnTo>
                      <a:pt x="144" y="69"/>
                    </a:lnTo>
                    <a:lnTo>
                      <a:pt x="146" y="65"/>
                    </a:lnTo>
                    <a:lnTo>
                      <a:pt x="146" y="59"/>
                    </a:lnTo>
                    <a:lnTo>
                      <a:pt x="145" y="54"/>
                    </a:lnTo>
                    <a:lnTo>
                      <a:pt x="145" y="54"/>
                    </a:lnTo>
                    <a:lnTo>
                      <a:pt x="141" y="50"/>
                    </a:lnTo>
                    <a:lnTo>
                      <a:pt x="137" y="48"/>
                    </a:lnTo>
                    <a:lnTo>
                      <a:pt x="156" y="38"/>
                    </a:lnTo>
                    <a:lnTo>
                      <a:pt x="156" y="38"/>
                    </a:lnTo>
                    <a:lnTo>
                      <a:pt x="154" y="43"/>
                    </a:lnTo>
                    <a:lnTo>
                      <a:pt x="157" y="47"/>
                    </a:lnTo>
                    <a:lnTo>
                      <a:pt x="157" y="47"/>
                    </a:lnTo>
                    <a:lnTo>
                      <a:pt x="160" y="51"/>
                    </a:lnTo>
                    <a:lnTo>
                      <a:pt x="164" y="54"/>
                    </a:lnTo>
                    <a:lnTo>
                      <a:pt x="169" y="54"/>
                    </a:lnTo>
                    <a:lnTo>
                      <a:pt x="175" y="52"/>
                    </a:lnTo>
                    <a:lnTo>
                      <a:pt x="175" y="52"/>
                    </a:lnTo>
                    <a:lnTo>
                      <a:pt x="179" y="50"/>
                    </a:lnTo>
                    <a:lnTo>
                      <a:pt x="180" y="44"/>
                    </a:lnTo>
                    <a:lnTo>
                      <a:pt x="181" y="40"/>
                    </a:lnTo>
                    <a:lnTo>
                      <a:pt x="180" y="35"/>
                    </a:lnTo>
                    <a:lnTo>
                      <a:pt x="180" y="35"/>
                    </a:lnTo>
                    <a:lnTo>
                      <a:pt x="176" y="31"/>
                    </a:lnTo>
                    <a:lnTo>
                      <a:pt x="172" y="28"/>
                    </a:lnTo>
                    <a:lnTo>
                      <a:pt x="191" y="19"/>
                    </a:lnTo>
                    <a:lnTo>
                      <a:pt x="191" y="19"/>
                    </a:lnTo>
                    <a:lnTo>
                      <a:pt x="190" y="23"/>
                    </a:lnTo>
                    <a:lnTo>
                      <a:pt x="192" y="28"/>
                    </a:lnTo>
                    <a:lnTo>
                      <a:pt x="192" y="28"/>
                    </a:lnTo>
                    <a:lnTo>
                      <a:pt x="194" y="31"/>
                    </a:lnTo>
                    <a:lnTo>
                      <a:pt x="194" y="93"/>
                    </a:lnTo>
                    <a:lnTo>
                      <a:pt x="47" y="174"/>
                    </a:lnTo>
                    <a:lnTo>
                      <a:pt x="47" y="174"/>
                    </a:lnTo>
                    <a:lnTo>
                      <a:pt x="46" y="176"/>
                    </a:lnTo>
                    <a:lnTo>
                      <a:pt x="46" y="178"/>
                    </a:lnTo>
                    <a:lnTo>
                      <a:pt x="46" y="178"/>
                    </a:lnTo>
                    <a:lnTo>
                      <a:pt x="49" y="180"/>
                    </a:lnTo>
                    <a:lnTo>
                      <a:pt x="50" y="180"/>
                    </a:lnTo>
                    <a:lnTo>
                      <a:pt x="50" y="180"/>
                    </a:lnTo>
                    <a:lnTo>
                      <a:pt x="194" y="100"/>
                    </a:lnTo>
                    <a:lnTo>
                      <a:pt x="194" y="131"/>
                    </a:lnTo>
                    <a:lnTo>
                      <a:pt x="64" y="203"/>
                    </a:lnTo>
                    <a:lnTo>
                      <a:pt x="64" y="203"/>
                    </a:lnTo>
                    <a:lnTo>
                      <a:pt x="62" y="204"/>
                    </a:lnTo>
                    <a:lnTo>
                      <a:pt x="62" y="207"/>
                    </a:lnTo>
                    <a:lnTo>
                      <a:pt x="62" y="207"/>
                    </a:lnTo>
                    <a:lnTo>
                      <a:pt x="64" y="208"/>
                    </a:lnTo>
                    <a:lnTo>
                      <a:pt x="66" y="208"/>
                    </a:lnTo>
                    <a:lnTo>
                      <a:pt x="66" y="208"/>
                    </a:lnTo>
                    <a:lnTo>
                      <a:pt x="194" y="138"/>
                    </a:lnTo>
                    <a:lnTo>
                      <a:pt x="194" y="168"/>
                    </a:lnTo>
                    <a:lnTo>
                      <a:pt x="80" y="231"/>
                    </a:lnTo>
                    <a:lnTo>
                      <a:pt x="80" y="231"/>
                    </a:lnTo>
                    <a:lnTo>
                      <a:pt x="77" y="233"/>
                    </a:lnTo>
                    <a:lnTo>
                      <a:pt x="79" y="235"/>
                    </a:lnTo>
                    <a:lnTo>
                      <a:pt x="79" y="235"/>
                    </a:lnTo>
                    <a:lnTo>
                      <a:pt x="80" y="237"/>
                    </a:lnTo>
                    <a:lnTo>
                      <a:pt x="83" y="237"/>
                    </a:lnTo>
                    <a:lnTo>
                      <a:pt x="83" y="237"/>
                    </a:lnTo>
                    <a:lnTo>
                      <a:pt x="194" y="174"/>
                    </a:lnTo>
                    <a:lnTo>
                      <a:pt x="194" y="205"/>
                    </a:lnTo>
                    <a:lnTo>
                      <a:pt x="95" y="260"/>
                    </a:lnTo>
                    <a:lnTo>
                      <a:pt x="95" y="260"/>
                    </a:lnTo>
                    <a:lnTo>
                      <a:pt x="93" y="261"/>
                    </a:lnTo>
                    <a:lnTo>
                      <a:pt x="93" y="264"/>
                    </a:lnTo>
                    <a:lnTo>
                      <a:pt x="93" y="264"/>
                    </a:lnTo>
                    <a:lnTo>
                      <a:pt x="96" y="265"/>
                    </a:lnTo>
                    <a:lnTo>
                      <a:pt x="98" y="265"/>
                    </a:lnTo>
                    <a:lnTo>
                      <a:pt x="98" y="265"/>
                    </a:lnTo>
                    <a:lnTo>
                      <a:pt x="194" y="212"/>
                    </a:lnTo>
                    <a:lnTo>
                      <a:pt x="194" y="285"/>
                    </a:lnTo>
                    <a:lnTo>
                      <a:pt x="142" y="314"/>
                    </a:lnTo>
                    <a:lnTo>
                      <a:pt x="142" y="314"/>
                    </a:lnTo>
                    <a:lnTo>
                      <a:pt x="137" y="316"/>
                    </a:lnTo>
                    <a:lnTo>
                      <a:pt x="130" y="318"/>
                    </a:lnTo>
                    <a:lnTo>
                      <a:pt x="123" y="318"/>
                    </a:lnTo>
                    <a:lnTo>
                      <a:pt x="118" y="316"/>
                    </a:lnTo>
                    <a:lnTo>
                      <a:pt x="111" y="314"/>
                    </a:lnTo>
                    <a:lnTo>
                      <a:pt x="107" y="311"/>
                    </a:lnTo>
                    <a:lnTo>
                      <a:pt x="102" y="306"/>
                    </a:lnTo>
                    <a:lnTo>
                      <a:pt x="98" y="300"/>
                    </a:lnTo>
                    <a:lnTo>
                      <a:pt x="0" y="124"/>
                    </a:lnTo>
                    <a:lnTo>
                      <a:pt x="15" y="116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43" name="íṡļïḋè">
                <a:extLst>
                  <a:ext uri="{FF2B5EF4-FFF2-40B4-BE49-F238E27FC236}">
                    <a16:creationId xmlns:a16="http://schemas.microsoft.com/office/drawing/2014/main" id="{70A07A54-F528-741D-AB1F-B8CF6F086481}"/>
                  </a:ext>
                </a:extLst>
              </p:cNvPr>
              <p:cNvSpPr/>
              <p:nvPr/>
            </p:nvSpPr>
            <p:spPr bwMode="auto">
              <a:xfrm>
                <a:off x="2582891" y="2406253"/>
                <a:ext cx="712905" cy="466185"/>
              </a:xfrm>
              <a:custGeom>
                <a:avLst/>
                <a:gdLst>
                  <a:gd name="T0" fmla="*/ 497 w 497"/>
                  <a:gd name="T1" fmla="*/ 0 h 325"/>
                  <a:gd name="T2" fmla="*/ 386 w 497"/>
                  <a:gd name="T3" fmla="*/ 37 h 325"/>
                  <a:gd name="T4" fmla="*/ 386 w 497"/>
                  <a:gd name="T5" fmla="*/ 210 h 325"/>
                  <a:gd name="T6" fmla="*/ 386 w 497"/>
                  <a:gd name="T7" fmla="*/ 210 h 325"/>
                  <a:gd name="T8" fmla="*/ 397 w 497"/>
                  <a:gd name="T9" fmla="*/ 209 h 325"/>
                  <a:gd name="T10" fmla="*/ 405 w 497"/>
                  <a:gd name="T11" fmla="*/ 206 h 325"/>
                  <a:gd name="T12" fmla="*/ 409 w 497"/>
                  <a:gd name="T13" fmla="*/ 204 h 325"/>
                  <a:gd name="T14" fmla="*/ 411 w 497"/>
                  <a:gd name="T15" fmla="*/ 201 h 325"/>
                  <a:gd name="T16" fmla="*/ 413 w 497"/>
                  <a:gd name="T17" fmla="*/ 197 h 325"/>
                  <a:gd name="T18" fmla="*/ 413 w 497"/>
                  <a:gd name="T19" fmla="*/ 194 h 325"/>
                  <a:gd name="T20" fmla="*/ 413 w 497"/>
                  <a:gd name="T21" fmla="*/ 118 h 325"/>
                  <a:gd name="T22" fmla="*/ 399 w 497"/>
                  <a:gd name="T23" fmla="*/ 118 h 325"/>
                  <a:gd name="T24" fmla="*/ 399 w 497"/>
                  <a:gd name="T25" fmla="*/ 86 h 325"/>
                  <a:gd name="T26" fmla="*/ 413 w 497"/>
                  <a:gd name="T27" fmla="*/ 86 h 325"/>
                  <a:gd name="T28" fmla="*/ 447 w 497"/>
                  <a:gd name="T29" fmla="*/ 86 h 325"/>
                  <a:gd name="T30" fmla="*/ 462 w 497"/>
                  <a:gd name="T31" fmla="*/ 86 h 325"/>
                  <a:gd name="T32" fmla="*/ 462 w 497"/>
                  <a:gd name="T33" fmla="*/ 118 h 325"/>
                  <a:gd name="T34" fmla="*/ 447 w 497"/>
                  <a:gd name="T35" fmla="*/ 118 h 325"/>
                  <a:gd name="T36" fmla="*/ 447 w 497"/>
                  <a:gd name="T37" fmla="*/ 194 h 325"/>
                  <a:gd name="T38" fmla="*/ 447 w 497"/>
                  <a:gd name="T39" fmla="*/ 194 h 325"/>
                  <a:gd name="T40" fmla="*/ 446 w 497"/>
                  <a:gd name="T41" fmla="*/ 204 h 325"/>
                  <a:gd name="T42" fmla="*/ 442 w 497"/>
                  <a:gd name="T43" fmla="*/ 212 h 325"/>
                  <a:gd name="T44" fmla="*/ 436 w 497"/>
                  <a:gd name="T45" fmla="*/ 220 h 325"/>
                  <a:gd name="T46" fmla="*/ 430 w 497"/>
                  <a:gd name="T47" fmla="*/ 227 h 325"/>
                  <a:gd name="T48" fmla="*/ 420 w 497"/>
                  <a:gd name="T49" fmla="*/ 232 h 325"/>
                  <a:gd name="T50" fmla="*/ 411 w 497"/>
                  <a:gd name="T51" fmla="*/ 236 h 325"/>
                  <a:gd name="T52" fmla="*/ 399 w 497"/>
                  <a:gd name="T53" fmla="*/ 239 h 325"/>
                  <a:gd name="T54" fmla="*/ 386 w 497"/>
                  <a:gd name="T55" fmla="*/ 239 h 325"/>
                  <a:gd name="T56" fmla="*/ 386 w 497"/>
                  <a:gd name="T57" fmla="*/ 289 h 325"/>
                  <a:gd name="T58" fmla="*/ 497 w 497"/>
                  <a:gd name="T59" fmla="*/ 325 h 325"/>
                  <a:gd name="T60" fmla="*/ 497 w 497"/>
                  <a:gd name="T61" fmla="*/ 0 h 325"/>
                  <a:gd name="T62" fmla="*/ 386 w 497"/>
                  <a:gd name="T63" fmla="*/ 37 h 325"/>
                  <a:gd name="T64" fmla="*/ 0 w 497"/>
                  <a:gd name="T65" fmla="*/ 163 h 325"/>
                  <a:gd name="T66" fmla="*/ 386 w 497"/>
                  <a:gd name="T67" fmla="*/ 289 h 325"/>
                  <a:gd name="T68" fmla="*/ 386 w 497"/>
                  <a:gd name="T69" fmla="*/ 239 h 325"/>
                  <a:gd name="T70" fmla="*/ 386 w 497"/>
                  <a:gd name="T71" fmla="*/ 239 h 325"/>
                  <a:gd name="T72" fmla="*/ 374 w 497"/>
                  <a:gd name="T73" fmla="*/ 239 h 325"/>
                  <a:gd name="T74" fmla="*/ 363 w 497"/>
                  <a:gd name="T75" fmla="*/ 236 h 325"/>
                  <a:gd name="T76" fmla="*/ 353 w 497"/>
                  <a:gd name="T77" fmla="*/ 232 h 325"/>
                  <a:gd name="T78" fmla="*/ 343 w 497"/>
                  <a:gd name="T79" fmla="*/ 227 h 325"/>
                  <a:gd name="T80" fmla="*/ 336 w 497"/>
                  <a:gd name="T81" fmla="*/ 220 h 325"/>
                  <a:gd name="T82" fmla="*/ 331 w 497"/>
                  <a:gd name="T83" fmla="*/ 212 h 325"/>
                  <a:gd name="T84" fmla="*/ 327 w 497"/>
                  <a:gd name="T85" fmla="*/ 204 h 325"/>
                  <a:gd name="T86" fmla="*/ 325 w 497"/>
                  <a:gd name="T87" fmla="*/ 194 h 325"/>
                  <a:gd name="T88" fmla="*/ 325 w 497"/>
                  <a:gd name="T89" fmla="*/ 118 h 325"/>
                  <a:gd name="T90" fmla="*/ 311 w 497"/>
                  <a:gd name="T91" fmla="*/ 118 h 325"/>
                  <a:gd name="T92" fmla="*/ 311 w 497"/>
                  <a:gd name="T93" fmla="*/ 86 h 325"/>
                  <a:gd name="T94" fmla="*/ 325 w 497"/>
                  <a:gd name="T95" fmla="*/ 86 h 325"/>
                  <a:gd name="T96" fmla="*/ 359 w 497"/>
                  <a:gd name="T97" fmla="*/ 86 h 325"/>
                  <a:gd name="T98" fmla="*/ 376 w 497"/>
                  <a:gd name="T99" fmla="*/ 86 h 325"/>
                  <a:gd name="T100" fmla="*/ 376 w 497"/>
                  <a:gd name="T101" fmla="*/ 118 h 325"/>
                  <a:gd name="T102" fmla="*/ 359 w 497"/>
                  <a:gd name="T103" fmla="*/ 118 h 325"/>
                  <a:gd name="T104" fmla="*/ 359 w 497"/>
                  <a:gd name="T105" fmla="*/ 194 h 325"/>
                  <a:gd name="T106" fmla="*/ 359 w 497"/>
                  <a:gd name="T107" fmla="*/ 194 h 325"/>
                  <a:gd name="T108" fmla="*/ 361 w 497"/>
                  <a:gd name="T109" fmla="*/ 197 h 325"/>
                  <a:gd name="T110" fmla="*/ 362 w 497"/>
                  <a:gd name="T111" fmla="*/ 201 h 325"/>
                  <a:gd name="T112" fmla="*/ 365 w 497"/>
                  <a:gd name="T113" fmla="*/ 204 h 325"/>
                  <a:gd name="T114" fmla="*/ 367 w 497"/>
                  <a:gd name="T115" fmla="*/ 206 h 325"/>
                  <a:gd name="T116" fmla="*/ 376 w 497"/>
                  <a:gd name="T117" fmla="*/ 209 h 325"/>
                  <a:gd name="T118" fmla="*/ 386 w 497"/>
                  <a:gd name="T119" fmla="*/ 210 h 325"/>
                  <a:gd name="T120" fmla="*/ 386 w 497"/>
                  <a:gd name="T121" fmla="*/ 37 h 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97" h="325">
                    <a:moveTo>
                      <a:pt x="497" y="0"/>
                    </a:moveTo>
                    <a:lnTo>
                      <a:pt x="386" y="37"/>
                    </a:lnTo>
                    <a:lnTo>
                      <a:pt x="386" y="210"/>
                    </a:lnTo>
                    <a:lnTo>
                      <a:pt x="386" y="210"/>
                    </a:lnTo>
                    <a:lnTo>
                      <a:pt x="397" y="209"/>
                    </a:lnTo>
                    <a:lnTo>
                      <a:pt x="405" y="206"/>
                    </a:lnTo>
                    <a:lnTo>
                      <a:pt x="409" y="204"/>
                    </a:lnTo>
                    <a:lnTo>
                      <a:pt x="411" y="201"/>
                    </a:lnTo>
                    <a:lnTo>
                      <a:pt x="413" y="197"/>
                    </a:lnTo>
                    <a:lnTo>
                      <a:pt x="413" y="194"/>
                    </a:lnTo>
                    <a:lnTo>
                      <a:pt x="413" y="118"/>
                    </a:lnTo>
                    <a:lnTo>
                      <a:pt x="399" y="118"/>
                    </a:lnTo>
                    <a:lnTo>
                      <a:pt x="399" y="86"/>
                    </a:lnTo>
                    <a:lnTo>
                      <a:pt x="413" y="86"/>
                    </a:lnTo>
                    <a:lnTo>
                      <a:pt x="447" y="86"/>
                    </a:lnTo>
                    <a:lnTo>
                      <a:pt x="462" y="86"/>
                    </a:lnTo>
                    <a:lnTo>
                      <a:pt x="462" y="118"/>
                    </a:lnTo>
                    <a:lnTo>
                      <a:pt x="447" y="118"/>
                    </a:lnTo>
                    <a:lnTo>
                      <a:pt x="447" y="194"/>
                    </a:lnTo>
                    <a:lnTo>
                      <a:pt x="447" y="194"/>
                    </a:lnTo>
                    <a:lnTo>
                      <a:pt x="446" y="204"/>
                    </a:lnTo>
                    <a:lnTo>
                      <a:pt x="442" y="212"/>
                    </a:lnTo>
                    <a:lnTo>
                      <a:pt x="436" y="220"/>
                    </a:lnTo>
                    <a:lnTo>
                      <a:pt x="430" y="227"/>
                    </a:lnTo>
                    <a:lnTo>
                      <a:pt x="420" y="232"/>
                    </a:lnTo>
                    <a:lnTo>
                      <a:pt x="411" y="236"/>
                    </a:lnTo>
                    <a:lnTo>
                      <a:pt x="399" y="239"/>
                    </a:lnTo>
                    <a:lnTo>
                      <a:pt x="386" y="239"/>
                    </a:lnTo>
                    <a:lnTo>
                      <a:pt x="386" y="289"/>
                    </a:lnTo>
                    <a:lnTo>
                      <a:pt x="497" y="325"/>
                    </a:lnTo>
                    <a:lnTo>
                      <a:pt x="497" y="0"/>
                    </a:lnTo>
                    <a:close/>
                    <a:moveTo>
                      <a:pt x="386" y="37"/>
                    </a:moveTo>
                    <a:lnTo>
                      <a:pt x="0" y="163"/>
                    </a:lnTo>
                    <a:lnTo>
                      <a:pt x="386" y="289"/>
                    </a:lnTo>
                    <a:lnTo>
                      <a:pt x="386" y="239"/>
                    </a:lnTo>
                    <a:lnTo>
                      <a:pt x="386" y="239"/>
                    </a:lnTo>
                    <a:lnTo>
                      <a:pt x="374" y="239"/>
                    </a:lnTo>
                    <a:lnTo>
                      <a:pt x="363" y="236"/>
                    </a:lnTo>
                    <a:lnTo>
                      <a:pt x="353" y="232"/>
                    </a:lnTo>
                    <a:lnTo>
                      <a:pt x="343" y="227"/>
                    </a:lnTo>
                    <a:lnTo>
                      <a:pt x="336" y="220"/>
                    </a:lnTo>
                    <a:lnTo>
                      <a:pt x="331" y="212"/>
                    </a:lnTo>
                    <a:lnTo>
                      <a:pt x="327" y="204"/>
                    </a:lnTo>
                    <a:lnTo>
                      <a:pt x="325" y="194"/>
                    </a:lnTo>
                    <a:lnTo>
                      <a:pt x="325" y="118"/>
                    </a:lnTo>
                    <a:lnTo>
                      <a:pt x="311" y="118"/>
                    </a:lnTo>
                    <a:lnTo>
                      <a:pt x="311" y="86"/>
                    </a:lnTo>
                    <a:lnTo>
                      <a:pt x="325" y="86"/>
                    </a:lnTo>
                    <a:lnTo>
                      <a:pt x="359" y="86"/>
                    </a:lnTo>
                    <a:lnTo>
                      <a:pt x="376" y="86"/>
                    </a:lnTo>
                    <a:lnTo>
                      <a:pt x="376" y="118"/>
                    </a:lnTo>
                    <a:lnTo>
                      <a:pt x="359" y="118"/>
                    </a:lnTo>
                    <a:lnTo>
                      <a:pt x="359" y="194"/>
                    </a:lnTo>
                    <a:lnTo>
                      <a:pt x="359" y="194"/>
                    </a:lnTo>
                    <a:lnTo>
                      <a:pt x="361" y="197"/>
                    </a:lnTo>
                    <a:lnTo>
                      <a:pt x="362" y="201"/>
                    </a:lnTo>
                    <a:lnTo>
                      <a:pt x="365" y="204"/>
                    </a:lnTo>
                    <a:lnTo>
                      <a:pt x="367" y="206"/>
                    </a:lnTo>
                    <a:lnTo>
                      <a:pt x="376" y="209"/>
                    </a:lnTo>
                    <a:lnTo>
                      <a:pt x="386" y="210"/>
                    </a:lnTo>
                    <a:lnTo>
                      <a:pt x="386" y="37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44" name="îşľídê">
                <a:extLst>
                  <a:ext uri="{FF2B5EF4-FFF2-40B4-BE49-F238E27FC236}">
                    <a16:creationId xmlns:a16="http://schemas.microsoft.com/office/drawing/2014/main" id="{40B905B7-6483-89A0-3C29-829847B698BB}"/>
                  </a:ext>
                </a:extLst>
              </p:cNvPr>
              <p:cNvSpPr/>
              <p:nvPr/>
            </p:nvSpPr>
            <p:spPr bwMode="auto">
              <a:xfrm>
                <a:off x="1555848" y="2919774"/>
                <a:ext cx="167827" cy="289752"/>
              </a:xfrm>
              <a:custGeom>
                <a:avLst/>
                <a:gdLst>
                  <a:gd name="T0" fmla="*/ 112713 w 117"/>
                  <a:gd name="T1" fmla="*/ 269875 h 202"/>
                  <a:gd name="T2" fmla="*/ 127000 w 117"/>
                  <a:gd name="T3" fmla="*/ 274638 h 202"/>
                  <a:gd name="T4" fmla="*/ 134938 w 117"/>
                  <a:gd name="T5" fmla="*/ 287338 h 202"/>
                  <a:gd name="T6" fmla="*/ 134938 w 117"/>
                  <a:gd name="T7" fmla="*/ 298450 h 202"/>
                  <a:gd name="T8" fmla="*/ 127000 w 117"/>
                  <a:gd name="T9" fmla="*/ 315913 h 202"/>
                  <a:gd name="T10" fmla="*/ 119063 w 117"/>
                  <a:gd name="T11" fmla="*/ 320675 h 202"/>
                  <a:gd name="T12" fmla="*/ 112713 w 117"/>
                  <a:gd name="T13" fmla="*/ 269875 h 202"/>
                  <a:gd name="T14" fmla="*/ 112713 w 117"/>
                  <a:gd name="T15" fmla="*/ 249238 h 202"/>
                  <a:gd name="T16" fmla="*/ 112713 w 117"/>
                  <a:gd name="T17" fmla="*/ 107950 h 202"/>
                  <a:gd name="T18" fmla="*/ 127000 w 117"/>
                  <a:gd name="T19" fmla="*/ 122238 h 202"/>
                  <a:gd name="T20" fmla="*/ 134938 w 117"/>
                  <a:gd name="T21" fmla="*/ 144463 h 202"/>
                  <a:gd name="T22" fmla="*/ 146050 w 117"/>
                  <a:gd name="T23" fmla="*/ 184150 h 202"/>
                  <a:gd name="T24" fmla="*/ 149225 w 117"/>
                  <a:gd name="T25" fmla="*/ 190500 h 202"/>
                  <a:gd name="T26" fmla="*/ 158750 w 117"/>
                  <a:gd name="T27" fmla="*/ 200025 h 202"/>
                  <a:gd name="T28" fmla="*/ 174625 w 117"/>
                  <a:gd name="T29" fmla="*/ 201613 h 202"/>
                  <a:gd name="T30" fmla="*/ 185738 w 117"/>
                  <a:gd name="T31" fmla="*/ 230188 h 202"/>
                  <a:gd name="T32" fmla="*/ 104775 w 117"/>
                  <a:gd name="T33" fmla="*/ 269875 h 202"/>
                  <a:gd name="T34" fmla="*/ 112713 w 117"/>
                  <a:gd name="T35" fmla="*/ 269875 h 202"/>
                  <a:gd name="T36" fmla="*/ 112713 w 117"/>
                  <a:gd name="T37" fmla="*/ 320675 h 202"/>
                  <a:gd name="T38" fmla="*/ 96838 w 117"/>
                  <a:gd name="T39" fmla="*/ 315913 h 202"/>
                  <a:gd name="T40" fmla="*/ 88900 w 117"/>
                  <a:gd name="T41" fmla="*/ 300038 h 202"/>
                  <a:gd name="T42" fmla="*/ 88900 w 117"/>
                  <a:gd name="T43" fmla="*/ 292100 h 202"/>
                  <a:gd name="T44" fmla="*/ 96838 w 117"/>
                  <a:gd name="T45" fmla="*/ 274638 h 202"/>
                  <a:gd name="T46" fmla="*/ 104775 w 117"/>
                  <a:gd name="T47" fmla="*/ 269875 h 202"/>
                  <a:gd name="T48" fmla="*/ 112713 w 117"/>
                  <a:gd name="T49" fmla="*/ 107950 h 202"/>
                  <a:gd name="T50" fmla="*/ 95250 w 117"/>
                  <a:gd name="T51" fmla="*/ 98425 h 202"/>
                  <a:gd name="T52" fmla="*/ 74613 w 117"/>
                  <a:gd name="T53" fmla="*/ 96838 h 202"/>
                  <a:gd name="T54" fmla="*/ 53975 w 117"/>
                  <a:gd name="T55" fmla="*/ 12700 h 202"/>
                  <a:gd name="T56" fmla="*/ 46038 w 117"/>
                  <a:gd name="T57" fmla="*/ 1588 h 202"/>
                  <a:gd name="T58" fmla="*/ 30163 w 117"/>
                  <a:gd name="T59" fmla="*/ 0 h 202"/>
                  <a:gd name="T60" fmla="*/ 23813 w 117"/>
                  <a:gd name="T61" fmla="*/ 1588 h 202"/>
                  <a:gd name="T62" fmla="*/ 15875 w 117"/>
                  <a:gd name="T63" fmla="*/ 14288 h 202"/>
                  <a:gd name="T64" fmla="*/ 38100 w 117"/>
                  <a:gd name="T65" fmla="*/ 104775 h 202"/>
                  <a:gd name="T66" fmla="*/ 30163 w 117"/>
                  <a:gd name="T67" fmla="*/ 111125 h 202"/>
                  <a:gd name="T68" fmla="*/ 17463 w 117"/>
                  <a:gd name="T69" fmla="*/ 123825 h 202"/>
                  <a:gd name="T70" fmla="*/ 9525 w 117"/>
                  <a:gd name="T71" fmla="*/ 144463 h 202"/>
                  <a:gd name="T72" fmla="*/ 6350 w 117"/>
                  <a:gd name="T73" fmla="*/ 165100 h 202"/>
                  <a:gd name="T74" fmla="*/ 9525 w 117"/>
                  <a:gd name="T75" fmla="*/ 176213 h 202"/>
                  <a:gd name="T76" fmla="*/ 19050 w 117"/>
                  <a:gd name="T77" fmla="*/ 219075 h 202"/>
                  <a:gd name="T78" fmla="*/ 19050 w 117"/>
                  <a:gd name="T79" fmla="*/ 225425 h 202"/>
                  <a:gd name="T80" fmla="*/ 15875 w 117"/>
                  <a:gd name="T81" fmla="*/ 236538 h 202"/>
                  <a:gd name="T82" fmla="*/ 4763 w 117"/>
                  <a:gd name="T83" fmla="*/ 247650 h 202"/>
                  <a:gd name="T84" fmla="*/ 9525 w 117"/>
                  <a:gd name="T85" fmla="*/ 277813 h 202"/>
                  <a:gd name="T86" fmla="*/ 112713 w 117"/>
                  <a:gd name="T87" fmla="*/ 107950 h 20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117" h="202">
                    <a:moveTo>
                      <a:pt x="71" y="170"/>
                    </a:moveTo>
                    <a:lnTo>
                      <a:pt x="71" y="170"/>
                    </a:lnTo>
                    <a:lnTo>
                      <a:pt x="76" y="170"/>
                    </a:lnTo>
                    <a:lnTo>
                      <a:pt x="80" y="173"/>
                    </a:lnTo>
                    <a:lnTo>
                      <a:pt x="84" y="177"/>
                    </a:lnTo>
                    <a:lnTo>
                      <a:pt x="85" y="181"/>
                    </a:lnTo>
                    <a:lnTo>
                      <a:pt x="85" y="188"/>
                    </a:lnTo>
                    <a:lnTo>
                      <a:pt x="84" y="193"/>
                    </a:lnTo>
                    <a:lnTo>
                      <a:pt x="80" y="199"/>
                    </a:lnTo>
                    <a:lnTo>
                      <a:pt x="75" y="202"/>
                    </a:lnTo>
                    <a:lnTo>
                      <a:pt x="71" y="202"/>
                    </a:lnTo>
                    <a:lnTo>
                      <a:pt x="71" y="170"/>
                    </a:lnTo>
                    <a:close/>
                    <a:moveTo>
                      <a:pt x="71" y="157"/>
                    </a:moveTo>
                    <a:lnTo>
                      <a:pt x="71" y="68"/>
                    </a:lnTo>
                    <a:lnTo>
                      <a:pt x="76" y="72"/>
                    </a:lnTo>
                    <a:lnTo>
                      <a:pt x="80" y="77"/>
                    </a:lnTo>
                    <a:lnTo>
                      <a:pt x="83" y="84"/>
                    </a:lnTo>
                    <a:lnTo>
                      <a:pt x="85" y="91"/>
                    </a:lnTo>
                    <a:lnTo>
                      <a:pt x="92" y="116"/>
                    </a:lnTo>
                    <a:lnTo>
                      <a:pt x="94" y="120"/>
                    </a:lnTo>
                    <a:lnTo>
                      <a:pt x="96" y="123"/>
                    </a:lnTo>
                    <a:lnTo>
                      <a:pt x="100" y="126"/>
                    </a:lnTo>
                    <a:lnTo>
                      <a:pt x="103" y="127"/>
                    </a:lnTo>
                    <a:lnTo>
                      <a:pt x="110" y="127"/>
                    </a:lnTo>
                    <a:lnTo>
                      <a:pt x="112" y="127"/>
                    </a:lnTo>
                    <a:lnTo>
                      <a:pt x="117" y="145"/>
                    </a:lnTo>
                    <a:lnTo>
                      <a:pt x="71" y="157"/>
                    </a:lnTo>
                    <a:close/>
                    <a:moveTo>
                      <a:pt x="66" y="170"/>
                    </a:moveTo>
                    <a:lnTo>
                      <a:pt x="66" y="170"/>
                    </a:lnTo>
                    <a:lnTo>
                      <a:pt x="71" y="170"/>
                    </a:lnTo>
                    <a:lnTo>
                      <a:pt x="71" y="202"/>
                    </a:lnTo>
                    <a:lnTo>
                      <a:pt x="65" y="200"/>
                    </a:lnTo>
                    <a:lnTo>
                      <a:pt x="61" y="199"/>
                    </a:lnTo>
                    <a:lnTo>
                      <a:pt x="57" y="195"/>
                    </a:lnTo>
                    <a:lnTo>
                      <a:pt x="56" y="189"/>
                    </a:lnTo>
                    <a:lnTo>
                      <a:pt x="56" y="184"/>
                    </a:lnTo>
                    <a:lnTo>
                      <a:pt x="57" y="179"/>
                    </a:lnTo>
                    <a:lnTo>
                      <a:pt x="61" y="173"/>
                    </a:lnTo>
                    <a:lnTo>
                      <a:pt x="66" y="170"/>
                    </a:lnTo>
                    <a:close/>
                    <a:moveTo>
                      <a:pt x="71" y="68"/>
                    </a:moveTo>
                    <a:lnTo>
                      <a:pt x="71" y="68"/>
                    </a:lnTo>
                    <a:lnTo>
                      <a:pt x="65" y="65"/>
                    </a:lnTo>
                    <a:lnTo>
                      <a:pt x="60" y="62"/>
                    </a:lnTo>
                    <a:lnTo>
                      <a:pt x="54" y="61"/>
                    </a:lnTo>
                    <a:lnTo>
                      <a:pt x="47" y="61"/>
                    </a:lnTo>
                    <a:lnTo>
                      <a:pt x="34" y="8"/>
                    </a:lnTo>
                    <a:lnTo>
                      <a:pt x="31" y="4"/>
                    </a:lnTo>
                    <a:lnTo>
                      <a:pt x="29" y="1"/>
                    </a:lnTo>
                    <a:lnTo>
                      <a:pt x="24" y="0"/>
                    </a:lnTo>
                    <a:lnTo>
                      <a:pt x="19" y="0"/>
                    </a:lnTo>
                    <a:lnTo>
                      <a:pt x="15" y="1"/>
                    </a:lnTo>
                    <a:lnTo>
                      <a:pt x="12" y="5"/>
                    </a:lnTo>
                    <a:lnTo>
                      <a:pt x="10" y="9"/>
                    </a:lnTo>
                    <a:lnTo>
                      <a:pt x="11" y="15"/>
                    </a:lnTo>
                    <a:lnTo>
                      <a:pt x="24" y="66"/>
                    </a:lnTo>
                    <a:lnTo>
                      <a:pt x="19" y="70"/>
                    </a:lnTo>
                    <a:lnTo>
                      <a:pt x="15" y="74"/>
                    </a:lnTo>
                    <a:lnTo>
                      <a:pt x="11" y="78"/>
                    </a:lnTo>
                    <a:lnTo>
                      <a:pt x="7" y="84"/>
                    </a:lnTo>
                    <a:lnTo>
                      <a:pt x="6" y="91"/>
                    </a:lnTo>
                    <a:lnTo>
                      <a:pt x="4" y="96"/>
                    </a:lnTo>
                    <a:lnTo>
                      <a:pt x="4" y="104"/>
                    </a:lnTo>
                    <a:lnTo>
                      <a:pt x="6" y="111"/>
                    </a:lnTo>
                    <a:lnTo>
                      <a:pt x="12" y="138"/>
                    </a:lnTo>
                    <a:lnTo>
                      <a:pt x="12" y="142"/>
                    </a:lnTo>
                    <a:lnTo>
                      <a:pt x="12" y="146"/>
                    </a:lnTo>
                    <a:lnTo>
                      <a:pt x="10" y="149"/>
                    </a:lnTo>
                    <a:lnTo>
                      <a:pt x="8" y="152"/>
                    </a:lnTo>
                    <a:lnTo>
                      <a:pt x="3" y="156"/>
                    </a:lnTo>
                    <a:lnTo>
                      <a:pt x="0" y="157"/>
                    </a:lnTo>
                    <a:lnTo>
                      <a:pt x="6" y="175"/>
                    </a:lnTo>
                    <a:lnTo>
                      <a:pt x="71" y="157"/>
                    </a:lnTo>
                    <a:lnTo>
                      <a:pt x="71" y="68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 fontScale="8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45" name="iṡliḋe">
                <a:extLst>
                  <a:ext uri="{FF2B5EF4-FFF2-40B4-BE49-F238E27FC236}">
                    <a16:creationId xmlns:a16="http://schemas.microsoft.com/office/drawing/2014/main" id="{66B4AFC8-467C-0E52-A4BC-309605D6EC30}"/>
                  </a:ext>
                </a:extLst>
              </p:cNvPr>
              <p:cNvSpPr/>
              <p:nvPr/>
            </p:nvSpPr>
            <p:spPr bwMode="auto">
              <a:xfrm>
                <a:off x="2851127" y="1917116"/>
                <a:ext cx="334219" cy="411678"/>
              </a:xfrm>
              <a:custGeom>
                <a:avLst/>
                <a:gdLst>
                  <a:gd name="T0" fmla="*/ 260350 w 233"/>
                  <a:gd name="T1" fmla="*/ 0 h 287"/>
                  <a:gd name="T2" fmla="*/ 369888 w 233"/>
                  <a:gd name="T3" fmla="*/ 393700 h 287"/>
                  <a:gd name="T4" fmla="*/ 342900 w 233"/>
                  <a:gd name="T5" fmla="*/ 444500 h 287"/>
                  <a:gd name="T6" fmla="*/ 260350 w 233"/>
                  <a:gd name="T7" fmla="*/ 358775 h 287"/>
                  <a:gd name="T8" fmla="*/ 284163 w 233"/>
                  <a:gd name="T9" fmla="*/ 346075 h 287"/>
                  <a:gd name="T10" fmla="*/ 307975 w 233"/>
                  <a:gd name="T11" fmla="*/ 303213 h 287"/>
                  <a:gd name="T12" fmla="*/ 307975 w 233"/>
                  <a:gd name="T13" fmla="*/ 249238 h 287"/>
                  <a:gd name="T14" fmla="*/ 282575 w 233"/>
                  <a:gd name="T15" fmla="*/ 234950 h 287"/>
                  <a:gd name="T16" fmla="*/ 260350 w 233"/>
                  <a:gd name="T17" fmla="*/ 187325 h 287"/>
                  <a:gd name="T18" fmla="*/ 265113 w 233"/>
                  <a:gd name="T19" fmla="*/ 333375 h 287"/>
                  <a:gd name="T20" fmla="*/ 285750 w 233"/>
                  <a:gd name="T21" fmla="*/ 277813 h 287"/>
                  <a:gd name="T22" fmla="*/ 277813 w 233"/>
                  <a:gd name="T23" fmla="*/ 254000 h 287"/>
                  <a:gd name="T24" fmla="*/ 260350 w 233"/>
                  <a:gd name="T25" fmla="*/ 254000 h 287"/>
                  <a:gd name="T26" fmla="*/ 211138 w 233"/>
                  <a:gd name="T27" fmla="*/ 22225 h 287"/>
                  <a:gd name="T28" fmla="*/ 260350 w 233"/>
                  <a:gd name="T29" fmla="*/ 187325 h 287"/>
                  <a:gd name="T30" fmla="*/ 215900 w 233"/>
                  <a:gd name="T31" fmla="*/ 176213 h 287"/>
                  <a:gd name="T32" fmla="*/ 211138 w 233"/>
                  <a:gd name="T33" fmla="*/ 455613 h 287"/>
                  <a:gd name="T34" fmla="*/ 222250 w 233"/>
                  <a:gd name="T35" fmla="*/ 355600 h 287"/>
                  <a:gd name="T36" fmla="*/ 260350 w 233"/>
                  <a:gd name="T37" fmla="*/ 455613 h 287"/>
                  <a:gd name="T38" fmla="*/ 242888 w 233"/>
                  <a:gd name="T39" fmla="*/ 319088 h 287"/>
                  <a:gd name="T40" fmla="*/ 247650 w 233"/>
                  <a:gd name="T41" fmla="*/ 333375 h 287"/>
                  <a:gd name="T42" fmla="*/ 260350 w 233"/>
                  <a:gd name="T43" fmla="*/ 254000 h 287"/>
                  <a:gd name="T44" fmla="*/ 152400 w 233"/>
                  <a:gd name="T45" fmla="*/ 0 h 287"/>
                  <a:gd name="T46" fmla="*/ 211138 w 233"/>
                  <a:gd name="T47" fmla="*/ 174625 h 287"/>
                  <a:gd name="T48" fmla="*/ 163513 w 233"/>
                  <a:gd name="T49" fmla="*/ 182563 h 287"/>
                  <a:gd name="T50" fmla="*/ 152400 w 233"/>
                  <a:gd name="T51" fmla="*/ 455613 h 287"/>
                  <a:gd name="T52" fmla="*/ 209550 w 233"/>
                  <a:gd name="T53" fmla="*/ 314325 h 287"/>
                  <a:gd name="T54" fmla="*/ 211138 w 233"/>
                  <a:gd name="T55" fmla="*/ 346075 h 287"/>
                  <a:gd name="T56" fmla="*/ 160338 w 233"/>
                  <a:gd name="T57" fmla="*/ 268288 h 287"/>
                  <a:gd name="T58" fmla="*/ 152400 w 233"/>
                  <a:gd name="T59" fmla="*/ 254000 h 287"/>
                  <a:gd name="T60" fmla="*/ 152400 w 233"/>
                  <a:gd name="T61" fmla="*/ 211138 h 287"/>
                  <a:gd name="T62" fmla="*/ 130175 w 233"/>
                  <a:gd name="T63" fmla="*/ 22225 h 287"/>
                  <a:gd name="T64" fmla="*/ 152400 w 233"/>
                  <a:gd name="T65" fmla="*/ 192088 h 287"/>
                  <a:gd name="T66" fmla="*/ 130175 w 233"/>
                  <a:gd name="T67" fmla="*/ 79375 h 287"/>
                  <a:gd name="T68" fmla="*/ 130175 w 233"/>
                  <a:gd name="T69" fmla="*/ 260350 h 287"/>
                  <a:gd name="T70" fmla="*/ 152400 w 233"/>
                  <a:gd name="T71" fmla="*/ 358775 h 287"/>
                  <a:gd name="T72" fmla="*/ 142875 w 233"/>
                  <a:gd name="T73" fmla="*/ 228600 h 287"/>
                  <a:gd name="T74" fmla="*/ 63500 w 233"/>
                  <a:gd name="T75" fmla="*/ 0 h 287"/>
                  <a:gd name="T76" fmla="*/ 42863 w 233"/>
                  <a:gd name="T77" fmla="*/ 23813 h 287"/>
                  <a:gd name="T78" fmla="*/ 26988 w 233"/>
                  <a:gd name="T79" fmla="*/ 49213 h 287"/>
                  <a:gd name="T80" fmla="*/ 130175 w 233"/>
                  <a:gd name="T81" fmla="*/ 79375 h 287"/>
                  <a:gd name="T82" fmla="*/ 96838 w 233"/>
                  <a:gd name="T83" fmla="*/ 246063 h 287"/>
                  <a:gd name="T84" fmla="*/ 60325 w 233"/>
                  <a:gd name="T85" fmla="*/ 254000 h 287"/>
                  <a:gd name="T86" fmla="*/ 46038 w 233"/>
                  <a:gd name="T87" fmla="*/ 276225 h 287"/>
                  <a:gd name="T88" fmla="*/ 63500 w 233"/>
                  <a:gd name="T89" fmla="*/ 290513 h 287"/>
                  <a:gd name="T90" fmla="*/ 73025 w 233"/>
                  <a:gd name="T91" fmla="*/ 284163 h 287"/>
                  <a:gd name="T92" fmla="*/ 71438 w 233"/>
                  <a:gd name="T93" fmla="*/ 273050 h 287"/>
                  <a:gd name="T94" fmla="*/ 90488 w 233"/>
                  <a:gd name="T95" fmla="*/ 260350 h 287"/>
                  <a:gd name="T96" fmla="*/ 76200 w 233"/>
                  <a:gd name="T97" fmla="*/ 309563 h 287"/>
                  <a:gd name="T98" fmla="*/ 65088 w 233"/>
                  <a:gd name="T99" fmla="*/ 369888 h 287"/>
                  <a:gd name="T100" fmla="*/ 84138 w 233"/>
                  <a:gd name="T101" fmla="*/ 387350 h 287"/>
                  <a:gd name="T102" fmla="*/ 95250 w 233"/>
                  <a:gd name="T103" fmla="*/ 374650 h 287"/>
                  <a:gd name="T104" fmla="*/ 115888 w 233"/>
                  <a:gd name="T105" fmla="*/ 284163 h 287"/>
                  <a:gd name="T106" fmla="*/ 63500 w 233"/>
                  <a:gd name="T107" fmla="*/ 455613 h 287"/>
                  <a:gd name="T108" fmla="*/ 20638 w 233"/>
                  <a:gd name="T109" fmla="*/ 436563 h 287"/>
                  <a:gd name="T110" fmla="*/ 0 w 233"/>
                  <a:gd name="T111" fmla="*/ 61913 h 287"/>
                  <a:gd name="T112" fmla="*/ 20638 w 233"/>
                  <a:gd name="T113" fmla="*/ 19050 h 287"/>
                  <a:gd name="T114" fmla="*/ 63500 w 233"/>
                  <a:gd name="T115" fmla="*/ 0 h 287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0" t="0" r="r" b="b"/>
                <a:pathLst>
                  <a:path w="233" h="287">
                    <a:moveTo>
                      <a:pt x="164" y="0"/>
                    </a:moveTo>
                    <a:lnTo>
                      <a:pt x="233" y="0"/>
                    </a:lnTo>
                    <a:lnTo>
                      <a:pt x="233" y="14"/>
                    </a:lnTo>
                    <a:lnTo>
                      <a:pt x="164" y="14"/>
                    </a:lnTo>
                    <a:lnTo>
                      <a:pt x="164" y="0"/>
                    </a:lnTo>
                    <a:close/>
                    <a:moveTo>
                      <a:pt x="164" y="50"/>
                    </a:moveTo>
                    <a:lnTo>
                      <a:pt x="233" y="50"/>
                    </a:lnTo>
                    <a:lnTo>
                      <a:pt x="233" y="248"/>
                    </a:lnTo>
                    <a:lnTo>
                      <a:pt x="232" y="256"/>
                    </a:lnTo>
                    <a:lnTo>
                      <a:pt x="229" y="263"/>
                    </a:lnTo>
                    <a:lnTo>
                      <a:pt x="226" y="270"/>
                    </a:lnTo>
                    <a:lnTo>
                      <a:pt x="221" y="275"/>
                    </a:lnTo>
                    <a:lnTo>
                      <a:pt x="216" y="280"/>
                    </a:lnTo>
                    <a:lnTo>
                      <a:pt x="209" y="285"/>
                    </a:lnTo>
                    <a:lnTo>
                      <a:pt x="202" y="286"/>
                    </a:lnTo>
                    <a:lnTo>
                      <a:pt x="194" y="287"/>
                    </a:lnTo>
                    <a:lnTo>
                      <a:pt x="164" y="287"/>
                    </a:lnTo>
                    <a:lnTo>
                      <a:pt x="164" y="226"/>
                    </a:lnTo>
                    <a:lnTo>
                      <a:pt x="168" y="225"/>
                    </a:lnTo>
                    <a:lnTo>
                      <a:pt x="174" y="222"/>
                    </a:lnTo>
                    <a:lnTo>
                      <a:pt x="179" y="218"/>
                    </a:lnTo>
                    <a:lnTo>
                      <a:pt x="183" y="213"/>
                    </a:lnTo>
                    <a:lnTo>
                      <a:pt x="187" y="207"/>
                    </a:lnTo>
                    <a:lnTo>
                      <a:pt x="191" y="199"/>
                    </a:lnTo>
                    <a:lnTo>
                      <a:pt x="194" y="191"/>
                    </a:lnTo>
                    <a:lnTo>
                      <a:pt x="195" y="183"/>
                    </a:lnTo>
                    <a:lnTo>
                      <a:pt x="195" y="175"/>
                    </a:lnTo>
                    <a:lnTo>
                      <a:pt x="195" y="163"/>
                    </a:lnTo>
                    <a:lnTo>
                      <a:pt x="194" y="157"/>
                    </a:lnTo>
                    <a:lnTo>
                      <a:pt x="191" y="155"/>
                    </a:lnTo>
                    <a:lnTo>
                      <a:pt x="189" y="151"/>
                    </a:lnTo>
                    <a:lnTo>
                      <a:pt x="186" y="149"/>
                    </a:lnTo>
                    <a:lnTo>
                      <a:pt x="182" y="148"/>
                    </a:lnTo>
                    <a:lnTo>
                      <a:pt x="178" y="148"/>
                    </a:lnTo>
                    <a:lnTo>
                      <a:pt x="171" y="149"/>
                    </a:lnTo>
                    <a:lnTo>
                      <a:pt x="164" y="152"/>
                    </a:lnTo>
                    <a:lnTo>
                      <a:pt x="172" y="117"/>
                    </a:lnTo>
                    <a:lnTo>
                      <a:pt x="164" y="118"/>
                    </a:lnTo>
                    <a:lnTo>
                      <a:pt x="164" y="50"/>
                    </a:lnTo>
                    <a:close/>
                    <a:moveTo>
                      <a:pt x="164" y="211"/>
                    </a:moveTo>
                    <a:lnTo>
                      <a:pt x="164" y="211"/>
                    </a:lnTo>
                    <a:lnTo>
                      <a:pt x="167" y="210"/>
                    </a:lnTo>
                    <a:lnTo>
                      <a:pt x="170" y="207"/>
                    </a:lnTo>
                    <a:lnTo>
                      <a:pt x="175" y="199"/>
                    </a:lnTo>
                    <a:lnTo>
                      <a:pt x="179" y="187"/>
                    </a:lnTo>
                    <a:lnTo>
                      <a:pt x="180" y="175"/>
                    </a:lnTo>
                    <a:lnTo>
                      <a:pt x="179" y="165"/>
                    </a:lnTo>
                    <a:lnTo>
                      <a:pt x="178" y="163"/>
                    </a:lnTo>
                    <a:lnTo>
                      <a:pt x="175" y="160"/>
                    </a:lnTo>
                    <a:lnTo>
                      <a:pt x="172" y="159"/>
                    </a:lnTo>
                    <a:lnTo>
                      <a:pt x="167" y="159"/>
                    </a:lnTo>
                    <a:lnTo>
                      <a:pt x="164" y="160"/>
                    </a:lnTo>
                    <a:lnTo>
                      <a:pt x="164" y="211"/>
                    </a:lnTo>
                    <a:close/>
                    <a:moveTo>
                      <a:pt x="133" y="0"/>
                    </a:moveTo>
                    <a:lnTo>
                      <a:pt x="164" y="0"/>
                    </a:lnTo>
                    <a:lnTo>
                      <a:pt x="164" y="14"/>
                    </a:lnTo>
                    <a:lnTo>
                      <a:pt x="133" y="14"/>
                    </a:lnTo>
                    <a:lnTo>
                      <a:pt x="133" y="0"/>
                    </a:lnTo>
                    <a:close/>
                    <a:moveTo>
                      <a:pt x="133" y="50"/>
                    </a:moveTo>
                    <a:lnTo>
                      <a:pt x="164" y="50"/>
                    </a:lnTo>
                    <a:lnTo>
                      <a:pt x="164" y="118"/>
                    </a:lnTo>
                    <a:lnTo>
                      <a:pt x="149" y="119"/>
                    </a:lnTo>
                    <a:lnTo>
                      <a:pt x="133" y="192"/>
                    </a:lnTo>
                    <a:lnTo>
                      <a:pt x="133" y="122"/>
                    </a:lnTo>
                    <a:lnTo>
                      <a:pt x="136" y="111"/>
                    </a:lnTo>
                    <a:lnTo>
                      <a:pt x="133" y="110"/>
                    </a:lnTo>
                    <a:lnTo>
                      <a:pt x="133" y="50"/>
                    </a:lnTo>
                    <a:close/>
                    <a:moveTo>
                      <a:pt x="164" y="287"/>
                    </a:moveTo>
                    <a:lnTo>
                      <a:pt x="133" y="287"/>
                    </a:lnTo>
                    <a:lnTo>
                      <a:pt x="133" y="218"/>
                    </a:lnTo>
                    <a:lnTo>
                      <a:pt x="137" y="222"/>
                    </a:lnTo>
                    <a:lnTo>
                      <a:pt x="140" y="224"/>
                    </a:lnTo>
                    <a:lnTo>
                      <a:pt x="143" y="226"/>
                    </a:lnTo>
                    <a:lnTo>
                      <a:pt x="152" y="228"/>
                    </a:lnTo>
                    <a:lnTo>
                      <a:pt x="164" y="226"/>
                    </a:lnTo>
                    <a:lnTo>
                      <a:pt x="164" y="287"/>
                    </a:lnTo>
                    <a:close/>
                    <a:moveTo>
                      <a:pt x="164" y="160"/>
                    </a:moveTo>
                    <a:lnTo>
                      <a:pt x="164" y="160"/>
                    </a:lnTo>
                    <a:lnTo>
                      <a:pt x="163" y="161"/>
                    </a:lnTo>
                    <a:lnTo>
                      <a:pt x="153" y="201"/>
                    </a:lnTo>
                    <a:lnTo>
                      <a:pt x="153" y="205"/>
                    </a:lnTo>
                    <a:lnTo>
                      <a:pt x="153" y="207"/>
                    </a:lnTo>
                    <a:lnTo>
                      <a:pt x="156" y="210"/>
                    </a:lnTo>
                    <a:lnTo>
                      <a:pt x="159" y="211"/>
                    </a:lnTo>
                    <a:lnTo>
                      <a:pt x="161" y="211"/>
                    </a:lnTo>
                    <a:lnTo>
                      <a:pt x="164" y="211"/>
                    </a:lnTo>
                    <a:lnTo>
                      <a:pt x="164" y="160"/>
                    </a:lnTo>
                    <a:close/>
                    <a:moveTo>
                      <a:pt x="96" y="0"/>
                    </a:moveTo>
                    <a:lnTo>
                      <a:pt x="133" y="0"/>
                    </a:lnTo>
                    <a:lnTo>
                      <a:pt x="133" y="14"/>
                    </a:lnTo>
                    <a:lnTo>
                      <a:pt x="96" y="14"/>
                    </a:lnTo>
                    <a:lnTo>
                      <a:pt x="96" y="0"/>
                    </a:lnTo>
                    <a:close/>
                    <a:moveTo>
                      <a:pt x="96" y="50"/>
                    </a:moveTo>
                    <a:lnTo>
                      <a:pt x="133" y="50"/>
                    </a:lnTo>
                    <a:lnTo>
                      <a:pt x="133" y="110"/>
                    </a:lnTo>
                    <a:lnTo>
                      <a:pt x="124" y="109"/>
                    </a:lnTo>
                    <a:lnTo>
                      <a:pt x="117" y="110"/>
                    </a:lnTo>
                    <a:lnTo>
                      <a:pt x="110" y="111"/>
                    </a:lnTo>
                    <a:lnTo>
                      <a:pt x="103" y="115"/>
                    </a:lnTo>
                    <a:lnTo>
                      <a:pt x="96" y="121"/>
                    </a:lnTo>
                    <a:lnTo>
                      <a:pt x="96" y="50"/>
                    </a:lnTo>
                    <a:close/>
                    <a:moveTo>
                      <a:pt x="133" y="287"/>
                    </a:moveTo>
                    <a:lnTo>
                      <a:pt x="96" y="287"/>
                    </a:lnTo>
                    <a:lnTo>
                      <a:pt x="96" y="226"/>
                    </a:lnTo>
                    <a:lnTo>
                      <a:pt x="111" y="226"/>
                    </a:lnTo>
                    <a:lnTo>
                      <a:pt x="133" y="122"/>
                    </a:lnTo>
                    <a:lnTo>
                      <a:pt x="133" y="192"/>
                    </a:lnTo>
                    <a:lnTo>
                      <a:pt x="132" y="198"/>
                    </a:lnTo>
                    <a:lnTo>
                      <a:pt x="132" y="207"/>
                    </a:lnTo>
                    <a:lnTo>
                      <a:pt x="132" y="213"/>
                    </a:lnTo>
                    <a:lnTo>
                      <a:pt x="133" y="218"/>
                    </a:lnTo>
                    <a:lnTo>
                      <a:pt x="133" y="287"/>
                    </a:lnTo>
                    <a:close/>
                    <a:moveTo>
                      <a:pt x="96" y="186"/>
                    </a:moveTo>
                    <a:lnTo>
                      <a:pt x="101" y="169"/>
                    </a:lnTo>
                    <a:lnTo>
                      <a:pt x="96" y="168"/>
                    </a:lnTo>
                    <a:lnTo>
                      <a:pt x="96" y="186"/>
                    </a:lnTo>
                    <a:close/>
                    <a:moveTo>
                      <a:pt x="96" y="160"/>
                    </a:moveTo>
                    <a:lnTo>
                      <a:pt x="96" y="160"/>
                    </a:lnTo>
                    <a:lnTo>
                      <a:pt x="102" y="163"/>
                    </a:lnTo>
                    <a:lnTo>
                      <a:pt x="111" y="119"/>
                    </a:lnTo>
                    <a:lnTo>
                      <a:pt x="105" y="125"/>
                    </a:lnTo>
                    <a:lnTo>
                      <a:pt x="96" y="133"/>
                    </a:lnTo>
                    <a:lnTo>
                      <a:pt x="96" y="160"/>
                    </a:lnTo>
                    <a:close/>
                    <a:moveTo>
                      <a:pt x="82" y="0"/>
                    </a:moveTo>
                    <a:lnTo>
                      <a:pt x="96" y="0"/>
                    </a:lnTo>
                    <a:lnTo>
                      <a:pt x="96" y="14"/>
                    </a:lnTo>
                    <a:lnTo>
                      <a:pt x="82" y="14"/>
                    </a:lnTo>
                    <a:lnTo>
                      <a:pt x="82" y="0"/>
                    </a:lnTo>
                    <a:close/>
                    <a:moveTo>
                      <a:pt x="82" y="50"/>
                    </a:moveTo>
                    <a:lnTo>
                      <a:pt x="96" y="50"/>
                    </a:lnTo>
                    <a:lnTo>
                      <a:pt x="96" y="121"/>
                    </a:lnTo>
                    <a:lnTo>
                      <a:pt x="96" y="122"/>
                    </a:lnTo>
                    <a:lnTo>
                      <a:pt x="82" y="137"/>
                    </a:lnTo>
                    <a:lnTo>
                      <a:pt x="82" y="50"/>
                    </a:lnTo>
                    <a:close/>
                    <a:moveTo>
                      <a:pt x="96" y="287"/>
                    </a:moveTo>
                    <a:lnTo>
                      <a:pt x="82" y="287"/>
                    </a:lnTo>
                    <a:lnTo>
                      <a:pt x="82" y="164"/>
                    </a:lnTo>
                    <a:lnTo>
                      <a:pt x="90" y="165"/>
                    </a:lnTo>
                    <a:lnTo>
                      <a:pt x="96" y="168"/>
                    </a:lnTo>
                    <a:lnTo>
                      <a:pt x="96" y="186"/>
                    </a:lnTo>
                    <a:lnTo>
                      <a:pt x="88" y="226"/>
                    </a:lnTo>
                    <a:lnTo>
                      <a:pt x="96" y="226"/>
                    </a:lnTo>
                    <a:lnTo>
                      <a:pt x="96" y="287"/>
                    </a:lnTo>
                    <a:close/>
                    <a:moveTo>
                      <a:pt x="96" y="133"/>
                    </a:moveTo>
                    <a:lnTo>
                      <a:pt x="96" y="133"/>
                    </a:lnTo>
                    <a:lnTo>
                      <a:pt x="90" y="144"/>
                    </a:lnTo>
                    <a:lnTo>
                      <a:pt x="83" y="157"/>
                    </a:lnTo>
                    <a:lnTo>
                      <a:pt x="96" y="160"/>
                    </a:lnTo>
                    <a:lnTo>
                      <a:pt x="96" y="133"/>
                    </a:lnTo>
                    <a:close/>
                    <a:moveTo>
                      <a:pt x="40" y="0"/>
                    </a:moveTo>
                    <a:lnTo>
                      <a:pt x="82" y="0"/>
                    </a:lnTo>
                    <a:lnTo>
                      <a:pt x="82" y="14"/>
                    </a:lnTo>
                    <a:lnTo>
                      <a:pt x="36" y="14"/>
                    </a:lnTo>
                    <a:lnTo>
                      <a:pt x="27" y="15"/>
                    </a:lnTo>
                    <a:lnTo>
                      <a:pt x="22" y="19"/>
                    </a:lnTo>
                    <a:lnTo>
                      <a:pt x="18" y="25"/>
                    </a:lnTo>
                    <a:lnTo>
                      <a:pt x="17" y="31"/>
                    </a:lnTo>
                    <a:lnTo>
                      <a:pt x="18" y="39"/>
                    </a:lnTo>
                    <a:lnTo>
                      <a:pt x="22" y="45"/>
                    </a:lnTo>
                    <a:lnTo>
                      <a:pt x="27" y="49"/>
                    </a:lnTo>
                    <a:lnTo>
                      <a:pt x="36" y="50"/>
                    </a:lnTo>
                    <a:lnTo>
                      <a:pt x="82" y="50"/>
                    </a:lnTo>
                    <a:lnTo>
                      <a:pt x="82" y="137"/>
                    </a:lnTo>
                    <a:lnTo>
                      <a:pt x="69" y="155"/>
                    </a:lnTo>
                    <a:lnTo>
                      <a:pt x="61" y="155"/>
                    </a:lnTo>
                    <a:lnTo>
                      <a:pt x="48" y="156"/>
                    </a:lnTo>
                    <a:lnTo>
                      <a:pt x="42" y="157"/>
                    </a:lnTo>
                    <a:lnTo>
                      <a:pt x="38" y="160"/>
                    </a:lnTo>
                    <a:lnTo>
                      <a:pt x="34" y="163"/>
                    </a:lnTo>
                    <a:lnTo>
                      <a:pt x="31" y="167"/>
                    </a:lnTo>
                    <a:lnTo>
                      <a:pt x="29" y="169"/>
                    </a:lnTo>
                    <a:lnTo>
                      <a:pt x="29" y="174"/>
                    </a:lnTo>
                    <a:lnTo>
                      <a:pt x="29" y="178"/>
                    </a:lnTo>
                    <a:lnTo>
                      <a:pt x="31" y="180"/>
                    </a:lnTo>
                    <a:lnTo>
                      <a:pt x="34" y="182"/>
                    </a:lnTo>
                    <a:lnTo>
                      <a:pt x="40" y="183"/>
                    </a:lnTo>
                    <a:lnTo>
                      <a:pt x="42" y="183"/>
                    </a:lnTo>
                    <a:lnTo>
                      <a:pt x="45" y="182"/>
                    </a:lnTo>
                    <a:lnTo>
                      <a:pt x="46" y="179"/>
                    </a:lnTo>
                    <a:lnTo>
                      <a:pt x="48" y="178"/>
                    </a:lnTo>
                    <a:lnTo>
                      <a:pt x="46" y="174"/>
                    </a:lnTo>
                    <a:lnTo>
                      <a:pt x="45" y="172"/>
                    </a:lnTo>
                    <a:lnTo>
                      <a:pt x="48" y="168"/>
                    </a:lnTo>
                    <a:lnTo>
                      <a:pt x="52" y="165"/>
                    </a:lnTo>
                    <a:lnTo>
                      <a:pt x="57" y="164"/>
                    </a:lnTo>
                    <a:lnTo>
                      <a:pt x="64" y="164"/>
                    </a:lnTo>
                    <a:lnTo>
                      <a:pt x="54" y="182"/>
                    </a:lnTo>
                    <a:lnTo>
                      <a:pt x="48" y="195"/>
                    </a:lnTo>
                    <a:lnTo>
                      <a:pt x="44" y="207"/>
                    </a:lnTo>
                    <a:lnTo>
                      <a:pt x="41" y="218"/>
                    </a:lnTo>
                    <a:lnTo>
                      <a:pt x="41" y="228"/>
                    </a:lnTo>
                    <a:lnTo>
                      <a:pt x="41" y="233"/>
                    </a:lnTo>
                    <a:lnTo>
                      <a:pt x="42" y="237"/>
                    </a:lnTo>
                    <a:lnTo>
                      <a:pt x="45" y="240"/>
                    </a:lnTo>
                    <a:lnTo>
                      <a:pt x="49" y="243"/>
                    </a:lnTo>
                    <a:lnTo>
                      <a:pt x="53" y="244"/>
                    </a:lnTo>
                    <a:lnTo>
                      <a:pt x="61" y="244"/>
                    </a:lnTo>
                    <a:lnTo>
                      <a:pt x="60" y="240"/>
                    </a:lnTo>
                    <a:lnTo>
                      <a:pt x="60" y="236"/>
                    </a:lnTo>
                    <a:lnTo>
                      <a:pt x="61" y="221"/>
                    </a:lnTo>
                    <a:lnTo>
                      <a:pt x="64" y="207"/>
                    </a:lnTo>
                    <a:lnTo>
                      <a:pt x="68" y="194"/>
                    </a:lnTo>
                    <a:lnTo>
                      <a:pt x="73" y="179"/>
                    </a:lnTo>
                    <a:lnTo>
                      <a:pt x="80" y="164"/>
                    </a:lnTo>
                    <a:lnTo>
                      <a:pt x="82" y="164"/>
                    </a:lnTo>
                    <a:lnTo>
                      <a:pt x="82" y="287"/>
                    </a:lnTo>
                    <a:lnTo>
                      <a:pt x="40" y="287"/>
                    </a:lnTo>
                    <a:lnTo>
                      <a:pt x="31" y="286"/>
                    </a:lnTo>
                    <a:lnTo>
                      <a:pt x="25" y="285"/>
                    </a:lnTo>
                    <a:lnTo>
                      <a:pt x="18" y="280"/>
                    </a:lnTo>
                    <a:lnTo>
                      <a:pt x="13" y="275"/>
                    </a:lnTo>
                    <a:lnTo>
                      <a:pt x="7" y="270"/>
                    </a:lnTo>
                    <a:lnTo>
                      <a:pt x="4" y="263"/>
                    </a:lnTo>
                    <a:lnTo>
                      <a:pt x="2" y="256"/>
                    </a:lnTo>
                    <a:lnTo>
                      <a:pt x="0" y="248"/>
                    </a:lnTo>
                    <a:lnTo>
                      <a:pt x="0" y="39"/>
                    </a:lnTo>
                    <a:lnTo>
                      <a:pt x="2" y="31"/>
                    </a:lnTo>
                    <a:lnTo>
                      <a:pt x="4" y="25"/>
                    </a:lnTo>
                    <a:lnTo>
                      <a:pt x="7" y="18"/>
                    </a:lnTo>
                    <a:lnTo>
                      <a:pt x="13" y="12"/>
                    </a:lnTo>
                    <a:lnTo>
                      <a:pt x="18" y="7"/>
                    </a:lnTo>
                    <a:lnTo>
                      <a:pt x="25" y="4"/>
                    </a:lnTo>
                    <a:lnTo>
                      <a:pt x="31" y="2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46" name="íślïdé">
                <a:extLst>
                  <a:ext uri="{FF2B5EF4-FFF2-40B4-BE49-F238E27FC236}">
                    <a16:creationId xmlns:a16="http://schemas.microsoft.com/office/drawing/2014/main" id="{58FD43FC-15B2-A04F-9057-9B38A9E2E14A}"/>
                  </a:ext>
                </a:extLst>
              </p:cNvPr>
              <p:cNvSpPr/>
              <p:nvPr/>
            </p:nvSpPr>
            <p:spPr bwMode="auto">
              <a:xfrm>
                <a:off x="2027772" y="2348876"/>
                <a:ext cx="507783" cy="510652"/>
              </a:xfrm>
              <a:custGeom>
                <a:avLst/>
                <a:gdLst>
                  <a:gd name="T0" fmla="*/ 534988 w 354"/>
                  <a:gd name="T1" fmla="*/ 474663 h 356"/>
                  <a:gd name="T2" fmla="*/ 558800 w 354"/>
                  <a:gd name="T3" fmla="*/ 144463 h 356"/>
                  <a:gd name="T4" fmla="*/ 538163 w 354"/>
                  <a:gd name="T5" fmla="*/ 244475 h 356"/>
                  <a:gd name="T6" fmla="*/ 528638 w 354"/>
                  <a:gd name="T7" fmla="*/ 238125 h 356"/>
                  <a:gd name="T8" fmla="*/ 528638 w 354"/>
                  <a:gd name="T9" fmla="*/ 327025 h 356"/>
                  <a:gd name="T10" fmla="*/ 458788 w 354"/>
                  <a:gd name="T11" fmla="*/ 350838 h 356"/>
                  <a:gd name="T12" fmla="*/ 485775 w 354"/>
                  <a:gd name="T13" fmla="*/ 387350 h 356"/>
                  <a:gd name="T14" fmla="*/ 449263 w 354"/>
                  <a:gd name="T15" fmla="*/ 423863 h 356"/>
                  <a:gd name="T16" fmla="*/ 485775 w 354"/>
                  <a:gd name="T17" fmla="*/ 536575 h 356"/>
                  <a:gd name="T18" fmla="*/ 449263 w 354"/>
                  <a:gd name="T19" fmla="*/ 93663 h 356"/>
                  <a:gd name="T20" fmla="*/ 503238 w 354"/>
                  <a:gd name="T21" fmla="*/ 93663 h 356"/>
                  <a:gd name="T22" fmla="*/ 430213 w 354"/>
                  <a:gd name="T23" fmla="*/ 74613 h 356"/>
                  <a:gd name="T24" fmla="*/ 417513 w 354"/>
                  <a:gd name="T25" fmla="*/ 19050 h 356"/>
                  <a:gd name="T26" fmla="*/ 431800 w 354"/>
                  <a:gd name="T27" fmla="*/ 354013 h 356"/>
                  <a:gd name="T28" fmla="*/ 449263 w 354"/>
                  <a:gd name="T29" fmla="*/ 107950 h 356"/>
                  <a:gd name="T30" fmla="*/ 431800 w 354"/>
                  <a:gd name="T31" fmla="*/ 419100 h 356"/>
                  <a:gd name="T32" fmla="*/ 434975 w 354"/>
                  <a:gd name="T33" fmla="*/ 565150 h 356"/>
                  <a:gd name="T34" fmla="*/ 417513 w 354"/>
                  <a:gd name="T35" fmla="*/ 44450 h 356"/>
                  <a:gd name="T36" fmla="*/ 411163 w 354"/>
                  <a:gd name="T37" fmla="*/ 79375 h 356"/>
                  <a:gd name="T38" fmla="*/ 374650 w 354"/>
                  <a:gd name="T39" fmla="*/ 79375 h 356"/>
                  <a:gd name="T40" fmla="*/ 365125 w 354"/>
                  <a:gd name="T41" fmla="*/ 44450 h 356"/>
                  <a:gd name="T42" fmla="*/ 417513 w 354"/>
                  <a:gd name="T43" fmla="*/ 107950 h 356"/>
                  <a:gd name="T44" fmla="*/ 417513 w 354"/>
                  <a:gd name="T45" fmla="*/ 366713 h 356"/>
                  <a:gd name="T46" fmla="*/ 361950 w 354"/>
                  <a:gd name="T47" fmla="*/ 427038 h 356"/>
                  <a:gd name="T48" fmla="*/ 361950 w 354"/>
                  <a:gd name="T49" fmla="*/ 342900 h 356"/>
                  <a:gd name="T50" fmla="*/ 417513 w 354"/>
                  <a:gd name="T51" fmla="*/ 552450 h 356"/>
                  <a:gd name="T52" fmla="*/ 361950 w 354"/>
                  <a:gd name="T53" fmla="*/ 44450 h 356"/>
                  <a:gd name="T54" fmla="*/ 357188 w 354"/>
                  <a:gd name="T55" fmla="*/ 77788 h 356"/>
                  <a:gd name="T56" fmla="*/ 361950 w 354"/>
                  <a:gd name="T57" fmla="*/ 6350 h 356"/>
                  <a:gd name="T58" fmla="*/ 284163 w 354"/>
                  <a:gd name="T59" fmla="*/ 107950 h 356"/>
                  <a:gd name="T60" fmla="*/ 361950 w 354"/>
                  <a:gd name="T61" fmla="*/ 342900 h 356"/>
                  <a:gd name="T62" fmla="*/ 361950 w 354"/>
                  <a:gd name="T63" fmla="*/ 474663 h 356"/>
                  <a:gd name="T64" fmla="*/ 211138 w 354"/>
                  <a:gd name="T65" fmla="*/ 68263 h 356"/>
                  <a:gd name="T66" fmla="*/ 200025 w 354"/>
                  <a:gd name="T67" fmla="*/ 6350 h 356"/>
                  <a:gd name="T68" fmla="*/ 284163 w 354"/>
                  <a:gd name="T69" fmla="*/ 107950 h 356"/>
                  <a:gd name="T70" fmla="*/ 284163 w 354"/>
                  <a:gd name="T71" fmla="*/ 384175 h 356"/>
                  <a:gd name="T72" fmla="*/ 271463 w 354"/>
                  <a:gd name="T73" fmla="*/ 257175 h 356"/>
                  <a:gd name="T74" fmla="*/ 182563 w 354"/>
                  <a:gd name="T75" fmla="*/ 49213 h 356"/>
                  <a:gd name="T76" fmla="*/ 195263 w 354"/>
                  <a:gd name="T77" fmla="*/ 79375 h 356"/>
                  <a:gd name="T78" fmla="*/ 158750 w 354"/>
                  <a:gd name="T79" fmla="*/ 68263 h 356"/>
                  <a:gd name="T80" fmla="*/ 142875 w 354"/>
                  <a:gd name="T81" fmla="*/ 19050 h 356"/>
                  <a:gd name="T82" fmla="*/ 200025 w 354"/>
                  <a:gd name="T83" fmla="*/ 152400 h 356"/>
                  <a:gd name="T84" fmla="*/ 142875 w 354"/>
                  <a:gd name="T85" fmla="*/ 406400 h 356"/>
                  <a:gd name="T86" fmla="*/ 200025 w 354"/>
                  <a:gd name="T87" fmla="*/ 257175 h 356"/>
                  <a:gd name="T88" fmla="*/ 142875 w 354"/>
                  <a:gd name="T89" fmla="*/ 552450 h 356"/>
                  <a:gd name="T90" fmla="*/ 125413 w 354"/>
                  <a:gd name="T91" fmla="*/ 61913 h 356"/>
                  <a:gd name="T92" fmla="*/ 112713 w 354"/>
                  <a:gd name="T93" fmla="*/ 31750 h 356"/>
                  <a:gd name="T94" fmla="*/ 142875 w 354"/>
                  <a:gd name="T95" fmla="*/ 257175 h 356"/>
                  <a:gd name="T96" fmla="*/ 142875 w 354"/>
                  <a:gd name="T97" fmla="*/ 107950 h 356"/>
                  <a:gd name="T98" fmla="*/ 128588 w 354"/>
                  <a:gd name="T99" fmla="*/ 419100 h 356"/>
                  <a:gd name="T100" fmla="*/ 133350 w 354"/>
                  <a:gd name="T101" fmla="*/ 560388 h 356"/>
                  <a:gd name="T102" fmla="*/ 58738 w 354"/>
                  <a:gd name="T103" fmla="*/ 93663 h 356"/>
                  <a:gd name="T104" fmla="*/ 112713 w 354"/>
                  <a:gd name="T105" fmla="*/ 31750 h 356"/>
                  <a:gd name="T106" fmla="*/ 85725 w 354"/>
                  <a:gd name="T107" fmla="*/ 360363 h 356"/>
                  <a:gd name="T108" fmla="*/ 79375 w 354"/>
                  <a:gd name="T109" fmla="*/ 407988 h 356"/>
                  <a:gd name="T110" fmla="*/ 25400 w 354"/>
                  <a:gd name="T111" fmla="*/ 474663 h 356"/>
                  <a:gd name="T112" fmla="*/ 112713 w 354"/>
                  <a:gd name="T113" fmla="*/ 107950 h 356"/>
                  <a:gd name="T114" fmla="*/ 77788 w 354"/>
                  <a:gd name="T115" fmla="*/ 547688 h 356"/>
                  <a:gd name="T116" fmla="*/ 31750 w 354"/>
                  <a:gd name="T117" fmla="*/ 238125 h 356"/>
                  <a:gd name="T118" fmla="*/ 25400 w 354"/>
                  <a:gd name="T119" fmla="*/ 244475 h 356"/>
                  <a:gd name="T120" fmla="*/ 0 w 354"/>
                  <a:gd name="T121" fmla="*/ 150813 h 356"/>
                  <a:gd name="T122" fmla="*/ 25400 w 354"/>
                  <a:gd name="T123" fmla="*/ 152400 h 356"/>
                  <a:gd name="T124" fmla="*/ 25400 w 354"/>
                  <a:gd name="T125" fmla="*/ 333375 h 35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354" h="356">
                    <a:moveTo>
                      <a:pt x="337" y="299"/>
                    </a:moveTo>
                    <a:lnTo>
                      <a:pt x="337" y="210"/>
                    </a:lnTo>
                    <a:lnTo>
                      <a:pt x="340" y="215"/>
                    </a:lnTo>
                    <a:lnTo>
                      <a:pt x="341" y="222"/>
                    </a:lnTo>
                    <a:lnTo>
                      <a:pt x="341" y="299"/>
                    </a:lnTo>
                    <a:lnTo>
                      <a:pt x="337" y="299"/>
                    </a:lnTo>
                    <a:close/>
                    <a:moveTo>
                      <a:pt x="337" y="154"/>
                    </a:moveTo>
                    <a:lnTo>
                      <a:pt x="337" y="96"/>
                    </a:lnTo>
                    <a:lnTo>
                      <a:pt x="339" y="95"/>
                    </a:lnTo>
                    <a:lnTo>
                      <a:pt x="348" y="91"/>
                    </a:lnTo>
                    <a:lnTo>
                      <a:pt x="350" y="91"/>
                    </a:lnTo>
                    <a:lnTo>
                      <a:pt x="352" y="91"/>
                    </a:lnTo>
                    <a:lnTo>
                      <a:pt x="354" y="93"/>
                    </a:lnTo>
                    <a:lnTo>
                      <a:pt x="354" y="95"/>
                    </a:lnTo>
                    <a:lnTo>
                      <a:pt x="354" y="142"/>
                    </a:lnTo>
                    <a:lnTo>
                      <a:pt x="352" y="147"/>
                    </a:lnTo>
                    <a:lnTo>
                      <a:pt x="350" y="149"/>
                    </a:lnTo>
                    <a:lnTo>
                      <a:pt x="348" y="150"/>
                    </a:lnTo>
                    <a:lnTo>
                      <a:pt x="339" y="154"/>
                    </a:lnTo>
                    <a:lnTo>
                      <a:pt x="337" y="154"/>
                    </a:lnTo>
                    <a:close/>
                    <a:moveTo>
                      <a:pt x="337" y="96"/>
                    </a:moveTo>
                    <a:lnTo>
                      <a:pt x="337" y="154"/>
                    </a:lnTo>
                    <a:lnTo>
                      <a:pt x="335" y="153"/>
                    </a:lnTo>
                    <a:lnTo>
                      <a:pt x="333" y="150"/>
                    </a:lnTo>
                    <a:lnTo>
                      <a:pt x="333" y="103"/>
                    </a:lnTo>
                    <a:lnTo>
                      <a:pt x="335" y="99"/>
                    </a:lnTo>
                    <a:lnTo>
                      <a:pt x="337" y="96"/>
                    </a:lnTo>
                    <a:close/>
                    <a:moveTo>
                      <a:pt x="337" y="210"/>
                    </a:moveTo>
                    <a:lnTo>
                      <a:pt x="337" y="210"/>
                    </a:lnTo>
                    <a:lnTo>
                      <a:pt x="333" y="206"/>
                    </a:lnTo>
                    <a:lnTo>
                      <a:pt x="329" y="202"/>
                    </a:lnTo>
                    <a:lnTo>
                      <a:pt x="324" y="199"/>
                    </a:lnTo>
                    <a:lnTo>
                      <a:pt x="317" y="199"/>
                    </a:lnTo>
                    <a:lnTo>
                      <a:pt x="317" y="68"/>
                    </a:lnTo>
                    <a:lnTo>
                      <a:pt x="283" y="68"/>
                    </a:lnTo>
                    <a:lnTo>
                      <a:pt x="283" y="221"/>
                    </a:lnTo>
                    <a:lnTo>
                      <a:pt x="289" y="221"/>
                    </a:lnTo>
                    <a:lnTo>
                      <a:pt x="293" y="222"/>
                    </a:lnTo>
                    <a:lnTo>
                      <a:pt x="297" y="225"/>
                    </a:lnTo>
                    <a:lnTo>
                      <a:pt x="299" y="227"/>
                    </a:lnTo>
                    <a:lnTo>
                      <a:pt x="302" y="230"/>
                    </a:lnTo>
                    <a:lnTo>
                      <a:pt x="305" y="234"/>
                    </a:lnTo>
                    <a:lnTo>
                      <a:pt x="306" y="239"/>
                    </a:lnTo>
                    <a:lnTo>
                      <a:pt x="306" y="244"/>
                    </a:lnTo>
                    <a:lnTo>
                      <a:pt x="306" y="248"/>
                    </a:lnTo>
                    <a:lnTo>
                      <a:pt x="305" y="253"/>
                    </a:lnTo>
                    <a:lnTo>
                      <a:pt x="302" y="257"/>
                    </a:lnTo>
                    <a:lnTo>
                      <a:pt x="299" y="260"/>
                    </a:lnTo>
                    <a:lnTo>
                      <a:pt x="297" y="262"/>
                    </a:lnTo>
                    <a:lnTo>
                      <a:pt x="293" y="265"/>
                    </a:lnTo>
                    <a:lnTo>
                      <a:pt x="289" y="267"/>
                    </a:lnTo>
                    <a:lnTo>
                      <a:pt x="283" y="267"/>
                    </a:lnTo>
                    <a:lnTo>
                      <a:pt x="283" y="299"/>
                    </a:lnTo>
                    <a:lnTo>
                      <a:pt x="337" y="299"/>
                    </a:lnTo>
                    <a:lnTo>
                      <a:pt x="337" y="210"/>
                    </a:lnTo>
                    <a:close/>
                    <a:moveTo>
                      <a:pt x="283" y="356"/>
                    </a:moveTo>
                    <a:lnTo>
                      <a:pt x="283" y="314"/>
                    </a:lnTo>
                    <a:lnTo>
                      <a:pt x="306" y="314"/>
                    </a:lnTo>
                    <a:lnTo>
                      <a:pt x="306" y="338"/>
                    </a:lnTo>
                    <a:lnTo>
                      <a:pt x="305" y="345"/>
                    </a:lnTo>
                    <a:lnTo>
                      <a:pt x="301" y="350"/>
                    </a:lnTo>
                    <a:lnTo>
                      <a:pt x="295" y="355"/>
                    </a:lnTo>
                    <a:lnTo>
                      <a:pt x="289" y="356"/>
                    </a:lnTo>
                    <a:lnTo>
                      <a:pt x="283" y="356"/>
                    </a:lnTo>
                    <a:close/>
                    <a:moveTo>
                      <a:pt x="283" y="59"/>
                    </a:moveTo>
                    <a:lnTo>
                      <a:pt x="283" y="20"/>
                    </a:lnTo>
                    <a:lnTo>
                      <a:pt x="298" y="30"/>
                    </a:lnTo>
                    <a:lnTo>
                      <a:pt x="309" y="38"/>
                    </a:lnTo>
                    <a:lnTo>
                      <a:pt x="313" y="43"/>
                    </a:lnTo>
                    <a:lnTo>
                      <a:pt x="316" y="49"/>
                    </a:lnTo>
                    <a:lnTo>
                      <a:pt x="317" y="54"/>
                    </a:lnTo>
                    <a:lnTo>
                      <a:pt x="317" y="59"/>
                    </a:lnTo>
                    <a:lnTo>
                      <a:pt x="283" y="59"/>
                    </a:lnTo>
                    <a:close/>
                    <a:moveTo>
                      <a:pt x="283" y="20"/>
                    </a:moveTo>
                    <a:lnTo>
                      <a:pt x="283" y="59"/>
                    </a:lnTo>
                    <a:lnTo>
                      <a:pt x="263" y="59"/>
                    </a:lnTo>
                    <a:lnTo>
                      <a:pt x="263" y="50"/>
                    </a:lnTo>
                    <a:lnTo>
                      <a:pt x="268" y="50"/>
                    </a:lnTo>
                    <a:lnTo>
                      <a:pt x="271" y="47"/>
                    </a:lnTo>
                    <a:lnTo>
                      <a:pt x="274" y="43"/>
                    </a:lnTo>
                    <a:lnTo>
                      <a:pt x="275" y="39"/>
                    </a:lnTo>
                    <a:lnTo>
                      <a:pt x="274" y="35"/>
                    </a:lnTo>
                    <a:lnTo>
                      <a:pt x="271" y="31"/>
                    </a:lnTo>
                    <a:lnTo>
                      <a:pt x="268" y="28"/>
                    </a:lnTo>
                    <a:lnTo>
                      <a:pt x="263" y="28"/>
                    </a:lnTo>
                    <a:lnTo>
                      <a:pt x="263" y="12"/>
                    </a:lnTo>
                    <a:lnTo>
                      <a:pt x="283" y="20"/>
                    </a:lnTo>
                    <a:close/>
                    <a:moveTo>
                      <a:pt x="283" y="68"/>
                    </a:moveTo>
                    <a:lnTo>
                      <a:pt x="283" y="221"/>
                    </a:lnTo>
                    <a:lnTo>
                      <a:pt x="278" y="221"/>
                    </a:lnTo>
                    <a:lnTo>
                      <a:pt x="272" y="223"/>
                    </a:lnTo>
                    <a:lnTo>
                      <a:pt x="267" y="227"/>
                    </a:lnTo>
                    <a:lnTo>
                      <a:pt x="263" y="231"/>
                    </a:lnTo>
                    <a:lnTo>
                      <a:pt x="263" y="162"/>
                    </a:lnTo>
                    <a:lnTo>
                      <a:pt x="272" y="162"/>
                    </a:lnTo>
                    <a:lnTo>
                      <a:pt x="272" y="96"/>
                    </a:lnTo>
                    <a:lnTo>
                      <a:pt x="263" y="96"/>
                    </a:lnTo>
                    <a:lnTo>
                      <a:pt x="263" y="68"/>
                    </a:lnTo>
                    <a:lnTo>
                      <a:pt x="283" y="68"/>
                    </a:lnTo>
                    <a:close/>
                    <a:moveTo>
                      <a:pt x="283" y="267"/>
                    </a:moveTo>
                    <a:lnTo>
                      <a:pt x="283" y="299"/>
                    </a:lnTo>
                    <a:lnTo>
                      <a:pt x="263" y="299"/>
                    </a:lnTo>
                    <a:lnTo>
                      <a:pt x="263" y="256"/>
                    </a:lnTo>
                    <a:lnTo>
                      <a:pt x="267" y="260"/>
                    </a:lnTo>
                    <a:lnTo>
                      <a:pt x="272" y="264"/>
                    </a:lnTo>
                    <a:lnTo>
                      <a:pt x="278" y="267"/>
                    </a:lnTo>
                    <a:lnTo>
                      <a:pt x="283" y="267"/>
                    </a:lnTo>
                    <a:close/>
                    <a:moveTo>
                      <a:pt x="283" y="314"/>
                    </a:moveTo>
                    <a:lnTo>
                      <a:pt x="283" y="356"/>
                    </a:lnTo>
                    <a:lnTo>
                      <a:pt x="278" y="356"/>
                    </a:lnTo>
                    <a:lnTo>
                      <a:pt x="274" y="356"/>
                    </a:lnTo>
                    <a:lnTo>
                      <a:pt x="270" y="353"/>
                    </a:lnTo>
                    <a:lnTo>
                      <a:pt x="267" y="352"/>
                    </a:lnTo>
                    <a:lnTo>
                      <a:pt x="263" y="348"/>
                    </a:lnTo>
                    <a:lnTo>
                      <a:pt x="263" y="314"/>
                    </a:lnTo>
                    <a:lnTo>
                      <a:pt x="283" y="314"/>
                    </a:lnTo>
                    <a:close/>
                    <a:moveTo>
                      <a:pt x="263" y="12"/>
                    </a:moveTo>
                    <a:lnTo>
                      <a:pt x="263" y="28"/>
                    </a:lnTo>
                    <a:lnTo>
                      <a:pt x="259" y="28"/>
                    </a:lnTo>
                    <a:lnTo>
                      <a:pt x="256" y="31"/>
                    </a:lnTo>
                    <a:lnTo>
                      <a:pt x="253" y="35"/>
                    </a:lnTo>
                    <a:lnTo>
                      <a:pt x="252" y="39"/>
                    </a:lnTo>
                    <a:lnTo>
                      <a:pt x="253" y="43"/>
                    </a:lnTo>
                    <a:lnTo>
                      <a:pt x="256" y="47"/>
                    </a:lnTo>
                    <a:lnTo>
                      <a:pt x="259" y="50"/>
                    </a:lnTo>
                    <a:lnTo>
                      <a:pt x="263" y="50"/>
                    </a:lnTo>
                    <a:lnTo>
                      <a:pt x="263" y="59"/>
                    </a:lnTo>
                    <a:lnTo>
                      <a:pt x="228" y="59"/>
                    </a:lnTo>
                    <a:lnTo>
                      <a:pt x="228" y="50"/>
                    </a:lnTo>
                    <a:lnTo>
                      <a:pt x="230" y="50"/>
                    </a:lnTo>
                    <a:lnTo>
                      <a:pt x="236" y="50"/>
                    </a:lnTo>
                    <a:lnTo>
                      <a:pt x="238" y="47"/>
                    </a:lnTo>
                    <a:lnTo>
                      <a:pt x="241" y="43"/>
                    </a:lnTo>
                    <a:lnTo>
                      <a:pt x="243" y="39"/>
                    </a:lnTo>
                    <a:lnTo>
                      <a:pt x="241" y="35"/>
                    </a:lnTo>
                    <a:lnTo>
                      <a:pt x="238" y="31"/>
                    </a:lnTo>
                    <a:lnTo>
                      <a:pt x="236" y="28"/>
                    </a:lnTo>
                    <a:lnTo>
                      <a:pt x="230" y="28"/>
                    </a:lnTo>
                    <a:lnTo>
                      <a:pt x="228" y="28"/>
                    </a:lnTo>
                    <a:lnTo>
                      <a:pt x="228" y="4"/>
                    </a:lnTo>
                    <a:lnTo>
                      <a:pt x="247" y="8"/>
                    </a:lnTo>
                    <a:lnTo>
                      <a:pt x="263" y="12"/>
                    </a:lnTo>
                    <a:close/>
                    <a:moveTo>
                      <a:pt x="263" y="68"/>
                    </a:moveTo>
                    <a:lnTo>
                      <a:pt x="263" y="96"/>
                    </a:lnTo>
                    <a:lnTo>
                      <a:pt x="228" y="96"/>
                    </a:lnTo>
                    <a:lnTo>
                      <a:pt x="228" y="68"/>
                    </a:lnTo>
                    <a:lnTo>
                      <a:pt x="263" y="68"/>
                    </a:lnTo>
                    <a:close/>
                    <a:moveTo>
                      <a:pt x="263" y="162"/>
                    </a:moveTo>
                    <a:lnTo>
                      <a:pt x="263" y="231"/>
                    </a:lnTo>
                    <a:lnTo>
                      <a:pt x="262" y="237"/>
                    </a:lnTo>
                    <a:lnTo>
                      <a:pt x="260" y="244"/>
                    </a:lnTo>
                    <a:lnTo>
                      <a:pt x="262" y="250"/>
                    </a:lnTo>
                    <a:lnTo>
                      <a:pt x="263" y="256"/>
                    </a:lnTo>
                    <a:lnTo>
                      <a:pt x="263" y="299"/>
                    </a:lnTo>
                    <a:lnTo>
                      <a:pt x="228" y="299"/>
                    </a:lnTo>
                    <a:lnTo>
                      <a:pt x="228" y="269"/>
                    </a:lnTo>
                    <a:lnTo>
                      <a:pt x="229" y="269"/>
                    </a:lnTo>
                    <a:lnTo>
                      <a:pt x="229" y="253"/>
                    </a:lnTo>
                    <a:lnTo>
                      <a:pt x="228" y="253"/>
                    </a:lnTo>
                    <a:lnTo>
                      <a:pt x="228" y="242"/>
                    </a:lnTo>
                    <a:lnTo>
                      <a:pt x="229" y="242"/>
                    </a:lnTo>
                    <a:lnTo>
                      <a:pt x="229" y="227"/>
                    </a:lnTo>
                    <a:lnTo>
                      <a:pt x="228" y="227"/>
                    </a:lnTo>
                    <a:lnTo>
                      <a:pt x="228" y="216"/>
                    </a:lnTo>
                    <a:lnTo>
                      <a:pt x="229" y="216"/>
                    </a:lnTo>
                    <a:lnTo>
                      <a:pt x="229" y="200"/>
                    </a:lnTo>
                    <a:lnTo>
                      <a:pt x="228" y="200"/>
                    </a:lnTo>
                    <a:lnTo>
                      <a:pt x="228" y="162"/>
                    </a:lnTo>
                    <a:lnTo>
                      <a:pt x="263" y="162"/>
                    </a:lnTo>
                    <a:close/>
                    <a:moveTo>
                      <a:pt x="263" y="314"/>
                    </a:moveTo>
                    <a:lnTo>
                      <a:pt x="263" y="348"/>
                    </a:lnTo>
                    <a:lnTo>
                      <a:pt x="262" y="344"/>
                    </a:lnTo>
                    <a:lnTo>
                      <a:pt x="260" y="338"/>
                    </a:lnTo>
                    <a:lnTo>
                      <a:pt x="260" y="314"/>
                    </a:lnTo>
                    <a:lnTo>
                      <a:pt x="263" y="314"/>
                    </a:lnTo>
                    <a:close/>
                    <a:moveTo>
                      <a:pt x="228" y="4"/>
                    </a:moveTo>
                    <a:lnTo>
                      <a:pt x="228" y="28"/>
                    </a:lnTo>
                    <a:lnTo>
                      <a:pt x="225" y="30"/>
                    </a:lnTo>
                    <a:lnTo>
                      <a:pt x="222" y="32"/>
                    </a:lnTo>
                    <a:lnTo>
                      <a:pt x="221" y="35"/>
                    </a:lnTo>
                    <a:lnTo>
                      <a:pt x="220" y="39"/>
                    </a:lnTo>
                    <a:lnTo>
                      <a:pt x="221" y="43"/>
                    </a:lnTo>
                    <a:lnTo>
                      <a:pt x="222" y="46"/>
                    </a:lnTo>
                    <a:lnTo>
                      <a:pt x="225" y="49"/>
                    </a:lnTo>
                    <a:lnTo>
                      <a:pt x="228" y="50"/>
                    </a:lnTo>
                    <a:lnTo>
                      <a:pt x="228" y="59"/>
                    </a:lnTo>
                    <a:lnTo>
                      <a:pt x="179" y="59"/>
                    </a:lnTo>
                    <a:lnTo>
                      <a:pt x="179" y="0"/>
                    </a:lnTo>
                    <a:lnTo>
                      <a:pt x="203" y="1"/>
                    </a:lnTo>
                    <a:lnTo>
                      <a:pt x="228" y="4"/>
                    </a:lnTo>
                    <a:close/>
                    <a:moveTo>
                      <a:pt x="228" y="68"/>
                    </a:moveTo>
                    <a:lnTo>
                      <a:pt x="228" y="96"/>
                    </a:lnTo>
                    <a:lnTo>
                      <a:pt x="183" y="96"/>
                    </a:lnTo>
                    <a:lnTo>
                      <a:pt x="183" y="162"/>
                    </a:lnTo>
                    <a:lnTo>
                      <a:pt x="228" y="162"/>
                    </a:lnTo>
                    <a:lnTo>
                      <a:pt x="228" y="200"/>
                    </a:lnTo>
                    <a:lnTo>
                      <a:pt x="179" y="200"/>
                    </a:lnTo>
                    <a:lnTo>
                      <a:pt x="179" y="68"/>
                    </a:lnTo>
                    <a:lnTo>
                      <a:pt x="228" y="68"/>
                    </a:lnTo>
                    <a:close/>
                    <a:moveTo>
                      <a:pt x="228" y="216"/>
                    </a:moveTo>
                    <a:lnTo>
                      <a:pt x="228" y="227"/>
                    </a:lnTo>
                    <a:lnTo>
                      <a:pt x="179" y="227"/>
                    </a:lnTo>
                    <a:lnTo>
                      <a:pt x="179" y="216"/>
                    </a:lnTo>
                    <a:lnTo>
                      <a:pt x="228" y="216"/>
                    </a:lnTo>
                    <a:close/>
                    <a:moveTo>
                      <a:pt x="228" y="242"/>
                    </a:moveTo>
                    <a:lnTo>
                      <a:pt x="228" y="253"/>
                    </a:lnTo>
                    <a:lnTo>
                      <a:pt x="179" y="253"/>
                    </a:lnTo>
                    <a:lnTo>
                      <a:pt x="179" y="242"/>
                    </a:lnTo>
                    <a:lnTo>
                      <a:pt x="228" y="242"/>
                    </a:lnTo>
                    <a:close/>
                    <a:moveTo>
                      <a:pt x="228" y="269"/>
                    </a:moveTo>
                    <a:lnTo>
                      <a:pt x="228" y="299"/>
                    </a:lnTo>
                    <a:lnTo>
                      <a:pt x="179" y="299"/>
                    </a:lnTo>
                    <a:lnTo>
                      <a:pt x="179" y="269"/>
                    </a:lnTo>
                    <a:lnTo>
                      <a:pt x="228" y="269"/>
                    </a:lnTo>
                    <a:close/>
                    <a:moveTo>
                      <a:pt x="126" y="50"/>
                    </a:moveTo>
                    <a:lnTo>
                      <a:pt x="126" y="50"/>
                    </a:lnTo>
                    <a:lnTo>
                      <a:pt x="129" y="49"/>
                    </a:lnTo>
                    <a:lnTo>
                      <a:pt x="132" y="46"/>
                    </a:lnTo>
                    <a:lnTo>
                      <a:pt x="133" y="43"/>
                    </a:lnTo>
                    <a:lnTo>
                      <a:pt x="134" y="39"/>
                    </a:lnTo>
                    <a:lnTo>
                      <a:pt x="133" y="35"/>
                    </a:lnTo>
                    <a:lnTo>
                      <a:pt x="132" y="32"/>
                    </a:lnTo>
                    <a:lnTo>
                      <a:pt x="129" y="30"/>
                    </a:lnTo>
                    <a:lnTo>
                      <a:pt x="126" y="28"/>
                    </a:lnTo>
                    <a:lnTo>
                      <a:pt x="126" y="4"/>
                    </a:lnTo>
                    <a:lnTo>
                      <a:pt x="150" y="1"/>
                    </a:lnTo>
                    <a:lnTo>
                      <a:pt x="176" y="0"/>
                    </a:lnTo>
                    <a:lnTo>
                      <a:pt x="179" y="0"/>
                    </a:lnTo>
                    <a:lnTo>
                      <a:pt x="179" y="59"/>
                    </a:lnTo>
                    <a:lnTo>
                      <a:pt x="126" y="59"/>
                    </a:lnTo>
                    <a:lnTo>
                      <a:pt x="126" y="50"/>
                    </a:lnTo>
                    <a:close/>
                    <a:moveTo>
                      <a:pt x="179" y="68"/>
                    </a:moveTo>
                    <a:lnTo>
                      <a:pt x="179" y="200"/>
                    </a:lnTo>
                    <a:lnTo>
                      <a:pt x="127" y="200"/>
                    </a:lnTo>
                    <a:lnTo>
                      <a:pt x="127" y="216"/>
                    </a:lnTo>
                    <a:lnTo>
                      <a:pt x="179" y="216"/>
                    </a:lnTo>
                    <a:lnTo>
                      <a:pt x="179" y="227"/>
                    </a:lnTo>
                    <a:lnTo>
                      <a:pt x="127" y="227"/>
                    </a:lnTo>
                    <a:lnTo>
                      <a:pt x="127" y="242"/>
                    </a:lnTo>
                    <a:lnTo>
                      <a:pt x="179" y="242"/>
                    </a:lnTo>
                    <a:lnTo>
                      <a:pt x="179" y="253"/>
                    </a:lnTo>
                    <a:lnTo>
                      <a:pt x="127" y="253"/>
                    </a:lnTo>
                    <a:lnTo>
                      <a:pt x="127" y="269"/>
                    </a:lnTo>
                    <a:lnTo>
                      <a:pt x="179" y="269"/>
                    </a:lnTo>
                    <a:lnTo>
                      <a:pt x="179" y="299"/>
                    </a:lnTo>
                    <a:lnTo>
                      <a:pt x="126" y="299"/>
                    </a:lnTo>
                    <a:lnTo>
                      <a:pt x="126" y="162"/>
                    </a:lnTo>
                    <a:lnTo>
                      <a:pt x="171" y="162"/>
                    </a:lnTo>
                    <a:lnTo>
                      <a:pt x="171" y="96"/>
                    </a:lnTo>
                    <a:lnTo>
                      <a:pt x="126" y="96"/>
                    </a:lnTo>
                    <a:lnTo>
                      <a:pt x="126" y="68"/>
                    </a:lnTo>
                    <a:lnTo>
                      <a:pt x="179" y="68"/>
                    </a:lnTo>
                    <a:close/>
                    <a:moveTo>
                      <a:pt x="123" y="28"/>
                    </a:moveTo>
                    <a:lnTo>
                      <a:pt x="123" y="28"/>
                    </a:lnTo>
                    <a:lnTo>
                      <a:pt x="118" y="28"/>
                    </a:lnTo>
                    <a:lnTo>
                      <a:pt x="115" y="31"/>
                    </a:lnTo>
                    <a:lnTo>
                      <a:pt x="113" y="35"/>
                    </a:lnTo>
                    <a:lnTo>
                      <a:pt x="111" y="39"/>
                    </a:lnTo>
                    <a:lnTo>
                      <a:pt x="113" y="43"/>
                    </a:lnTo>
                    <a:lnTo>
                      <a:pt x="115" y="47"/>
                    </a:lnTo>
                    <a:lnTo>
                      <a:pt x="118" y="50"/>
                    </a:lnTo>
                    <a:lnTo>
                      <a:pt x="123" y="50"/>
                    </a:lnTo>
                    <a:lnTo>
                      <a:pt x="126" y="50"/>
                    </a:lnTo>
                    <a:lnTo>
                      <a:pt x="126" y="59"/>
                    </a:lnTo>
                    <a:lnTo>
                      <a:pt x="90" y="59"/>
                    </a:lnTo>
                    <a:lnTo>
                      <a:pt x="90" y="50"/>
                    </a:lnTo>
                    <a:lnTo>
                      <a:pt x="95" y="50"/>
                    </a:lnTo>
                    <a:lnTo>
                      <a:pt x="98" y="47"/>
                    </a:lnTo>
                    <a:lnTo>
                      <a:pt x="100" y="43"/>
                    </a:lnTo>
                    <a:lnTo>
                      <a:pt x="102" y="39"/>
                    </a:lnTo>
                    <a:lnTo>
                      <a:pt x="100" y="35"/>
                    </a:lnTo>
                    <a:lnTo>
                      <a:pt x="98" y="31"/>
                    </a:lnTo>
                    <a:lnTo>
                      <a:pt x="95" y="28"/>
                    </a:lnTo>
                    <a:lnTo>
                      <a:pt x="90" y="28"/>
                    </a:lnTo>
                    <a:lnTo>
                      <a:pt x="90" y="12"/>
                    </a:lnTo>
                    <a:lnTo>
                      <a:pt x="107" y="8"/>
                    </a:lnTo>
                    <a:lnTo>
                      <a:pt x="126" y="4"/>
                    </a:lnTo>
                    <a:lnTo>
                      <a:pt x="126" y="28"/>
                    </a:lnTo>
                    <a:lnTo>
                      <a:pt x="123" y="28"/>
                    </a:lnTo>
                    <a:close/>
                    <a:moveTo>
                      <a:pt x="126" y="68"/>
                    </a:moveTo>
                    <a:lnTo>
                      <a:pt x="126" y="96"/>
                    </a:lnTo>
                    <a:lnTo>
                      <a:pt x="90" y="96"/>
                    </a:lnTo>
                    <a:lnTo>
                      <a:pt x="90" y="68"/>
                    </a:lnTo>
                    <a:lnTo>
                      <a:pt x="126" y="68"/>
                    </a:lnTo>
                    <a:close/>
                    <a:moveTo>
                      <a:pt x="126" y="162"/>
                    </a:moveTo>
                    <a:lnTo>
                      <a:pt x="126" y="299"/>
                    </a:lnTo>
                    <a:lnTo>
                      <a:pt x="90" y="299"/>
                    </a:lnTo>
                    <a:lnTo>
                      <a:pt x="90" y="256"/>
                    </a:lnTo>
                    <a:lnTo>
                      <a:pt x="92" y="250"/>
                    </a:lnTo>
                    <a:lnTo>
                      <a:pt x="94" y="244"/>
                    </a:lnTo>
                    <a:lnTo>
                      <a:pt x="92" y="237"/>
                    </a:lnTo>
                    <a:lnTo>
                      <a:pt x="90" y="231"/>
                    </a:lnTo>
                    <a:lnTo>
                      <a:pt x="90" y="162"/>
                    </a:lnTo>
                    <a:lnTo>
                      <a:pt x="126" y="162"/>
                    </a:lnTo>
                    <a:close/>
                    <a:moveTo>
                      <a:pt x="90" y="348"/>
                    </a:moveTo>
                    <a:lnTo>
                      <a:pt x="90" y="314"/>
                    </a:lnTo>
                    <a:lnTo>
                      <a:pt x="94" y="314"/>
                    </a:lnTo>
                    <a:lnTo>
                      <a:pt x="94" y="338"/>
                    </a:lnTo>
                    <a:lnTo>
                      <a:pt x="92" y="344"/>
                    </a:lnTo>
                    <a:lnTo>
                      <a:pt x="90" y="348"/>
                    </a:lnTo>
                    <a:close/>
                    <a:moveTo>
                      <a:pt x="90" y="12"/>
                    </a:moveTo>
                    <a:lnTo>
                      <a:pt x="90" y="28"/>
                    </a:lnTo>
                    <a:lnTo>
                      <a:pt x="85" y="28"/>
                    </a:lnTo>
                    <a:lnTo>
                      <a:pt x="83" y="31"/>
                    </a:lnTo>
                    <a:lnTo>
                      <a:pt x="80" y="35"/>
                    </a:lnTo>
                    <a:lnTo>
                      <a:pt x="79" y="39"/>
                    </a:lnTo>
                    <a:lnTo>
                      <a:pt x="80" y="43"/>
                    </a:lnTo>
                    <a:lnTo>
                      <a:pt x="83" y="47"/>
                    </a:lnTo>
                    <a:lnTo>
                      <a:pt x="85" y="50"/>
                    </a:lnTo>
                    <a:lnTo>
                      <a:pt x="90" y="50"/>
                    </a:lnTo>
                    <a:lnTo>
                      <a:pt x="90" y="59"/>
                    </a:lnTo>
                    <a:lnTo>
                      <a:pt x="71" y="59"/>
                    </a:lnTo>
                    <a:lnTo>
                      <a:pt x="71" y="20"/>
                    </a:lnTo>
                    <a:lnTo>
                      <a:pt x="90" y="12"/>
                    </a:lnTo>
                    <a:close/>
                    <a:moveTo>
                      <a:pt x="90" y="68"/>
                    </a:moveTo>
                    <a:lnTo>
                      <a:pt x="90" y="96"/>
                    </a:lnTo>
                    <a:lnTo>
                      <a:pt x="81" y="96"/>
                    </a:lnTo>
                    <a:lnTo>
                      <a:pt x="81" y="162"/>
                    </a:lnTo>
                    <a:lnTo>
                      <a:pt x="90" y="162"/>
                    </a:lnTo>
                    <a:lnTo>
                      <a:pt x="90" y="231"/>
                    </a:lnTo>
                    <a:lnTo>
                      <a:pt x="87" y="227"/>
                    </a:lnTo>
                    <a:lnTo>
                      <a:pt x="81" y="223"/>
                    </a:lnTo>
                    <a:lnTo>
                      <a:pt x="76" y="221"/>
                    </a:lnTo>
                    <a:lnTo>
                      <a:pt x="71" y="221"/>
                    </a:lnTo>
                    <a:lnTo>
                      <a:pt x="71" y="68"/>
                    </a:lnTo>
                    <a:lnTo>
                      <a:pt x="90" y="68"/>
                    </a:lnTo>
                    <a:close/>
                    <a:moveTo>
                      <a:pt x="90" y="256"/>
                    </a:moveTo>
                    <a:lnTo>
                      <a:pt x="90" y="299"/>
                    </a:lnTo>
                    <a:lnTo>
                      <a:pt x="71" y="299"/>
                    </a:lnTo>
                    <a:lnTo>
                      <a:pt x="71" y="267"/>
                    </a:lnTo>
                    <a:lnTo>
                      <a:pt x="76" y="267"/>
                    </a:lnTo>
                    <a:lnTo>
                      <a:pt x="81" y="264"/>
                    </a:lnTo>
                    <a:lnTo>
                      <a:pt x="87" y="260"/>
                    </a:lnTo>
                    <a:lnTo>
                      <a:pt x="90" y="256"/>
                    </a:lnTo>
                    <a:close/>
                    <a:moveTo>
                      <a:pt x="90" y="314"/>
                    </a:moveTo>
                    <a:lnTo>
                      <a:pt x="90" y="348"/>
                    </a:lnTo>
                    <a:lnTo>
                      <a:pt x="87" y="352"/>
                    </a:lnTo>
                    <a:lnTo>
                      <a:pt x="84" y="353"/>
                    </a:lnTo>
                    <a:lnTo>
                      <a:pt x="80" y="356"/>
                    </a:lnTo>
                    <a:lnTo>
                      <a:pt x="75" y="356"/>
                    </a:lnTo>
                    <a:lnTo>
                      <a:pt x="71" y="356"/>
                    </a:lnTo>
                    <a:lnTo>
                      <a:pt x="71" y="314"/>
                    </a:lnTo>
                    <a:lnTo>
                      <a:pt x="90" y="314"/>
                    </a:lnTo>
                    <a:close/>
                    <a:moveTo>
                      <a:pt x="71" y="20"/>
                    </a:moveTo>
                    <a:lnTo>
                      <a:pt x="71" y="59"/>
                    </a:lnTo>
                    <a:lnTo>
                      <a:pt x="37" y="59"/>
                    </a:lnTo>
                    <a:lnTo>
                      <a:pt x="37" y="54"/>
                    </a:lnTo>
                    <a:lnTo>
                      <a:pt x="38" y="49"/>
                    </a:lnTo>
                    <a:lnTo>
                      <a:pt x="41" y="43"/>
                    </a:lnTo>
                    <a:lnTo>
                      <a:pt x="45" y="38"/>
                    </a:lnTo>
                    <a:lnTo>
                      <a:pt x="56" y="30"/>
                    </a:lnTo>
                    <a:lnTo>
                      <a:pt x="71" y="20"/>
                    </a:lnTo>
                    <a:close/>
                    <a:moveTo>
                      <a:pt x="71" y="68"/>
                    </a:moveTo>
                    <a:lnTo>
                      <a:pt x="71" y="221"/>
                    </a:lnTo>
                    <a:lnTo>
                      <a:pt x="65" y="221"/>
                    </a:lnTo>
                    <a:lnTo>
                      <a:pt x="61" y="222"/>
                    </a:lnTo>
                    <a:lnTo>
                      <a:pt x="57" y="225"/>
                    </a:lnTo>
                    <a:lnTo>
                      <a:pt x="54" y="227"/>
                    </a:lnTo>
                    <a:lnTo>
                      <a:pt x="50" y="230"/>
                    </a:lnTo>
                    <a:lnTo>
                      <a:pt x="49" y="234"/>
                    </a:lnTo>
                    <a:lnTo>
                      <a:pt x="48" y="239"/>
                    </a:lnTo>
                    <a:lnTo>
                      <a:pt x="48" y="244"/>
                    </a:lnTo>
                    <a:lnTo>
                      <a:pt x="48" y="248"/>
                    </a:lnTo>
                    <a:lnTo>
                      <a:pt x="49" y="253"/>
                    </a:lnTo>
                    <a:lnTo>
                      <a:pt x="50" y="257"/>
                    </a:lnTo>
                    <a:lnTo>
                      <a:pt x="54" y="260"/>
                    </a:lnTo>
                    <a:lnTo>
                      <a:pt x="57" y="262"/>
                    </a:lnTo>
                    <a:lnTo>
                      <a:pt x="61" y="265"/>
                    </a:lnTo>
                    <a:lnTo>
                      <a:pt x="65" y="267"/>
                    </a:lnTo>
                    <a:lnTo>
                      <a:pt x="71" y="267"/>
                    </a:lnTo>
                    <a:lnTo>
                      <a:pt x="71" y="299"/>
                    </a:lnTo>
                    <a:lnTo>
                      <a:pt x="16" y="299"/>
                    </a:lnTo>
                    <a:lnTo>
                      <a:pt x="16" y="210"/>
                    </a:lnTo>
                    <a:lnTo>
                      <a:pt x="20" y="206"/>
                    </a:lnTo>
                    <a:lnTo>
                      <a:pt x="25" y="202"/>
                    </a:lnTo>
                    <a:lnTo>
                      <a:pt x="30" y="199"/>
                    </a:lnTo>
                    <a:lnTo>
                      <a:pt x="37" y="199"/>
                    </a:lnTo>
                    <a:lnTo>
                      <a:pt x="37" y="68"/>
                    </a:lnTo>
                    <a:lnTo>
                      <a:pt x="71" y="68"/>
                    </a:lnTo>
                    <a:close/>
                    <a:moveTo>
                      <a:pt x="71" y="314"/>
                    </a:moveTo>
                    <a:lnTo>
                      <a:pt x="71" y="356"/>
                    </a:lnTo>
                    <a:lnTo>
                      <a:pt x="65" y="356"/>
                    </a:lnTo>
                    <a:lnTo>
                      <a:pt x="58" y="355"/>
                    </a:lnTo>
                    <a:lnTo>
                      <a:pt x="53" y="350"/>
                    </a:lnTo>
                    <a:lnTo>
                      <a:pt x="49" y="345"/>
                    </a:lnTo>
                    <a:lnTo>
                      <a:pt x="48" y="338"/>
                    </a:lnTo>
                    <a:lnTo>
                      <a:pt x="48" y="314"/>
                    </a:lnTo>
                    <a:lnTo>
                      <a:pt x="71" y="314"/>
                    </a:lnTo>
                    <a:close/>
                    <a:moveTo>
                      <a:pt x="16" y="154"/>
                    </a:moveTo>
                    <a:lnTo>
                      <a:pt x="16" y="154"/>
                    </a:lnTo>
                    <a:lnTo>
                      <a:pt x="19" y="153"/>
                    </a:lnTo>
                    <a:lnTo>
                      <a:pt x="20" y="150"/>
                    </a:lnTo>
                    <a:lnTo>
                      <a:pt x="20" y="103"/>
                    </a:lnTo>
                    <a:lnTo>
                      <a:pt x="19" y="99"/>
                    </a:lnTo>
                    <a:lnTo>
                      <a:pt x="16" y="96"/>
                    </a:lnTo>
                    <a:lnTo>
                      <a:pt x="16" y="154"/>
                    </a:lnTo>
                    <a:close/>
                    <a:moveTo>
                      <a:pt x="16" y="96"/>
                    </a:moveTo>
                    <a:lnTo>
                      <a:pt x="16" y="154"/>
                    </a:lnTo>
                    <a:lnTo>
                      <a:pt x="15" y="154"/>
                    </a:lnTo>
                    <a:lnTo>
                      <a:pt x="6" y="150"/>
                    </a:lnTo>
                    <a:lnTo>
                      <a:pt x="4" y="149"/>
                    </a:lnTo>
                    <a:lnTo>
                      <a:pt x="2" y="147"/>
                    </a:lnTo>
                    <a:lnTo>
                      <a:pt x="0" y="142"/>
                    </a:lnTo>
                    <a:lnTo>
                      <a:pt x="0" y="95"/>
                    </a:lnTo>
                    <a:lnTo>
                      <a:pt x="0" y="93"/>
                    </a:lnTo>
                    <a:lnTo>
                      <a:pt x="2" y="91"/>
                    </a:lnTo>
                    <a:lnTo>
                      <a:pt x="4" y="91"/>
                    </a:lnTo>
                    <a:lnTo>
                      <a:pt x="6" y="91"/>
                    </a:lnTo>
                    <a:lnTo>
                      <a:pt x="15" y="95"/>
                    </a:lnTo>
                    <a:lnTo>
                      <a:pt x="16" y="96"/>
                    </a:lnTo>
                    <a:close/>
                    <a:moveTo>
                      <a:pt x="16" y="210"/>
                    </a:moveTo>
                    <a:lnTo>
                      <a:pt x="16" y="299"/>
                    </a:lnTo>
                    <a:lnTo>
                      <a:pt x="12" y="299"/>
                    </a:lnTo>
                    <a:lnTo>
                      <a:pt x="12" y="222"/>
                    </a:lnTo>
                    <a:lnTo>
                      <a:pt x="14" y="215"/>
                    </a:lnTo>
                    <a:lnTo>
                      <a:pt x="16" y="210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47" name="í$1íḍe">
                <a:extLst>
                  <a:ext uri="{FF2B5EF4-FFF2-40B4-BE49-F238E27FC236}">
                    <a16:creationId xmlns:a16="http://schemas.microsoft.com/office/drawing/2014/main" id="{6BA21332-37F6-916A-F56E-7CA0678629B7}"/>
                  </a:ext>
                </a:extLst>
              </p:cNvPr>
              <p:cNvSpPr/>
              <p:nvPr/>
            </p:nvSpPr>
            <p:spPr bwMode="auto">
              <a:xfrm>
                <a:off x="2403589" y="3004404"/>
                <a:ext cx="572332" cy="436063"/>
              </a:xfrm>
              <a:custGeom>
                <a:avLst/>
                <a:gdLst>
                  <a:gd name="T0" fmla="*/ 628650 w 399"/>
                  <a:gd name="T1" fmla="*/ 452438 h 304"/>
                  <a:gd name="T2" fmla="*/ 619125 w 399"/>
                  <a:gd name="T3" fmla="*/ 15875 h 304"/>
                  <a:gd name="T4" fmla="*/ 554038 w 399"/>
                  <a:gd name="T5" fmla="*/ 34925 h 304"/>
                  <a:gd name="T6" fmla="*/ 596900 w 399"/>
                  <a:gd name="T7" fmla="*/ 76200 h 304"/>
                  <a:gd name="T8" fmla="*/ 571500 w 399"/>
                  <a:gd name="T9" fmla="*/ 446088 h 304"/>
                  <a:gd name="T10" fmla="*/ 482600 w 399"/>
                  <a:gd name="T11" fmla="*/ 406400 h 304"/>
                  <a:gd name="T12" fmla="*/ 547688 w 399"/>
                  <a:gd name="T13" fmla="*/ 66675 h 304"/>
                  <a:gd name="T14" fmla="*/ 566738 w 399"/>
                  <a:gd name="T15" fmla="*/ 398463 h 304"/>
                  <a:gd name="T16" fmla="*/ 403225 w 399"/>
                  <a:gd name="T17" fmla="*/ 34925 h 304"/>
                  <a:gd name="T18" fmla="*/ 403225 w 399"/>
                  <a:gd name="T19" fmla="*/ 482600 h 304"/>
                  <a:gd name="T20" fmla="*/ 403225 w 399"/>
                  <a:gd name="T21" fmla="*/ 419100 h 304"/>
                  <a:gd name="T22" fmla="*/ 439738 w 399"/>
                  <a:gd name="T23" fmla="*/ 265113 h 304"/>
                  <a:gd name="T24" fmla="*/ 434975 w 399"/>
                  <a:gd name="T25" fmla="*/ 211138 h 304"/>
                  <a:gd name="T26" fmla="*/ 433388 w 399"/>
                  <a:gd name="T27" fmla="*/ 173038 h 304"/>
                  <a:gd name="T28" fmla="*/ 403225 w 399"/>
                  <a:gd name="T29" fmla="*/ 65088 h 304"/>
                  <a:gd name="T30" fmla="*/ 412750 w 399"/>
                  <a:gd name="T31" fmla="*/ 271463 h 304"/>
                  <a:gd name="T32" fmla="*/ 403225 w 399"/>
                  <a:gd name="T33" fmla="*/ 217488 h 304"/>
                  <a:gd name="T34" fmla="*/ 407988 w 399"/>
                  <a:gd name="T35" fmla="*/ 163513 h 304"/>
                  <a:gd name="T36" fmla="*/ 317500 w 399"/>
                  <a:gd name="T37" fmla="*/ 0 h 304"/>
                  <a:gd name="T38" fmla="*/ 317500 w 399"/>
                  <a:gd name="T39" fmla="*/ 447675 h 304"/>
                  <a:gd name="T40" fmla="*/ 382588 w 399"/>
                  <a:gd name="T41" fmla="*/ 147638 h 304"/>
                  <a:gd name="T42" fmla="*/ 358775 w 399"/>
                  <a:gd name="T43" fmla="*/ 192088 h 304"/>
                  <a:gd name="T44" fmla="*/ 365125 w 399"/>
                  <a:gd name="T45" fmla="*/ 228600 h 304"/>
                  <a:gd name="T46" fmla="*/ 368300 w 399"/>
                  <a:gd name="T47" fmla="*/ 282575 h 304"/>
                  <a:gd name="T48" fmla="*/ 317500 w 399"/>
                  <a:gd name="T49" fmla="*/ 295275 h 304"/>
                  <a:gd name="T50" fmla="*/ 403225 w 399"/>
                  <a:gd name="T51" fmla="*/ 65088 h 304"/>
                  <a:gd name="T52" fmla="*/ 384175 w 399"/>
                  <a:gd name="T53" fmla="*/ 163513 h 304"/>
                  <a:gd name="T54" fmla="*/ 398463 w 399"/>
                  <a:gd name="T55" fmla="*/ 203200 h 304"/>
                  <a:gd name="T56" fmla="*/ 398463 w 399"/>
                  <a:gd name="T57" fmla="*/ 215900 h 304"/>
                  <a:gd name="T58" fmla="*/ 390525 w 399"/>
                  <a:gd name="T59" fmla="*/ 269875 h 304"/>
                  <a:gd name="T60" fmla="*/ 214313 w 399"/>
                  <a:gd name="T61" fmla="*/ 34925 h 304"/>
                  <a:gd name="T62" fmla="*/ 214313 w 399"/>
                  <a:gd name="T63" fmla="*/ 482600 h 304"/>
                  <a:gd name="T64" fmla="*/ 274638 w 399"/>
                  <a:gd name="T65" fmla="*/ 282575 h 304"/>
                  <a:gd name="T66" fmla="*/ 220663 w 399"/>
                  <a:gd name="T67" fmla="*/ 338138 h 304"/>
                  <a:gd name="T68" fmla="*/ 257175 w 399"/>
                  <a:gd name="T69" fmla="*/ 290513 h 304"/>
                  <a:gd name="T70" fmla="*/ 234950 w 399"/>
                  <a:gd name="T71" fmla="*/ 242888 h 304"/>
                  <a:gd name="T72" fmla="*/ 215900 w 399"/>
                  <a:gd name="T73" fmla="*/ 200025 h 304"/>
                  <a:gd name="T74" fmla="*/ 227013 w 399"/>
                  <a:gd name="T75" fmla="*/ 215900 h 304"/>
                  <a:gd name="T76" fmla="*/ 238125 w 399"/>
                  <a:gd name="T77" fmla="*/ 193675 h 304"/>
                  <a:gd name="T78" fmla="*/ 317500 w 399"/>
                  <a:gd name="T79" fmla="*/ 65088 h 304"/>
                  <a:gd name="T80" fmla="*/ 233363 w 399"/>
                  <a:gd name="T81" fmla="*/ 306388 h 304"/>
                  <a:gd name="T82" fmla="*/ 220663 w 399"/>
                  <a:gd name="T83" fmla="*/ 260350 h 304"/>
                  <a:gd name="T84" fmla="*/ 39688 w 399"/>
                  <a:gd name="T85" fmla="*/ 3175 h 304"/>
                  <a:gd name="T86" fmla="*/ 0 w 399"/>
                  <a:gd name="T87" fmla="*/ 433388 h 304"/>
                  <a:gd name="T88" fmla="*/ 39688 w 399"/>
                  <a:gd name="T89" fmla="*/ 482600 h 304"/>
                  <a:gd name="T90" fmla="*/ 63500 w 399"/>
                  <a:gd name="T91" fmla="*/ 446088 h 304"/>
                  <a:gd name="T92" fmla="*/ 38100 w 399"/>
                  <a:gd name="T93" fmla="*/ 76200 h 304"/>
                  <a:gd name="T94" fmla="*/ 79375 w 399"/>
                  <a:gd name="T95" fmla="*/ 34925 h 304"/>
                  <a:gd name="T96" fmla="*/ 196850 w 399"/>
                  <a:gd name="T97" fmla="*/ 198438 h 304"/>
                  <a:gd name="T98" fmla="*/ 168275 w 399"/>
                  <a:gd name="T99" fmla="*/ 277813 h 304"/>
                  <a:gd name="T100" fmla="*/ 185738 w 399"/>
                  <a:gd name="T101" fmla="*/ 331788 h 304"/>
                  <a:gd name="T102" fmla="*/ 85725 w 399"/>
                  <a:gd name="T103" fmla="*/ 415925 h 304"/>
                  <a:gd name="T104" fmla="*/ 68263 w 399"/>
                  <a:gd name="T105" fmla="*/ 84138 h 304"/>
                  <a:gd name="T106" fmla="*/ 214313 w 399"/>
                  <a:gd name="T107" fmla="*/ 247650 h 304"/>
                  <a:gd name="T108" fmla="*/ 207963 w 399"/>
                  <a:gd name="T109" fmla="*/ 279400 h 304"/>
                  <a:gd name="T110" fmla="*/ 203200 w 399"/>
                  <a:gd name="T111" fmla="*/ 315913 h 304"/>
                  <a:gd name="T112" fmla="*/ 201613 w 399"/>
                  <a:gd name="T113" fmla="*/ 217488 h 304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99" h="304">
                    <a:moveTo>
                      <a:pt x="368" y="304"/>
                    </a:moveTo>
                    <a:lnTo>
                      <a:pt x="368" y="304"/>
                    </a:lnTo>
                    <a:lnTo>
                      <a:pt x="373" y="304"/>
                    </a:lnTo>
                    <a:lnTo>
                      <a:pt x="380" y="302"/>
                    </a:lnTo>
                    <a:lnTo>
                      <a:pt x="385" y="298"/>
                    </a:lnTo>
                    <a:lnTo>
                      <a:pt x="390" y="294"/>
                    </a:lnTo>
                    <a:lnTo>
                      <a:pt x="394" y="290"/>
                    </a:lnTo>
                    <a:lnTo>
                      <a:pt x="396" y="285"/>
                    </a:lnTo>
                    <a:lnTo>
                      <a:pt x="399" y="279"/>
                    </a:lnTo>
                    <a:lnTo>
                      <a:pt x="399" y="273"/>
                    </a:lnTo>
                    <a:lnTo>
                      <a:pt x="399" y="33"/>
                    </a:lnTo>
                    <a:lnTo>
                      <a:pt x="399" y="26"/>
                    </a:lnTo>
                    <a:lnTo>
                      <a:pt x="396" y="21"/>
                    </a:lnTo>
                    <a:lnTo>
                      <a:pt x="394" y="15"/>
                    </a:lnTo>
                    <a:lnTo>
                      <a:pt x="390" y="10"/>
                    </a:lnTo>
                    <a:lnTo>
                      <a:pt x="385" y="6"/>
                    </a:lnTo>
                    <a:lnTo>
                      <a:pt x="380" y="3"/>
                    </a:lnTo>
                    <a:lnTo>
                      <a:pt x="373" y="2"/>
                    </a:lnTo>
                    <a:lnTo>
                      <a:pt x="368" y="0"/>
                    </a:lnTo>
                    <a:lnTo>
                      <a:pt x="304" y="0"/>
                    </a:lnTo>
                    <a:lnTo>
                      <a:pt x="304" y="22"/>
                    </a:lnTo>
                    <a:lnTo>
                      <a:pt x="349" y="22"/>
                    </a:lnTo>
                    <a:lnTo>
                      <a:pt x="354" y="22"/>
                    </a:lnTo>
                    <a:lnTo>
                      <a:pt x="360" y="25"/>
                    </a:lnTo>
                    <a:lnTo>
                      <a:pt x="364" y="26"/>
                    </a:lnTo>
                    <a:lnTo>
                      <a:pt x="368" y="30"/>
                    </a:lnTo>
                    <a:lnTo>
                      <a:pt x="371" y="34"/>
                    </a:lnTo>
                    <a:lnTo>
                      <a:pt x="373" y="38"/>
                    </a:lnTo>
                    <a:lnTo>
                      <a:pt x="375" y="42"/>
                    </a:lnTo>
                    <a:lnTo>
                      <a:pt x="376" y="48"/>
                    </a:lnTo>
                    <a:lnTo>
                      <a:pt x="376" y="256"/>
                    </a:lnTo>
                    <a:lnTo>
                      <a:pt x="375" y="262"/>
                    </a:lnTo>
                    <a:lnTo>
                      <a:pt x="373" y="267"/>
                    </a:lnTo>
                    <a:lnTo>
                      <a:pt x="371" y="271"/>
                    </a:lnTo>
                    <a:lnTo>
                      <a:pt x="368" y="275"/>
                    </a:lnTo>
                    <a:lnTo>
                      <a:pt x="364" y="278"/>
                    </a:lnTo>
                    <a:lnTo>
                      <a:pt x="360" y="281"/>
                    </a:lnTo>
                    <a:lnTo>
                      <a:pt x="354" y="282"/>
                    </a:lnTo>
                    <a:lnTo>
                      <a:pt x="349" y="282"/>
                    </a:lnTo>
                    <a:lnTo>
                      <a:pt x="304" y="282"/>
                    </a:lnTo>
                    <a:lnTo>
                      <a:pt x="304" y="304"/>
                    </a:lnTo>
                    <a:lnTo>
                      <a:pt x="368" y="304"/>
                    </a:lnTo>
                    <a:close/>
                    <a:moveTo>
                      <a:pt x="304" y="264"/>
                    </a:moveTo>
                    <a:lnTo>
                      <a:pt x="304" y="256"/>
                    </a:lnTo>
                    <a:lnTo>
                      <a:pt x="337" y="256"/>
                    </a:lnTo>
                    <a:lnTo>
                      <a:pt x="337" y="243"/>
                    </a:lnTo>
                    <a:lnTo>
                      <a:pt x="304" y="243"/>
                    </a:lnTo>
                    <a:lnTo>
                      <a:pt x="304" y="41"/>
                    </a:lnTo>
                    <a:lnTo>
                      <a:pt x="337" y="41"/>
                    </a:lnTo>
                    <a:lnTo>
                      <a:pt x="341" y="41"/>
                    </a:lnTo>
                    <a:lnTo>
                      <a:pt x="345" y="42"/>
                    </a:lnTo>
                    <a:lnTo>
                      <a:pt x="352" y="46"/>
                    </a:lnTo>
                    <a:lnTo>
                      <a:pt x="357" y="53"/>
                    </a:lnTo>
                    <a:lnTo>
                      <a:pt x="357" y="57"/>
                    </a:lnTo>
                    <a:lnTo>
                      <a:pt x="358" y="61"/>
                    </a:lnTo>
                    <a:lnTo>
                      <a:pt x="358" y="243"/>
                    </a:lnTo>
                    <a:lnTo>
                      <a:pt x="357" y="247"/>
                    </a:lnTo>
                    <a:lnTo>
                      <a:pt x="357" y="251"/>
                    </a:lnTo>
                    <a:lnTo>
                      <a:pt x="352" y="258"/>
                    </a:lnTo>
                    <a:lnTo>
                      <a:pt x="345" y="262"/>
                    </a:lnTo>
                    <a:lnTo>
                      <a:pt x="341" y="263"/>
                    </a:lnTo>
                    <a:lnTo>
                      <a:pt x="337" y="264"/>
                    </a:lnTo>
                    <a:lnTo>
                      <a:pt x="304" y="264"/>
                    </a:lnTo>
                    <a:close/>
                    <a:moveTo>
                      <a:pt x="304" y="0"/>
                    </a:moveTo>
                    <a:lnTo>
                      <a:pt x="254" y="0"/>
                    </a:lnTo>
                    <a:lnTo>
                      <a:pt x="254" y="22"/>
                    </a:lnTo>
                    <a:lnTo>
                      <a:pt x="304" y="22"/>
                    </a:lnTo>
                    <a:lnTo>
                      <a:pt x="304" y="0"/>
                    </a:lnTo>
                    <a:close/>
                    <a:moveTo>
                      <a:pt x="254" y="304"/>
                    </a:moveTo>
                    <a:lnTo>
                      <a:pt x="304" y="304"/>
                    </a:lnTo>
                    <a:lnTo>
                      <a:pt x="304" y="282"/>
                    </a:lnTo>
                    <a:lnTo>
                      <a:pt x="254" y="282"/>
                    </a:lnTo>
                    <a:lnTo>
                      <a:pt x="254" y="304"/>
                    </a:lnTo>
                    <a:close/>
                    <a:moveTo>
                      <a:pt x="304" y="41"/>
                    </a:moveTo>
                    <a:lnTo>
                      <a:pt x="304" y="243"/>
                    </a:lnTo>
                    <a:lnTo>
                      <a:pt x="270" y="243"/>
                    </a:lnTo>
                    <a:lnTo>
                      <a:pt x="270" y="256"/>
                    </a:lnTo>
                    <a:lnTo>
                      <a:pt x="304" y="256"/>
                    </a:lnTo>
                    <a:lnTo>
                      <a:pt x="304" y="264"/>
                    </a:lnTo>
                    <a:lnTo>
                      <a:pt x="254" y="264"/>
                    </a:lnTo>
                    <a:lnTo>
                      <a:pt x="254" y="183"/>
                    </a:lnTo>
                    <a:lnTo>
                      <a:pt x="257" y="183"/>
                    </a:lnTo>
                    <a:lnTo>
                      <a:pt x="265" y="179"/>
                    </a:lnTo>
                    <a:lnTo>
                      <a:pt x="272" y="174"/>
                    </a:lnTo>
                    <a:lnTo>
                      <a:pt x="277" y="167"/>
                    </a:lnTo>
                    <a:lnTo>
                      <a:pt x="281" y="159"/>
                    </a:lnTo>
                    <a:lnTo>
                      <a:pt x="281" y="151"/>
                    </a:lnTo>
                    <a:lnTo>
                      <a:pt x="281" y="143"/>
                    </a:lnTo>
                    <a:lnTo>
                      <a:pt x="278" y="137"/>
                    </a:lnTo>
                    <a:lnTo>
                      <a:pt x="274" y="133"/>
                    </a:lnTo>
                    <a:lnTo>
                      <a:pt x="269" y="130"/>
                    </a:lnTo>
                    <a:lnTo>
                      <a:pt x="262" y="129"/>
                    </a:lnTo>
                    <a:lnTo>
                      <a:pt x="268" y="122"/>
                    </a:lnTo>
                    <a:lnTo>
                      <a:pt x="272" y="116"/>
                    </a:lnTo>
                    <a:lnTo>
                      <a:pt x="273" y="109"/>
                    </a:lnTo>
                    <a:lnTo>
                      <a:pt x="273" y="102"/>
                    </a:lnTo>
                    <a:lnTo>
                      <a:pt x="270" y="97"/>
                    </a:lnTo>
                    <a:lnTo>
                      <a:pt x="264" y="93"/>
                    </a:lnTo>
                    <a:lnTo>
                      <a:pt x="260" y="90"/>
                    </a:lnTo>
                    <a:lnTo>
                      <a:pt x="254" y="90"/>
                    </a:lnTo>
                    <a:lnTo>
                      <a:pt x="254" y="41"/>
                    </a:lnTo>
                    <a:lnTo>
                      <a:pt x="304" y="41"/>
                    </a:lnTo>
                    <a:close/>
                    <a:moveTo>
                      <a:pt x="254" y="175"/>
                    </a:moveTo>
                    <a:lnTo>
                      <a:pt x="254" y="175"/>
                    </a:lnTo>
                    <a:lnTo>
                      <a:pt x="257" y="174"/>
                    </a:lnTo>
                    <a:lnTo>
                      <a:pt x="260" y="171"/>
                    </a:lnTo>
                    <a:lnTo>
                      <a:pt x="264" y="166"/>
                    </a:lnTo>
                    <a:lnTo>
                      <a:pt x="265" y="159"/>
                    </a:lnTo>
                    <a:lnTo>
                      <a:pt x="264" y="151"/>
                    </a:lnTo>
                    <a:lnTo>
                      <a:pt x="260" y="143"/>
                    </a:lnTo>
                    <a:lnTo>
                      <a:pt x="257" y="140"/>
                    </a:lnTo>
                    <a:lnTo>
                      <a:pt x="254" y="137"/>
                    </a:lnTo>
                    <a:lnTo>
                      <a:pt x="254" y="175"/>
                    </a:lnTo>
                    <a:close/>
                    <a:moveTo>
                      <a:pt x="254" y="124"/>
                    </a:moveTo>
                    <a:lnTo>
                      <a:pt x="254" y="124"/>
                    </a:lnTo>
                    <a:lnTo>
                      <a:pt x="257" y="117"/>
                    </a:lnTo>
                    <a:lnTo>
                      <a:pt x="258" y="109"/>
                    </a:lnTo>
                    <a:lnTo>
                      <a:pt x="257" y="103"/>
                    </a:lnTo>
                    <a:lnTo>
                      <a:pt x="255" y="99"/>
                    </a:lnTo>
                    <a:lnTo>
                      <a:pt x="254" y="98"/>
                    </a:lnTo>
                    <a:lnTo>
                      <a:pt x="254" y="97"/>
                    </a:lnTo>
                    <a:lnTo>
                      <a:pt x="254" y="124"/>
                    </a:lnTo>
                    <a:close/>
                    <a:moveTo>
                      <a:pt x="254" y="0"/>
                    </a:moveTo>
                    <a:lnTo>
                      <a:pt x="200" y="0"/>
                    </a:lnTo>
                    <a:lnTo>
                      <a:pt x="200" y="22"/>
                    </a:lnTo>
                    <a:lnTo>
                      <a:pt x="254" y="22"/>
                    </a:lnTo>
                    <a:lnTo>
                      <a:pt x="254" y="0"/>
                    </a:lnTo>
                    <a:close/>
                    <a:moveTo>
                      <a:pt x="200" y="304"/>
                    </a:moveTo>
                    <a:lnTo>
                      <a:pt x="254" y="304"/>
                    </a:lnTo>
                    <a:lnTo>
                      <a:pt x="254" y="282"/>
                    </a:lnTo>
                    <a:lnTo>
                      <a:pt x="200" y="282"/>
                    </a:lnTo>
                    <a:lnTo>
                      <a:pt x="200" y="304"/>
                    </a:lnTo>
                    <a:close/>
                    <a:moveTo>
                      <a:pt x="254" y="41"/>
                    </a:moveTo>
                    <a:lnTo>
                      <a:pt x="254" y="90"/>
                    </a:lnTo>
                    <a:lnTo>
                      <a:pt x="246" y="91"/>
                    </a:lnTo>
                    <a:lnTo>
                      <a:pt x="241" y="93"/>
                    </a:lnTo>
                    <a:lnTo>
                      <a:pt x="236" y="95"/>
                    </a:lnTo>
                    <a:lnTo>
                      <a:pt x="232" y="99"/>
                    </a:lnTo>
                    <a:lnTo>
                      <a:pt x="230" y="103"/>
                    </a:lnTo>
                    <a:lnTo>
                      <a:pt x="227" y="107"/>
                    </a:lnTo>
                    <a:lnTo>
                      <a:pt x="226" y="111"/>
                    </a:lnTo>
                    <a:lnTo>
                      <a:pt x="226" y="117"/>
                    </a:lnTo>
                    <a:lnTo>
                      <a:pt x="226" y="121"/>
                    </a:lnTo>
                    <a:lnTo>
                      <a:pt x="228" y="125"/>
                    </a:lnTo>
                    <a:lnTo>
                      <a:pt x="231" y="129"/>
                    </a:lnTo>
                    <a:lnTo>
                      <a:pt x="235" y="132"/>
                    </a:lnTo>
                    <a:lnTo>
                      <a:pt x="241" y="134"/>
                    </a:lnTo>
                    <a:lnTo>
                      <a:pt x="232" y="141"/>
                    </a:lnTo>
                    <a:lnTo>
                      <a:pt x="230" y="144"/>
                    </a:lnTo>
                    <a:lnTo>
                      <a:pt x="227" y="148"/>
                    </a:lnTo>
                    <a:lnTo>
                      <a:pt x="226" y="158"/>
                    </a:lnTo>
                    <a:lnTo>
                      <a:pt x="226" y="166"/>
                    </a:lnTo>
                    <a:lnTo>
                      <a:pt x="227" y="171"/>
                    </a:lnTo>
                    <a:lnTo>
                      <a:pt x="230" y="174"/>
                    </a:lnTo>
                    <a:lnTo>
                      <a:pt x="232" y="178"/>
                    </a:lnTo>
                    <a:lnTo>
                      <a:pt x="236" y="181"/>
                    </a:lnTo>
                    <a:lnTo>
                      <a:pt x="241" y="182"/>
                    </a:lnTo>
                    <a:lnTo>
                      <a:pt x="245" y="183"/>
                    </a:lnTo>
                    <a:lnTo>
                      <a:pt x="254" y="183"/>
                    </a:lnTo>
                    <a:lnTo>
                      <a:pt x="254" y="264"/>
                    </a:lnTo>
                    <a:lnTo>
                      <a:pt x="200" y="264"/>
                    </a:lnTo>
                    <a:lnTo>
                      <a:pt x="200" y="186"/>
                    </a:lnTo>
                    <a:lnTo>
                      <a:pt x="201" y="186"/>
                    </a:lnTo>
                    <a:lnTo>
                      <a:pt x="200" y="171"/>
                    </a:lnTo>
                    <a:lnTo>
                      <a:pt x="216" y="167"/>
                    </a:lnTo>
                    <a:lnTo>
                      <a:pt x="215" y="153"/>
                    </a:lnTo>
                    <a:lnTo>
                      <a:pt x="200" y="158"/>
                    </a:lnTo>
                    <a:lnTo>
                      <a:pt x="200" y="145"/>
                    </a:lnTo>
                    <a:lnTo>
                      <a:pt x="200" y="41"/>
                    </a:lnTo>
                    <a:lnTo>
                      <a:pt x="254" y="41"/>
                    </a:lnTo>
                    <a:close/>
                    <a:moveTo>
                      <a:pt x="254" y="97"/>
                    </a:moveTo>
                    <a:lnTo>
                      <a:pt x="254" y="97"/>
                    </a:lnTo>
                    <a:lnTo>
                      <a:pt x="251" y="97"/>
                    </a:lnTo>
                    <a:lnTo>
                      <a:pt x="249" y="97"/>
                    </a:lnTo>
                    <a:lnTo>
                      <a:pt x="245" y="99"/>
                    </a:lnTo>
                    <a:lnTo>
                      <a:pt x="242" y="103"/>
                    </a:lnTo>
                    <a:lnTo>
                      <a:pt x="241" y="109"/>
                    </a:lnTo>
                    <a:lnTo>
                      <a:pt x="241" y="114"/>
                    </a:lnTo>
                    <a:lnTo>
                      <a:pt x="242" y="118"/>
                    </a:lnTo>
                    <a:lnTo>
                      <a:pt x="245" y="122"/>
                    </a:lnTo>
                    <a:lnTo>
                      <a:pt x="247" y="125"/>
                    </a:lnTo>
                    <a:lnTo>
                      <a:pt x="251" y="128"/>
                    </a:lnTo>
                    <a:lnTo>
                      <a:pt x="254" y="124"/>
                    </a:lnTo>
                    <a:lnTo>
                      <a:pt x="254" y="97"/>
                    </a:lnTo>
                    <a:close/>
                    <a:moveTo>
                      <a:pt x="254" y="137"/>
                    </a:moveTo>
                    <a:lnTo>
                      <a:pt x="254" y="137"/>
                    </a:lnTo>
                    <a:lnTo>
                      <a:pt x="251" y="136"/>
                    </a:lnTo>
                    <a:lnTo>
                      <a:pt x="247" y="141"/>
                    </a:lnTo>
                    <a:lnTo>
                      <a:pt x="245" y="147"/>
                    </a:lnTo>
                    <a:lnTo>
                      <a:pt x="243" y="152"/>
                    </a:lnTo>
                    <a:lnTo>
                      <a:pt x="243" y="159"/>
                    </a:lnTo>
                    <a:lnTo>
                      <a:pt x="243" y="164"/>
                    </a:lnTo>
                    <a:lnTo>
                      <a:pt x="246" y="170"/>
                    </a:lnTo>
                    <a:lnTo>
                      <a:pt x="249" y="172"/>
                    </a:lnTo>
                    <a:lnTo>
                      <a:pt x="251" y="174"/>
                    </a:lnTo>
                    <a:lnTo>
                      <a:pt x="254" y="175"/>
                    </a:lnTo>
                    <a:lnTo>
                      <a:pt x="254" y="137"/>
                    </a:lnTo>
                    <a:close/>
                    <a:moveTo>
                      <a:pt x="200" y="0"/>
                    </a:moveTo>
                    <a:lnTo>
                      <a:pt x="135" y="0"/>
                    </a:lnTo>
                    <a:lnTo>
                      <a:pt x="135" y="22"/>
                    </a:lnTo>
                    <a:lnTo>
                      <a:pt x="200" y="22"/>
                    </a:lnTo>
                    <a:lnTo>
                      <a:pt x="200" y="0"/>
                    </a:lnTo>
                    <a:close/>
                    <a:moveTo>
                      <a:pt x="135" y="304"/>
                    </a:moveTo>
                    <a:lnTo>
                      <a:pt x="200" y="304"/>
                    </a:lnTo>
                    <a:lnTo>
                      <a:pt x="200" y="282"/>
                    </a:lnTo>
                    <a:lnTo>
                      <a:pt x="135" y="282"/>
                    </a:lnTo>
                    <a:lnTo>
                      <a:pt x="135" y="304"/>
                    </a:lnTo>
                    <a:close/>
                    <a:moveTo>
                      <a:pt x="200" y="41"/>
                    </a:moveTo>
                    <a:lnTo>
                      <a:pt x="200" y="145"/>
                    </a:lnTo>
                    <a:lnTo>
                      <a:pt x="200" y="143"/>
                    </a:lnTo>
                    <a:lnTo>
                      <a:pt x="186" y="145"/>
                    </a:lnTo>
                    <a:lnTo>
                      <a:pt x="186" y="160"/>
                    </a:lnTo>
                    <a:lnTo>
                      <a:pt x="171" y="164"/>
                    </a:lnTo>
                    <a:lnTo>
                      <a:pt x="173" y="178"/>
                    </a:lnTo>
                    <a:lnTo>
                      <a:pt x="188" y="174"/>
                    </a:lnTo>
                    <a:lnTo>
                      <a:pt x="188" y="190"/>
                    </a:lnTo>
                    <a:lnTo>
                      <a:pt x="200" y="186"/>
                    </a:lnTo>
                    <a:lnTo>
                      <a:pt x="200" y="264"/>
                    </a:lnTo>
                    <a:lnTo>
                      <a:pt x="135" y="264"/>
                    </a:lnTo>
                    <a:lnTo>
                      <a:pt x="135" y="214"/>
                    </a:lnTo>
                    <a:lnTo>
                      <a:pt x="139" y="213"/>
                    </a:lnTo>
                    <a:lnTo>
                      <a:pt x="144" y="210"/>
                    </a:lnTo>
                    <a:lnTo>
                      <a:pt x="150" y="208"/>
                    </a:lnTo>
                    <a:lnTo>
                      <a:pt x="155" y="202"/>
                    </a:lnTo>
                    <a:lnTo>
                      <a:pt x="158" y="197"/>
                    </a:lnTo>
                    <a:lnTo>
                      <a:pt x="161" y="190"/>
                    </a:lnTo>
                    <a:lnTo>
                      <a:pt x="162" y="183"/>
                    </a:lnTo>
                    <a:lnTo>
                      <a:pt x="162" y="176"/>
                    </a:lnTo>
                    <a:lnTo>
                      <a:pt x="162" y="170"/>
                    </a:lnTo>
                    <a:lnTo>
                      <a:pt x="158" y="163"/>
                    </a:lnTo>
                    <a:lnTo>
                      <a:pt x="154" y="158"/>
                    </a:lnTo>
                    <a:lnTo>
                      <a:pt x="148" y="153"/>
                    </a:lnTo>
                    <a:lnTo>
                      <a:pt x="144" y="153"/>
                    </a:lnTo>
                    <a:lnTo>
                      <a:pt x="139" y="155"/>
                    </a:lnTo>
                    <a:lnTo>
                      <a:pt x="135" y="156"/>
                    </a:lnTo>
                    <a:lnTo>
                      <a:pt x="135" y="128"/>
                    </a:lnTo>
                    <a:lnTo>
                      <a:pt x="136" y="126"/>
                    </a:lnTo>
                    <a:lnTo>
                      <a:pt x="139" y="126"/>
                    </a:lnTo>
                    <a:lnTo>
                      <a:pt x="140" y="128"/>
                    </a:lnTo>
                    <a:lnTo>
                      <a:pt x="143" y="129"/>
                    </a:lnTo>
                    <a:lnTo>
                      <a:pt x="143" y="132"/>
                    </a:lnTo>
                    <a:lnTo>
                      <a:pt x="143" y="134"/>
                    </a:lnTo>
                    <a:lnTo>
                      <a:pt x="143" y="136"/>
                    </a:lnTo>
                    <a:lnTo>
                      <a:pt x="147" y="134"/>
                    </a:lnTo>
                    <a:lnTo>
                      <a:pt x="150" y="132"/>
                    </a:lnTo>
                    <a:lnTo>
                      <a:pt x="151" y="129"/>
                    </a:lnTo>
                    <a:lnTo>
                      <a:pt x="151" y="125"/>
                    </a:lnTo>
                    <a:lnTo>
                      <a:pt x="150" y="122"/>
                    </a:lnTo>
                    <a:lnTo>
                      <a:pt x="146" y="120"/>
                    </a:lnTo>
                    <a:lnTo>
                      <a:pt x="140" y="120"/>
                    </a:lnTo>
                    <a:lnTo>
                      <a:pt x="135" y="120"/>
                    </a:lnTo>
                    <a:lnTo>
                      <a:pt x="135" y="41"/>
                    </a:lnTo>
                    <a:lnTo>
                      <a:pt x="200" y="41"/>
                    </a:lnTo>
                    <a:close/>
                    <a:moveTo>
                      <a:pt x="135" y="204"/>
                    </a:moveTo>
                    <a:lnTo>
                      <a:pt x="135" y="204"/>
                    </a:lnTo>
                    <a:lnTo>
                      <a:pt x="138" y="204"/>
                    </a:lnTo>
                    <a:lnTo>
                      <a:pt x="140" y="202"/>
                    </a:lnTo>
                    <a:lnTo>
                      <a:pt x="143" y="199"/>
                    </a:lnTo>
                    <a:lnTo>
                      <a:pt x="146" y="197"/>
                    </a:lnTo>
                    <a:lnTo>
                      <a:pt x="147" y="193"/>
                    </a:lnTo>
                    <a:lnTo>
                      <a:pt x="150" y="185"/>
                    </a:lnTo>
                    <a:lnTo>
                      <a:pt x="148" y="175"/>
                    </a:lnTo>
                    <a:lnTo>
                      <a:pt x="147" y="170"/>
                    </a:lnTo>
                    <a:lnTo>
                      <a:pt x="144" y="167"/>
                    </a:lnTo>
                    <a:lnTo>
                      <a:pt x="142" y="164"/>
                    </a:lnTo>
                    <a:lnTo>
                      <a:pt x="139" y="164"/>
                    </a:lnTo>
                    <a:lnTo>
                      <a:pt x="136" y="166"/>
                    </a:lnTo>
                    <a:lnTo>
                      <a:pt x="135" y="168"/>
                    </a:lnTo>
                    <a:lnTo>
                      <a:pt x="135" y="204"/>
                    </a:lnTo>
                    <a:close/>
                    <a:moveTo>
                      <a:pt x="135" y="0"/>
                    </a:moveTo>
                    <a:lnTo>
                      <a:pt x="32" y="0"/>
                    </a:lnTo>
                    <a:lnTo>
                      <a:pt x="25" y="2"/>
                    </a:lnTo>
                    <a:lnTo>
                      <a:pt x="20" y="3"/>
                    </a:lnTo>
                    <a:lnTo>
                      <a:pt x="14" y="6"/>
                    </a:lnTo>
                    <a:lnTo>
                      <a:pt x="9" y="10"/>
                    </a:lnTo>
                    <a:lnTo>
                      <a:pt x="5" y="15"/>
                    </a:lnTo>
                    <a:lnTo>
                      <a:pt x="2" y="21"/>
                    </a:lnTo>
                    <a:lnTo>
                      <a:pt x="1" y="26"/>
                    </a:lnTo>
                    <a:lnTo>
                      <a:pt x="0" y="33"/>
                    </a:lnTo>
                    <a:lnTo>
                      <a:pt x="0" y="273"/>
                    </a:lnTo>
                    <a:lnTo>
                      <a:pt x="1" y="279"/>
                    </a:lnTo>
                    <a:lnTo>
                      <a:pt x="2" y="285"/>
                    </a:lnTo>
                    <a:lnTo>
                      <a:pt x="5" y="290"/>
                    </a:lnTo>
                    <a:lnTo>
                      <a:pt x="9" y="294"/>
                    </a:lnTo>
                    <a:lnTo>
                      <a:pt x="14" y="298"/>
                    </a:lnTo>
                    <a:lnTo>
                      <a:pt x="20" y="302"/>
                    </a:lnTo>
                    <a:lnTo>
                      <a:pt x="25" y="304"/>
                    </a:lnTo>
                    <a:lnTo>
                      <a:pt x="32" y="304"/>
                    </a:lnTo>
                    <a:lnTo>
                      <a:pt x="135" y="304"/>
                    </a:lnTo>
                    <a:lnTo>
                      <a:pt x="135" y="282"/>
                    </a:lnTo>
                    <a:lnTo>
                      <a:pt x="50" y="282"/>
                    </a:lnTo>
                    <a:lnTo>
                      <a:pt x="44" y="282"/>
                    </a:lnTo>
                    <a:lnTo>
                      <a:pt x="40" y="281"/>
                    </a:lnTo>
                    <a:lnTo>
                      <a:pt x="35" y="278"/>
                    </a:lnTo>
                    <a:lnTo>
                      <a:pt x="32" y="275"/>
                    </a:lnTo>
                    <a:lnTo>
                      <a:pt x="28" y="271"/>
                    </a:lnTo>
                    <a:lnTo>
                      <a:pt x="25" y="267"/>
                    </a:lnTo>
                    <a:lnTo>
                      <a:pt x="24" y="262"/>
                    </a:lnTo>
                    <a:lnTo>
                      <a:pt x="24" y="256"/>
                    </a:lnTo>
                    <a:lnTo>
                      <a:pt x="24" y="48"/>
                    </a:lnTo>
                    <a:lnTo>
                      <a:pt x="24" y="42"/>
                    </a:lnTo>
                    <a:lnTo>
                      <a:pt x="25" y="38"/>
                    </a:lnTo>
                    <a:lnTo>
                      <a:pt x="28" y="34"/>
                    </a:lnTo>
                    <a:lnTo>
                      <a:pt x="32" y="30"/>
                    </a:lnTo>
                    <a:lnTo>
                      <a:pt x="35" y="26"/>
                    </a:lnTo>
                    <a:lnTo>
                      <a:pt x="40" y="25"/>
                    </a:lnTo>
                    <a:lnTo>
                      <a:pt x="44" y="22"/>
                    </a:lnTo>
                    <a:lnTo>
                      <a:pt x="50" y="22"/>
                    </a:lnTo>
                    <a:lnTo>
                      <a:pt x="135" y="22"/>
                    </a:lnTo>
                    <a:lnTo>
                      <a:pt x="135" y="0"/>
                    </a:lnTo>
                    <a:close/>
                    <a:moveTo>
                      <a:pt x="135" y="41"/>
                    </a:moveTo>
                    <a:lnTo>
                      <a:pt x="135" y="120"/>
                    </a:lnTo>
                    <a:lnTo>
                      <a:pt x="130" y="122"/>
                    </a:lnTo>
                    <a:lnTo>
                      <a:pt x="124" y="125"/>
                    </a:lnTo>
                    <a:lnTo>
                      <a:pt x="120" y="129"/>
                    </a:lnTo>
                    <a:lnTo>
                      <a:pt x="116" y="133"/>
                    </a:lnTo>
                    <a:lnTo>
                      <a:pt x="112" y="139"/>
                    </a:lnTo>
                    <a:lnTo>
                      <a:pt x="111" y="144"/>
                    </a:lnTo>
                    <a:lnTo>
                      <a:pt x="106" y="159"/>
                    </a:lnTo>
                    <a:lnTo>
                      <a:pt x="106" y="175"/>
                    </a:lnTo>
                    <a:lnTo>
                      <a:pt x="108" y="185"/>
                    </a:lnTo>
                    <a:lnTo>
                      <a:pt x="109" y="194"/>
                    </a:lnTo>
                    <a:lnTo>
                      <a:pt x="111" y="195"/>
                    </a:lnTo>
                    <a:lnTo>
                      <a:pt x="113" y="205"/>
                    </a:lnTo>
                    <a:lnTo>
                      <a:pt x="117" y="209"/>
                    </a:lnTo>
                    <a:lnTo>
                      <a:pt x="121" y="213"/>
                    </a:lnTo>
                    <a:lnTo>
                      <a:pt x="128" y="214"/>
                    </a:lnTo>
                    <a:lnTo>
                      <a:pt x="135" y="214"/>
                    </a:lnTo>
                    <a:lnTo>
                      <a:pt x="135" y="264"/>
                    </a:lnTo>
                    <a:lnTo>
                      <a:pt x="62" y="264"/>
                    </a:lnTo>
                    <a:lnTo>
                      <a:pt x="58" y="263"/>
                    </a:lnTo>
                    <a:lnTo>
                      <a:pt x="54" y="262"/>
                    </a:lnTo>
                    <a:lnTo>
                      <a:pt x="47" y="258"/>
                    </a:lnTo>
                    <a:lnTo>
                      <a:pt x="43" y="251"/>
                    </a:lnTo>
                    <a:lnTo>
                      <a:pt x="41" y="247"/>
                    </a:lnTo>
                    <a:lnTo>
                      <a:pt x="41" y="243"/>
                    </a:lnTo>
                    <a:lnTo>
                      <a:pt x="41" y="61"/>
                    </a:lnTo>
                    <a:lnTo>
                      <a:pt x="41" y="57"/>
                    </a:lnTo>
                    <a:lnTo>
                      <a:pt x="43" y="53"/>
                    </a:lnTo>
                    <a:lnTo>
                      <a:pt x="47" y="46"/>
                    </a:lnTo>
                    <a:lnTo>
                      <a:pt x="54" y="42"/>
                    </a:lnTo>
                    <a:lnTo>
                      <a:pt x="58" y="41"/>
                    </a:lnTo>
                    <a:lnTo>
                      <a:pt x="62" y="41"/>
                    </a:lnTo>
                    <a:lnTo>
                      <a:pt x="135" y="41"/>
                    </a:lnTo>
                    <a:close/>
                    <a:moveTo>
                      <a:pt x="135" y="128"/>
                    </a:moveTo>
                    <a:lnTo>
                      <a:pt x="135" y="156"/>
                    </a:lnTo>
                    <a:lnTo>
                      <a:pt x="130" y="160"/>
                    </a:lnTo>
                    <a:lnTo>
                      <a:pt x="127" y="166"/>
                    </a:lnTo>
                    <a:lnTo>
                      <a:pt x="127" y="171"/>
                    </a:lnTo>
                    <a:lnTo>
                      <a:pt x="128" y="174"/>
                    </a:lnTo>
                    <a:lnTo>
                      <a:pt x="131" y="176"/>
                    </a:lnTo>
                    <a:lnTo>
                      <a:pt x="132" y="171"/>
                    </a:lnTo>
                    <a:lnTo>
                      <a:pt x="135" y="168"/>
                    </a:lnTo>
                    <a:lnTo>
                      <a:pt x="135" y="204"/>
                    </a:lnTo>
                    <a:lnTo>
                      <a:pt x="131" y="202"/>
                    </a:lnTo>
                    <a:lnTo>
                      <a:pt x="128" y="199"/>
                    </a:lnTo>
                    <a:lnTo>
                      <a:pt x="127" y="194"/>
                    </a:lnTo>
                    <a:lnTo>
                      <a:pt x="124" y="181"/>
                    </a:lnTo>
                    <a:lnTo>
                      <a:pt x="123" y="163"/>
                    </a:lnTo>
                    <a:lnTo>
                      <a:pt x="123" y="148"/>
                    </a:lnTo>
                    <a:lnTo>
                      <a:pt x="127" y="137"/>
                    </a:lnTo>
                    <a:lnTo>
                      <a:pt x="131" y="130"/>
                    </a:lnTo>
                    <a:lnTo>
                      <a:pt x="135" y="128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48" name="îṧḻíḋê">
                <a:extLst>
                  <a:ext uri="{FF2B5EF4-FFF2-40B4-BE49-F238E27FC236}">
                    <a16:creationId xmlns:a16="http://schemas.microsoft.com/office/drawing/2014/main" id="{A958FD13-7CC0-73D9-3296-B72FC079CA2A}"/>
                  </a:ext>
                </a:extLst>
              </p:cNvPr>
              <p:cNvSpPr/>
              <p:nvPr/>
            </p:nvSpPr>
            <p:spPr bwMode="auto">
              <a:xfrm>
                <a:off x="2601538" y="2369776"/>
                <a:ext cx="189343" cy="143441"/>
              </a:xfrm>
              <a:custGeom>
                <a:avLst/>
                <a:gdLst>
                  <a:gd name="T0" fmla="*/ 39 w 132"/>
                  <a:gd name="T1" fmla="*/ 0 h 100"/>
                  <a:gd name="T2" fmla="*/ 39 w 132"/>
                  <a:gd name="T3" fmla="*/ 0 h 100"/>
                  <a:gd name="T4" fmla="*/ 47 w 132"/>
                  <a:gd name="T5" fmla="*/ 0 h 100"/>
                  <a:gd name="T6" fmla="*/ 54 w 132"/>
                  <a:gd name="T7" fmla="*/ 2 h 100"/>
                  <a:gd name="T8" fmla="*/ 61 w 132"/>
                  <a:gd name="T9" fmla="*/ 5 h 100"/>
                  <a:gd name="T10" fmla="*/ 66 w 132"/>
                  <a:gd name="T11" fmla="*/ 9 h 100"/>
                  <a:gd name="T12" fmla="*/ 66 w 132"/>
                  <a:gd name="T13" fmla="*/ 9 h 100"/>
                  <a:gd name="T14" fmla="*/ 71 w 132"/>
                  <a:gd name="T15" fmla="*/ 5 h 100"/>
                  <a:gd name="T16" fmla="*/ 78 w 132"/>
                  <a:gd name="T17" fmla="*/ 2 h 100"/>
                  <a:gd name="T18" fmla="*/ 85 w 132"/>
                  <a:gd name="T19" fmla="*/ 0 h 100"/>
                  <a:gd name="T20" fmla="*/ 93 w 132"/>
                  <a:gd name="T21" fmla="*/ 0 h 100"/>
                  <a:gd name="T22" fmla="*/ 93 w 132"/>
                  <a:gd name="T23" fmla="*/ 0 h 100"/>
                  <a:gd name="T24" fmla="*/ 101 w 132"/>
                  <a:gd name="T25" fmla="*/ 0 h 100"/>
                  <a:gd name="T26" fmla="*/ 108 w 132"/>
                  <a:gd name="T27" fmla="*/ 2 h 100"/>
                  <a:gd name="T28" fmla="*/ 115 w 132"/>
                  <a:gd name="T29" fmla="*/ 6 h 100"/>
                  <a:gd name="T30" fmla="*/ 120 w 132"/>
                  <a:gd name="T31" fmla="*/ 11 h 100"/>
                  <a:gd name="T32" fmla="*/ 126 w 132"/>
                  <a:gd name="T33" fmla="*/ 16 h 100"/>
                  <a:gd name="T34" fmla="*/ 130 w 132"/>
                  <a:gd name="T35" fmla="*/ 23 h 100"/>
                  <a:gd name="T36" fmla="*/ 131 w 132"/>
                  <a:gd name="T37" fmla="*/ 31 h 100"/>
                  <a:gd name="T38" fmla="*/ 132 w 132"/>
                  <a:gd name="T39" fmla="*/ 38 h 100"/>
                  <a:gd name="T40" fmla="*/ 132 w 132"/>
                  <a:gd name="T41" fmla="*/ 38 h 100"/>
                  <a:gd name="T42" fmla="*/ 131 w 132"/>
                  <a:gd name="T43" fmla="*/ 47 h 100"/>
                  <a:gd name="T44" fmla="*/ 128 w 132"/>
                  <a:gd name="T45" fmla="*/ 58 h 100"/>
                  <a:gd name="T46" fmla="*/ 123 w 132"/>
                  <a:gd name="T47" fmla="*/ 69 h 100"/>
                  <a:gd name="T48" fmla="*/ 116 w 132"/>
                  <a:gd name="T49" fmla="*/ 78 h 100"/>
                  <a:gd name="T50" fmla="*/ 107 w 132"/>
                  <a:gd name="T51" fmla="*/ 86 h 100"/>
                  <a:gd name="T52" fmla="*/ 94 w 132"/>
                  <a:gd name="T53" fmla="*/ 93 h 100"/>
                  <a:gd name="T54" fmla="*/ 88 w 132"/>
                  <a:gd name="T55" fmla="*/ 96 h 100"/>
                  <a:gd name="T56" fmla="*/ 81 w 132"/>
                  <a:gd name="T57" fmla="*/ 99 h 100"/>
                  <a:gd name="T58" fmla="*/ 73 w 132"/>
                  <a:gd name="T59" fmla="*/ 99 h 100"/>
                  <a:gd name="T60" fmla="*/ 63 w 132"/>
                  <a:gd name="T61" fmla="*/ 100 h 100"/>
                  <a:gd name="T62" fmla="*/ 63 w 132"/>
                  <a:gd name="T63" fmla="*/ 100 h 100"/>
                  <a:gd name="T64" fmla="*/ 55 w 132"/>
                  <a:gd name="T65" fmla="*/ 99 h 100"/>
                  <a:gd name="T66" fmla="*/ 47 w 132"/>
                  <a:gd name="T67" fmla="*/ 97 h 100"/>
                  <a:gd name="T68" fmla="*/ 39 w 132"/>
                  <a:gd name="T69" fmla="*/ 96 h 100"/>
                  <a:gd name="T70" fmla="*/ 32 w 132"/>
                  <a:gd name="T71" fmla="*/ 93 h 100"/>
                  <a:gd name="T72" fmla="*/ 27 w 132"/>
                  <a:gd name="T73" fmla="*/ 90 h 100"/>
                  <a:gd name="T74" fmla="*/ 21 w 132"/>
                  <a:gd name="T75" fmla="*/ 86 h 100"/>
                  <a:gd name="T76" fmla="*/ 13 w 132"/>
                  <a:gd name="T77" fmla="*/ 77 h 100"/>
                  <a:gd name="T78" fmla="*/ 6 w 132"/>
                  <a:gd name="T79" fmla="*/ 67 h 100"/>
                  <a:gd name="T80" fmla="*/ 2 w 132"/>
                  <a:gd name="T81" fmla="*/ 57 h 100"/>
                  <a:gd name="T82" fmla="*/ 0 w 132"/>
                  <a:gd name="T83" fmla="*/ 47 h 100"/>
                  <a:gd name="T84" fmla="*/ 0 w 132"/>
                  <a:gd name="T85" fmla="*/ 38 h 100"/>
                  <a:gd name="T86" fmla="*/ 0 w 132"/>
                  <a:gd name="T87" fmla="*/ 38 h 100"/>
                  <a:gd name="T88" fmla="*/ 0 w 132"/>
                  <a:gd name="T89" fmla="*/ 31 h 100"/>
                  <a:gd name="T90" fmla="*/ 2 w 132"/>
                  <a:gd name="T91" fmla="*/ 23 h 100"/>
                  <a:gd name="T92" fmla="*/ 6 w 132"/>
                  <a:gd name="T93" fmla="*/ 16 h 100"/>
                  <a:gd name="T94" fmla="*/ 12 w 132"/>
                  <a:gd name="T95" fmla="*/ 11 h 100"/>
                  <a:gd name="T96" fmla="*/ 17 w 132"/>
                  <a:gd name="T97" fmla="*/ 6 h 100"/>
                  <a:gd name="T98" fmla="*/ 24 w 132"/>
                  <a:gd name="T99" fmla="*/ 2 h 100"/>
                  <a:gd name="T100" fmla="*/ 31 w 132"/>
                  <a:gd name="T101" fmla="*/ 0 h 100"/>
                  <a:gd name="T102" fmla="*/ 39 w 132"/>
                  <a:gd name="T103" fmla="*/ 0 h 100"/>
                  <a:gd name="T104" fmla="*/ 39 w 132"/>
                  <a:gd name="T105" fmla="*/ 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32" h="100">
                    <a:moveTo>
                      <a:pt x="39" y="0"/>
                    </a:moveTo>
                    <a:lnTo>
                      <a:pt x="39" y="0"/>
                    </a:lnTo>
                    <a:lnTo>
                      <a:pt x="47" y="0"/>
                    </a:lnTo>
                    <a:lnTo>
                      <a:pt x="54" y="2"/>
                    </a:lnTo>
                    <a:lnTo>
                      <a:pt x="61" y="5"/>
                    </a:lnTo>
                    <a:lnTo>
                      <a:pt x="66" y="9"/>
                    </a:lnTo>
                    <a:lnTo>
                      <a:pt x="66" y="9"/>
                    </a:lnTo>
                    <a:lnTo>
                      <a:pt x="71" y="5"/>
                    </a:lnTo>
                    <a:lnTo>
                      <a:pt x="78" y="2"/>
                    </a:lnTo>
                    <a:lnTo>
                      <a:pt x="85" y="0"/>
                    </a:lnTo>
                    <a:lnTo>
                      <a:pt x="93" y="0"/>
                    </a:lnTo>
                    <a:lnTo>
                      <a:pt x="93" y="0"/>
                    </a:lnTo>
                    <a:lnTo>
                      <a:pt x="101" y="0"/>
                    </a:lnTo>
                    <a:lnTo>
                      <a:pt x="108" y="2"/>
                    </a:lnTo>
                    <a:lnTo>
                      <a:pt x="115" y="6"/>
                    </a:lnTo>
                    <a:lnTo>
                      <a:pt x="120" y="11"/>
                    </a:lnTo>
                    <a:lnTo>
                      <a:pt x="126" y="16"/>
                    </a:lnTo>
                    <a:lnTo>
                      <a:pt x="130" y="23"/>
                    </a:lnTo>
                    <a:lnTo>
                      <a:pt x="131" y="31"/>
                    </a:lnTo>
                    <a:lnTo>
                      <a:pt x="132" y="38"/>
                    </a:lnTo>
                    <a:lnTo>
                      <a:pt x="132" y="38"/>
                    </a:lnTo>
                    <a:lnTo>
                      <a:pt x="131" y="47"/>
                    </a:lnTo>
                    <a:lnTo>
                      <a:pt x="128" y="58"/>
                    </a:lnTo>
                    <a:lnTo>
                      <a:pt x="123" y="69"/>
                    </a:lnTo>
                    <a:lnTo>
                      <a:pt x="116" y="78"/>
                    </a:lnTo>
                    <a:lnTo>
                      <a:pt x="107" y="86"/>
                    </a:lnTo>
                    <a:lnTo>
                      <a:pt x="94" y="93"/>
                    </a:lnTo>
                    <a:lnTo>
                      <a:pt x="88" y="96"/>
                    </a:lnTo>
                    <a:lnTo>
                      <a:pt x="81" y="99"/>
                    </a:lnTo>
                    <a:lnTo>
                      <a:pt x="73" y="99"/>
                    </a:lnTo>
                    <a:lnTo>
                      <a:pt x="63" y="100"/>
                    </a:lnTo>
                    <a:lnTo>
                      <a:pt x="63" y="100"/>
                    </a:lnTo>
                    <a:lnTo>
                      <a:pt x="55" y="99"/>
                    </a:lnTo>
                    <a:lnTo>
                      <a:pt x="47" y="97"/>
                    </a:lnTo>
                    <a:lnTo>
                      <a:pt x="39" y="96"/>
                    </a:lnTo>
                    <a:lnTo>
                      <a:pt x="32" y="93"/>
                    </a:lnTo>
                    <a:lnTo>
                      <a:pt x="27" y="90"/>
                    </a:lnTo>
                    <a:lnTo>
                      <a:pt x="21" y="86"/>
                    </a:lnTo>
                    <a:lnTo>
                      <a:pt x="13" y="77"/>
                    </a:lnTo>
                    <a:lnTo>
                      <a:pt x="6" y="67"/>
                    </a:lnTo>
                    <a:lnTo>
                      <a:pt x="2" y="57"/>
                    </a:lnTo>
                    <a:lnTo>
                      <a:pt x="0" y="47"/>
                    </a:lnTo>
                    <a:lnTo>
                      <a:pt x="0" y="38"/>
                    </a:lnTo>
                    <a:lnTo>
                      <a:pt x="0" y="38"/>
                    </a:lnTo>
                    <a:lnTo>
                      <a:pt x="0" y="31"/>
                    </a:lnTo>
                    <a:lnTo>
                      <a:pt x="2" y="23"/>
                    </a:lnTo>
                    <a:lnTo>
                      <a:pt x="6" y="16"/>
                    </a:lnTo>
                    <a:lnTo>
                      <a:pt x="12" y="11"/>
                    </a:lnTo>
                    <a:lnTo>
                      <a:pt x="17" y="6"/>
                    </a:lnTo>
                    <a:lnTo>
                      <a:pt x="24" y="2"/>
                    </a:lnTo>
                    <a:lnTo>
                      <a:pt x="31" y="0"/>
                    </a:lnTo>
                    <a:lnTo>
                      <a:pt x="39" y="0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49" name="îsḻïḋe">
                <a:extLst>
                  <a:ext uri="{FF2B5EF4-FFF2-40B4-BE49-F238E27FC236}">
                    <a16:creationId xmlns:a16="http://schemas.microsoft.com/office/drawing/2014/main" id="{FC965092-E6AD-F205-41D3-6791ADA25F06}"/>
                  </a:ext>
                </a:extLst>
              </p:cNvPr>
              <p:cNvSpPr/>
              <p:nvPr/>
            </p:nvSpPr>
            <p:spPr bwMode="auto">
              <a:xfrm>
                <a:off x="2653177" y="2332481"/>
                <a:ext cx="47336" cy="65983"/>
              </a:xfrm>
              <a:custGeom>
                <a:avLst/>
                <a:gdLst>
                  <a:gd name="T0" fmla="*/ 29 w 33"/>
                  <a:gd name="T1" fmla="*/ 46 h 46"/>
                  <a:gd name="T2" fmla="*/ 29 w 33"/>
                  <a:gd name="T3" fmla="*/ 46 h 46"/>
                  <a:gd name="T4" fmla="*/ 31 w 33"/>
                  <a:gd name="T5" fmla="*/ 39 h 46"/>
                  <a:gd name="T6" fmla="*/ 33 w 33"/>
                  <a:gd name="T7" fmla="*/ 34 h 46"/>
                  <a:gd name="T8" fmla="*/ 33 w 33"/>
                  <a:gd name="T9" fmla="*/ 27 h 46"/>
                  <a:gd name="T10" fmla="*/ 33 w 33"/>
                  <a:gd name="T11" fmla="*/ 22 h 46"/>
                  <a:gd name="T12" fmla="*/ 30 w 33"/>
                  <a:gd name="T13" fmla="*/ 15 h 46"/>
                  <a:gd name="T14" fmla="*/ 27 w 33"/>
                  <a:gd name="T15" fmla="*/ 9 h 46"/>
                  <a:gd name="T16" fmla="*/ 25 w 33"/>
                  <a:gd name="T17" fmla="*/ 4 h 46"/>
                  <a:gd name="T18" fmla="*/ 19 w 33"/>
                  <a:gd name="T19" fmla="*/ 0 h 46"/>
                  <a:gd name="T20" fmla="*/ 0 w 33"/>
                  <a:gd name="T21" fmla="*/ 3 h 46"/>
                  <a:gd name="T22" fmla="*/ 0 w 33"/>
                  <a:gd name="T23" fmla="*/ 3 h 46"/>
                  <a:gd name="T24" fmla="*/ 12 w 33"/>
                  <a:gd name="T25" fmla="*/ 11 h 46"/>
                  <a:gd name="T26" fmla="*/ 18 w 33"/>
                  <a:gd name="T27" fmla="*/ 15 h 46"/>
                  <a:gd name="T28" fmla="*/ 22 w 33"/>
                  <a:gd name="T29" fmla="*/ 19 h 46"/>
                  <a:gd name="T30" fmla="*/ 25 w 33"/>
                  <a:gd name="T31" fmla="*/ 24 h 46"/>
                  <a:gd name="T32" fmla="*/ 27 w 33"/>
                  <a:gd name="T33" fmla="*/ 31 h 46"/>
                  <a:gd name="T34" fmla="*/ 29 w 33"/>
                  <a:gd name="T35" fmla="*/ 38 h 46"/>
                  <a:gd name="T36" fmla="*/ 29 w 33"/>
                  <a:gd name="T37" fmla="*/ 46 h 46"/>
                  <a:gd name="T38" fmla="*/ 29 w 33"/>
                  <a:gd name="T3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3" h="46">
                    <a:moveTo>
                      <a:pt x="29" y="46"/>
                    </a:moveTo>
                    <a:lnTo>
                      <a:pt x="29" y="46"/>
                    </a:lnTo>
                    <a:lnTo>
                      <a:pt x="31" y="39"/>
                    </a:lnTo>
                    <a:lnTo>
                      <a:pt x="33" y="34"/>
                    </a:lnTo>
                    <a:lnTo>
                      <a:pt x="33" y="27"/>
                    </a:lnTo>
                    <a:lnTo>
                      <a:pt x="33" y="22"/>
                    </a:lnTo>
                    <a:lnTo>
                      <a:pt x="30" y="15"/>
                    </a:lnTo>
                    <a:lnTo>
                      <a:pt x="27" y="9"/>
                    </a:lnTo>
                    <a:lnTo>
                      <a:pt x="25" y="4"/>
                    </a:lnTo>
                    <a:lnTo>
                      <a:pt x="19" y="0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12" y="11"/>
                    </a:lnTo>
                    <a:lnTo>
                      <a:pt x="18" y="15"/>
                    </a:lnTo>
                    <a:lnTo>
                      <a:pt x="22" y="19"/>
                    </a:lnTo>
                    <a:lnTo>
                      <a:pt x="25" y="24"/>
                    </a:lnTo>
                    <a:lnTo>
                      <a:pt x="27" y="31"/>
                    </a:lnTo>
                    <a:lnTo>
                      <a:pt x="29" y="38"/>
                    </a:lnTo>
                    <a:lnTo>
                      <a:pt x="29" y="46"/>
                    </a:lnTo>
                    <a:lnTo>
                      <a:pt x="29" y="46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50" name="íŝľidè">
                <a:extLst>
                  <a:ext uri="{FF2B5EF4-FFF2-40B4-BE49-F238E27FC236}">
                    <a16:creationId xmlns:a16="http://schemas.microsoft.com/office/drawing/2014/main" id="{7585022A-2BDD-03DB-1FDC-5B40D07F9DE2}"/>
                  </a:ext>
                </a:extLst>
              </p:cNvPr>
              <p:cNvSpPr/>
              <p:nvPr/>
            </p:nvSpPr>
            <p:spPr bwMode="auto">
              <a:xfrm>
                <a:off x="2802357" y="3527967"/>
                <a:ext cx="196515" cy="273973"/>
              </a:xfrm>
              <a:custGeom>
                <a:avLst/>
                <a:gdLst>
                  <a:gd name="T0" fmla="*/ 125 w 137"/>
                  <a:gd name="T1" fmla="*/ 55 h 191"/>
                  <a:gd name="T2" fmla="*/ 126 w 137"/>
                  <a:gd name="T3" fmla="*/ 51 h 191"/>
                  <a:gd name="T4" fmla="*/ 133 w 137"/>
                  <a:gd name="T5" fmla="*/ 34 h 191"/>
                  <a:gd name="T6" fmla="*/ 136 w 137"/>
                  <a:gd name="T7" fmla="*/ 29 h 191"/>
                  <a:gd name="T8" fmla="*/ 137 w 137"/>
                  <a:gd name="T9" fmla="*/ 21 h 191"/>
                  <a:gd name="T10" fmla="*/ 136 w 137"/>
                  <a:gd name="T11" fmla="*/ 13 h 191"/>
                  <a:gd name="T12" fmla="*/ 132 w 137"/>
                  <a:gd name="T13" fmla="*/ 6 h 191"/>
                  <a:gd name="T14" fmla="*/ 128 w 137"/>
                  <a:gd name="T15" fmla="*/ 4 h 191"/>
                  <a:gd name="T16" fmla="*/ 116 w 137"/>
                  <a:gd name="T17" fmla="*/ 0 h 191"/>
                  <a:gd name="T18" fmla="*/ 103 w 137"/>
                  <a:gd name="T19" fmla="*/ 4 h 191"/>
                  <a:gd name="T20" fmla="*/ 113 w 137"/>
                  <a:gd name="T21" fmla="*/ 39 h 191"/>
                  <a:gd name="T22" fmla="*/ 103 w 137"/>
                  <a:gd name="T23" fmla="*/ 59 h 191"/>
                  <a:gd name="T24" fmla="*/ 110 w 137"/>
                  <a:gd name="T25" fmla="*/ 48 h 191"/>
                  <a:gd name="T26" fmla="*/ 110 w 137"/>
                  <a:gd name="T27" fmla="*/ 42 h 191"/>
                  <a:gd name="T28" fmla="*/ 120 w 137"/>
                  <a:gd name="T29" fmla="*/ 48 h 191"/>
                  <a:gd name="T30" fmla="*/ 121 w 137"/>
                  <a:gd name="T31" fmla="*/ 52 h 191"/>
                  <a:gd name="T32" fmla="*/ 121 w 137"/>
                  <a:gd name="T33" fmla="*/ 57 h 191"/>
                  <a:gd name="T34" fmla="*/ 103 w 137"/>
                  <a:gd name="T35" fmla="*/ 89 h 191"/>
                  <a:gd name="T36" fmla="*/ 97 w 137"/>
                  <a:gd name="T37" fmla="*/ 93 h 191"/>
                  <a:gd name="T38" fmla="*/ 99 w 137"/>
                  <a:gd name="T39" fmla="*/ 92 h 191"/>
                  <a:gd name="T40" fmla="*/ 103 w 137"/>
                  <a:gd name="T41" fmla="*/ 89 h 191"/>
                  <a:gd name="T42" fmla="*/ 101 w 137"/>
                  <a:gd name="T43" fmla="*/ 85 h 191"/>
                  <a:gd name="T44" fmla="*/ 99 w 137"/>
                  <a:gd name="T45" fmla="*/ 86 h 191"/>
                  <a:gd name="T46" fmla="*/ 95 w 137"/>
                  <a:gd name="T47" fmla="*/ 88 h 191"/>
                  <a:gd name="T48" fmla="*/ 84 w 137"/>
                  <a:gd name="T49" fmla="*/ 81 h 191"/>
                  <a:gd name="T50" fmla="*/ 84 w 137"/>
                  <a:gd name="T51" fmla="*/ 81 h 191"/>
                  <a:gd name="T52" fmla="*/ 90 w 137"/>
                  <a:gd name="T53" fmla="*/ 78 h 191"/>
                  <a:gd name="T54" fmla="*/ 103 w 137"/>
                  <a:gd name="T55" fmla="*/ 34 h 191"/>
                  <a:gd name="T56" fmla="*/ 88 w 137"/>
                  <a:gd name="T57" fmla="*/ 23 h 191"/>
                  <a:gd name="T58" fmla="*/ 80 w 137"/>
                  <a:gd name="T59" fmla="*/ 25 h 191"/>
                  <a:gd name="T60" fmla="*/ 57 w 137"/>
                  <a:gd name="T61" fmla="*/ 59 h 191"/>
                  <a:gd name="T62" fmla="*/ 57 w 137"/>
                  <a:gd name="T63" fmla="*/ 66 h 191"/>
                  <a:gd name="T64" fmla="*/ 22 w 137"/>
                  <a:gd name="T65" fmla="*/ 153 h 191"/>
                  <a:gd name="T66" fmla="*/ 26 w 137"/>
                  <a:gd name="T67" fmla="*/ 154 h 191"/>
                  <a:gd name="T68" fmla="*/ 29 w 137"/>
                  <a:gd name="T69" fmla="*/ 155 h 191"/>
                  <a:gd name="T70" fmla="*/ 29 w 137"/>
                  <a:gd name="T71" fmla="*/ 162 h 191"/>
                  <a:gd name="T72" fmla="*/ 33 w 137"/>
                  <a:gd name="T73" fmla="*/ 161 h 191"/>
                  <a:gd name="T74" fmla="*/ 38 w 137"/>
                  <a:gd name="T75" fmla="*/ 162 h 191"/>
                  <a:gd name="T76" fmla="*/ 40 w 137"/>
                  <a:gd name="T77" fmla="*/ 163 h 191"/>
                  <a:gd name="T78" fmla="*/ 41 w 137"/>
                  <a:gd name="T79" fmla="*/ 169 h 191"/>
                  <a:gd name="T80" fmla="*/ 38 w 137"/>
                  <a:gd name="T81" fmla="*/ 173 h 191"/>
                  <a:gd name="T82" fmla="*/ 22 w 137"/>
                  <a:gd name="T83" fmla="*/ 182 h 191"/>
                  <a:gd name="T84" fmla="*/ 41 w 137"/>
                  <a:gd name="T85" fmla="*/ 176 h 191"/>
                  <a:gd name="T86" fmla="*/ 103 w 137"/>
                  <a:gd name="T87" fmla="*/ 29 h 191"/>
                  <a:gd name="T88" fmla="*/ 97 w 137"/>
                  <a:gd name="T89" fmla="*/ 9 h 191"/>
                  <a:gd name="T90" fmla="*/ 103 w 137"/>
                  <a:gd name="T91" fmla="*/ 4 h 191"/>
                  <a:gd name="T92" fmla="*/ 22 w 137"/>
                  <a:gd name="T93" fmla="*/ 117 h 191"/>
                  <a:gd name="T94" fmla="*/ 2 w 137"/>
                  <a:gd name="T95" fmla="*/ 191 h 191"/>
                  <a:gd name="T96" fmla="*/ 22 w 137"/>
                  <a:gd name="T97" fmla="*/ 180 h 191"/>
                  <a:gd name="T98" fmla="*/ 5 w 137"/>
                  <a:gd name="T99" fmla="*/ 174 h 191"/>
                  <a:gd name="T100" fmla="*/ 5 w 137"/>
                  <a:gd name="T101" fmla="*/ 150 h 191"/>
                  <a:gd name="T102" fmla="*/ 6 w 137"/>
                  <a:gd name="T103" fmla="*/ 149 h 191"/>
                  <a:gd name="T104" fmla="*/ 10 w 137"/>
                  <a:gd name="T105" fmla="*/ 146 h 191"/>
                  <a:gd name="T106" fmla="*/ 15 w 137"/>
                  <a:gd name="T107" fmla="*/ 146 h 191"/>
                  <a:gd name="T108" fmla="*/ 17 w 137"/>
                  <a:gd name="T109" fmla="*/ 149 h 191"/>
                  <a:gd name="T110" fmla="*/ 18 w 137"/>
                  <a:gd name="T111" fmla="*/ 155 h 191"/>
                  <a:gd name="T112" fmla="*/ 19 w 137"/>
                  <a:gd name="T113" fmla="*/ 154 h 191"/>
                  <a:gd name="T114" fmla="*/ 22 w 137"/>
                  <a:gd name="T115" fmla="*/ 117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7" h="191">
                    <a:moveTo>
                      <a:pt x="103" y="89"/>
                    </a:moveTo>
                    <a:lnTo>
                      <a:pt x="125" y="55"/>
                    </a:lnTo>
                    <a:lnTo>
                      <a:pt x="125" y="55"/>
                    </a:lnTo>
                    <a:lnTo>
                      <a:pt x="126" y="51"/>
                    </a:lnTo>
                    <a:lnTo>
                      <a:pt x="125" y="47"/>
                    </a:lnTo>
                    <a:lnTo>
                      <a:pt x="133" y="34"/>
                    </a:lnTo>
                    <a:lnTo>
                      <a:pt x="133" y="34"/>
                    </a:lnTo>
                    <a:lnTo>
                      <a:pt x="136" y="29"/>
                    </a:lnTo>
                    <a:lnTo>
                      <a:pt x="137" y="25"/>
                    </a:lnTo>
                    <a:lnTo>
                      <a:pt x="137" y="21"/>
                    </a:lnTo>
                    <a:lnTo>
                      <a:pt x="137" y="17"/>
                    </a:lnTo>
                    <a:lnTo>
                      <a:pt x="136" y="13"/>
                    </a:lnTo>
                    <a:lnTo>
                      <a:pt x="135" y="9"/>
                    </a:lnTo>
                    <a:lnTo>
                      <a:pt x="132" y="6"/>
                    </a:lnTo>
                    <a:lnTo>
                      <a:pt x="128" y="4"/>
                    </a:lnTo>
                    <a:lnTo>
                      <a:pt x="128" y="4"/>
                    </a:lnTo>
                    <a:lnTo>
                      <a:pt x="121" y="0"/>
                    </a:lnTo>
                    <a:lnTo>
                      <a:pt x="116" y="0"/>
                    </a:lnTo>
                    <a:lnTo>
                      <a:pt x="109" y="1"/>
                    </a:lnTo>
                    <a:lnTo>
                      <a:pt x="103" y="4"/>
                    </a:lnTo>
                    <a:lnTo>
                      <a:pt x="103" y="29"/>
                    </a:lnTo>
                    <a:lnTo>
                      <a:pt x="113" y="39"/>
                    </a:lnTo>
                    <a:lnTo>
                      <a:pt x="103" y="34"/>
                    </a:lnTo>
                    <a:lnTo>
                      <a:pt x="103" y="59"/>
                    </a:lnTo>
                    <a:lnTo>
                      <a:pt x="110" y="48"/>
                    </a:lnTo>
                    <a:lnTo>
                      <a:pt x="110" y="48"/>
                    </a:lnTo>
                    <a:lnTo>
                      <a:pt x="110" y="46"/>
                    </a:lnTo>
                    <a:lnTo>
                      <a:pt x="110" y="42"/>
                    </a:lnTo>
                    <a:lnTo>
                      <a:pt x="120" y="48"/>
                    </a:lnTo>
                    <a:lnTo>
                      <a:pt x="120" y="48"/>
                    </a:lnTo>
                    <a:lnTo>
                      <a:pt x="121" y="50"/>
                    </a:lnTo>
                    <a:lnTo>
                      <a:pt x="121" y="52"/>
                    </a:lnTo>
                    <a:lnTo>
                      <a:pt x="121" y="54"/>
                    </a:lnTo>
                    <a:lnTo>
                      <a:pt x="121" y="57"/>
                    </a:lnTo>
                    <a:lnTo>
                      <a:pt x="103" y="82"/>
                    </a:lnTo>
                    <a:lnTo>
                      <a:pt x="103" y="89"/>
                    </a:lnTo>
                    <a:close/>
                    <a:moveTo>
                      <a:pt x="41" y="176"/>
                    </a:moveTo>
                    <a:lnTo>
                      <a:pt x="97" y="93"/>
                    </a:lnTo>
                    <a:lnTo>
                      <a:pt x="97" y="93"/>
                    </a:lnTo>
                    <a:lnTo>
                      <a:pt x="99" y="92"/>
                    </a:lnTo>
                    <a:lnTo>
                      <a:pt x="102" y="89"/>
                    </a:lnTo>
                    <a:lnTo>
                      <a:pt x="103" y="89"/>
                    </a:lnTo>
                    <a:lnTo>
                      <a:pt x="103" y="82"/>
                    </a:lnTo>
                    <a:lnTo>
                      <a:pt x="101" y="85"/>
                    </a:lnTo>
                    <a:lnTo>
                      <a:pt x="101" y="85"/>
                    </a:lnTo>
                    <a:lnTo>
                      <a:pt x="99" y="86"/>
                    </a:lnTo>
                    <a:lnTo>
                      <a:pt x="98" y="88"/>
                    </a:lnTo>
                    <a:lnTo>
                      <a:pt x="95" y="88"/>
                    </a:lnTo>
                    <a:lnTo>
                      <a:pt x="94" y="86"/>
                    </a:lnTo>
                    <a:lnTo>
                      <a:pt x="84" y="81"/>
                    </a:lnTo>
                    <a:lnTo>
                      <a:pt x="84" y="81"/>
                    </a:lnTo>
                    <a:lnTo>
                      <a:pt x="84" y="81"/>
                    </a:lnTo>
                    <a:lnTo>
                      <a:pt x="87" y="80"/>
                    </a:lnTo>
                    <a:lnTo>
                      <a:pt x="90" y="78"/>
                    </a:lnTo>
                    <a:lnTo>
                      <a:pt x="103" y="59"/>
                    </a:lnTo>
                    <a:lnTo>
                      <a:pt x="103" y="34"/>
                    </a:lnTo>
                    <a:lnTo>
                      <a:pt x="88" y="23"/>
                    </a:lnTo>
                    <a:lnTo>
                      <a:pt x="88" y="23"/>
                    </a:lnTo>
                    <a:lnTo>
                      <a:pt x="83" y="23"/>
                    </a:lnTo>
                    <a:lnTo>
                      <a:pt x="80" y="25"/>
                    </a:lnTo>
                    <a:lnTo>
                      <a:pt x="57" y="59"/>
                    </a:lnTo>
                    <a:lnTo>
                      <a:pt x="57" y="59"/>
                    </a:lnTo>
                    <a:lnTo>
                      <a:pt x="56" y="63"/>
                    </a:lnTo>
                    <a:lnTo>
                      <a:pt x="57" y="66"/>
                    </a:lnTo>
                    <a:lnTo>
                      <a:pt x="22" y="117"/>
                    </a:lnTo>
                    <a:lnTo>
                      <a:pt x="22" y="153"/>
                    </a:lnTo>
                    <a:lnTo>
                      <a:pt x="22" y="153"/>
                    </a:lnTo>
                    <a:lnTo>
                      <a:pt x="26" y="154"/>
                    </a:lnTo>
                    <a:lnTo>
                      <a:pt x="26" y="154"/>
                    </a:lnTo>
                    <a:lnTo>
                      <a:pt x="29" y="155"/>
                    </a:lnTo>
                    <a:lnTo>
                      <a:pt x="29" y="158"/>
                    </a:lnTo>
                    <a:lnTo>
                      <a:pt x="29" y="162"/>
                    </a:lnTo>
                    <a:lnTo>
                      <a:pt x="29" y="162"/>
                    </a:lnTo>
                    <a:lnTo>
                      <a:pt x="33" y="161"/>
                    </a:lnTo>
                    <a:lnTo>
                      <a:pt x="36" y="161"/>
                    </a:lnTo>
                    <a:lnTo>
                      <a:pt x="38" y="162"/>
                    </a:lnTo>
                    <a:lnTo>
                      <a:pt x="38" y="162"/>
                    </a:lnTo>
                    <a:lnTo>
                      <a:pt x="40" y="163"/>
                    </a:lnTo>
                    <a:lnTo>
                      <a:pt x="41" y="166"/>
                    </a:lnTo>
                    <a:lnTo>
                      <a:pt x="41" y="169"/>
                    </a:lnTo>
                    <a:lnTo>
                      <a:pt x="40" y="172"/>
                    </a:lnTo>
                    <a:lnTo>
                      <a:pt x="38" y="173"/>
                    </a:lnTo>
                    <a:lnTo>
                      <a:pt x="22" y="180"/>
                    </a:lnTo>
                    <a:lnTo>
                      <a:pt x="22" y="182"/>
                    </a:lnTo>
                    <a:lnTo>
                      <a:pt x="41" y="176"/>
                    </a:lnTo>
                    <a:lnTo>
                      <a:pt x="41" y="176"/>
                    </a:lnTo>
                    <a:close/>
                    <a:moveTo>
                      <a:pt x="103" y="4"/>
                    </a:moveTo>
                    <a:lnTo>
                      <a:pt x="103" y="29"/>
                    </a:lnTo>
                    <a:lnTo>
                      <a:pt x="91" y="17"/>
                    </a:lnTo>
                    <a:lnTo>
                      <a:pt x="97" y="9"/>
                    </a:lnTo>
                    <a:lnTo>
                      <a:pt x="97" y="9"/>
                    </a:lnTo>
                    <a:lnTo>
                      <a:pt x="103" y="4"/>
                    </a:lnTo>
                    <a:lnTo>
                      <a:pt x="103" y="4"/>
                    </a:lnTo>
                    <a:close/>
                    <a:moveTo>
                      <a:pt x="22" y="117"/>
                    </a:moveTo>
                    <a:lnTo>
                      <a:pt x="0" y="150"/>
                    </a:lnTo>
                    <a:lnTo>
                      <a:pt x="2" y="191"/>
                    </a:lnTo>
                    <a:lnTo>
                      <a:pt x="22" y="182"/>
                    </a:lnTo>
                    <a:lnTo>
                      <a:pt x="22" y="180"/>
                    </a:lnTo>
                    <a:lnTo>
                      <a:pt x="17" y="182"/>
                    </a:lnTo>
                    <a:lnTo>
                      <a:pt x="5" y="174"/>
                    </a:lnTo>
                    <a:lnTo>
                      <a:pt x="5" y="150"/>
                    </a:lnTo>
                    <a:lnTo>
                      <a:pt x="5" y="150"/>
                    </a:lnTo>
                    <a:lnTo>
                      <a:pt x="6" y="149"/>
                    </a:lnTo>
                    <a:lnTo>
                      <a:pt x="6" y="149"/>
                    </a:lnTo>
                    <a:lnTo>
                      <a:pt x="7" y="146"/>
                    </a:lnTo>
                    <a:lnTo>
                      <a:pt x="10" y="146"/>
                    </a:lnTo>
                    <a:lnTo>
                      <a:pt x="13" y="146"/>
                    </a:lnTo>
                    <a:lnTo>
                      <a:pt x="15" y="146"/>
                    </a:lnTo>
                    <a:lnTo>
                      <a:pt x="15" y="146"/>
                    </a:lnTo>
                    <a:lnTo>
                      <a:pt x="17" y="149"/>
                    </a:lnTo>
                    <a:lnTo>
                      <a:pt x="18" y="150"/>
                    </a:lnTo>
                    <a:lnTo>
                      <a:pt x="18" y="155"/>
                    </a:lnTo>
                    <a:lnTo>
                      <a:pt x="18" y="155"/>
                    </a:lnTo>
                    <a:lnTo>
                      <a:pt x="19" y="154"/>
                    </a:lnTo>
                    <a:lnTo>
                      <a:pt x="22" y="153"/>
                    </a:lnTo>
                    <a:lnTo>
                      <a:pt x="22" y="117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 fontScale="77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51" name="ïśľîḋê">
                <a:extLst>
                  <a:ext uri="{FF2B5EF4-FFF2-40B4-BE49-F238E27FC236}">
                    <a16:creationId xmlns:a16="http://schemas.microsoft.com/office/drawing/2014/main" id="{A38C41AC-664C-1547-74E9-884E857BF45A}"/>
                  </a:ext>
                </a:extLst>
              </p:cNvPr>
              <p:cNvSpPr/>
              <p:nvPr/>
            </p:nvSpPr>
            <p:spPr bwMode="auto">
              <a:xfrm>
                <a:off x="1208720" y="2096419"/>
                <a:ext cx="252457" cy="273973"/>
              </a:xfrm>
              <a:custGeom>
                <a:avLst/>
                <a:gdLst>
                  <a:gd name="T0" fmla="*/ 138 w 176"/>
                  <a:gd name="T1" fmla="*/ 88 h 191"/>
                  <a:gd name="T2" fmla="*/ 132 w 176"/>
                  <a:gd name="T3" fmla="*/ 138 h 191"/>
                  <a:gd name="T4" fmla="*/ 150 w 176"/>
                  <a:gd name="T5" fmla="*/ 143 h 191"/>
                  <a:gd name="T6" fmla="*/ 147 w 176"/>
                  <a:gd name="T7" fmla="*/ 151 h 191"/>
                  <a:gd name="T8" fmla="*/ 132 w 176"/>
                  <a:gd name="T9" fmla="*/ 36 h 191"/>
                  <a:gd name="T10" fmla="*/ 150 w 176"/>
                  <a:gd name="T11" fmla="*/ 26 h 191"/>
                  <a:gd name="T12" fmla="*/ 135 w 176"/>
                  <a:gd name="T13" fmla="*/ 47 h 191"/>
                  <a:gd name="T14" fmla="*/ 146 w 176"/>
                  <a:gd name="T15" fmla="*/ 88 h 191"/>
                  <a:gd name="T16" fmla="*/ 174 w 176"/>
                  <a:gd name="T17" fmla="*/ 85 h 191"/>
                  <a:gd name="T18" fmla="*/ 150 w 176"/>
                  <a:gd name="T19" fmla="*/ 92 h 191"/>
                  <a:gd name="T20" fmla="*/ 88 w 176"/>
                  <a:gd name="T21" fmla="*/ 39 h 191"/>
                  <a:gd name="T22" fmla="*/ 115 w 176"/>
                  <a:gd name="T23" fmla="*/ 46 h 191"/>
                  <a:gd name="T24" fmla="*/ 132 w 176"/>
                  <a:gd name="T25" fmla="*/ 109 h 191"/>
                  <a:gd name="T26" fmla="*/ 115 w 176"/>
                  <a:gd name="T27" fmla="*/ 128 h 191"/>
                  <a:gd name="T28" fmla="*/ 111 w 176"/>
                  <a:gd name="T29" fmla="*/ 180 h 191"/>
                  <a:gd name="T30" fmla="*/ 90 w 176"/>
                  <a:gd name="T31" fmla="*/ 191 h 191"/>
                  <a:gd name="T32" fmla="*/ 105 w 176"/>
                  <a:gd name="T33" fmla="*/ 126 h 191"/>
                  <a:gd name="T34" fmla="*/ 122 w 176"/>
                  <a:gd name="T35" fmla="*/ 107 h 191"/>
                  <a:gd name="T36" fmla="*/ 124 w 176"/>
                  <a:gd name="T37" fmla="*/ 73 h 191"/>
                  <a:gd name="T38" fmla="*/ 104 w 176"/>
                  <a:gd name="T39" fmla="*/ 51 h 191"/>
                  <a:gd name="T40" fmla="*/ 88 w 176"/>
                  <a:gd name="T41" fmla="*/ 39 h 191"/>
                  <a:gd name="T42" fmla="*/ 127 w 176"/>
                  <a:gd name="T43" fmla="*/ 43 h 191"/>
                  <a:gd name="T44" fmla="*/ 132 w 176"/>
                  <a:gd name="T45" fmla="*/ 36 h 191"/>
                  <a:gd name="T46" fmla="*/ 128 w 176"/>
                  <a:gd name="T47" fmla="*/ 128 h 191"/>
                  <a:gd name="T48" fmla="*/ 132 w 176"/>
                  <a:gd name="T49" fmla="*/ 127 h 191"/>
                  <a:gd name="T50" fmla="*/ 92 w 176"/>
                  <a:gd name="T51" fmla="*/ 1 h 191"/>
                  <a:gd name="T52" fmla="*/ 88 w 176"/>
                  <a:gd name="T53" fmla="*/ 30 h 191"/>
                  <a:gd name="T54" fmla="*/ 80 w 176"/>
                  <a:gd name="T55" fmla="*/ 191 h 191"/>
                  <a:gd name="T56" fmla="*/ 62 w 176"/>
                  <a:gd name="T57" fmla="*/ 176 h 191"/>
                  <a:gd name="T58" fmla="*/ 55 w 176"/>
                  <a:gd name="T59" fmla="*/ 124 h 191"/>
                  <a:gd name="T60" fmla="*/ 44 w 176"/>
                  <a:gd name="T61" fmla="*/ 67 h 191"/>
                  <a:gd name="T62" fmla="*/ 67 w 176"/>
                  <a:gd name="T63" fmla="*/ 43 h 191"/>
                  <a:gd name="T64" fmla="*/ 88 w 176"/>
                  <a:gd name="T65" fmla="*/ 49 h 191"/>
                  <a:gd name="T66" fmla="*/ 61 w 176"/>
                  <a:gd name="T67" fmla="*/ 61 h 191"/>
                  <a:gd name="T68" fmla="*/ 50 w 176"/>
                  <a:gd name="T69" fmla="*/ 88 h 191"/>
                  <a:gd name="T70" fmla="*/ 69 w 176"/>
                  <a:gd name="T71" fmla="*/ 120 h 191"/>
                  <a:gd name="T72" fmla="*/ 88 w 176"/>
                  <a:gd name="T73" fmla="*/ 147 h 191"/>
                  <a:gd name="T74" fmla="*/ 88 w 176"/>
                  <a:gd name="T75" fmla="*/ 30 h 191"/>
                  <a:gd name="T76" fmla="*/ 84 w 176"/>
                  <a:gd name="T77" fmla="*/ 26 h 191"/>
                  <a:gd name="T78" fmla="*/ 88 w 176"/>
                  <a:gd name="T79" fmla="*/ 0 h 191"/>
                  <a:gd name="T80" fmla="*/ 47 w 176"/>
                  <a:gd name="T81" fmla="*/ 135 h 191"/>
                  <a:gd name="T82" fmla="*/ 44 w 176"/>
                  <a:gd name="T83" fmla="*/ 138 h 191"/>
                  <a:gd name="T84" fmla="*/ 47 w 176"/>
                  <a:gd name="T85" fmla="*/ 47 h 191"/>
                  <a:gd name="T86" fmla="*/ 44 w 176"/>
                  <a:gd name="T87" fmla="*/ 108 h 191"/>
                  <a:gd name="T88" fmla="*/ 40 w 176"/>
                  <a:gd name="T89" fmla="*/ 77 h 191"/>
                  <a:gd name="T90" fmla="*/ 44 w 176"/>
                  <a:gd name="T91" fmla="*/ 49 h 191"/>
                  <a:gd name="T92" fmla="*/ 25 w 176"/>
                  <a:gd name="T93" fmla="*/ 31 h 191"/>
                  <a:gd name="T94" fmla="*/ 32 w 176"/>
                  <a:gd name="T95" fmla="*/ 26 h 191"/>
                  <a:gd name="T96" fmla="*/ 32 w 176"/>
                  <a:gd name="T97" fmla="*/ 150 h 191"/>
                  <a:gd name="T98" fmla="*/ 24 w 176"/>
                  <a:gd name="T99" fmla="*/ 147 h 191"/>
                  <a:gd name="T100" fmla="*/ 44 w 176"/>
                  <a:gd name="T101" fmla="*/ 127 h 191"/>
                  <a:gd name="T102" fmla="*/ 25 w 176"/>
                  <a:gd name="T103" fmla="*/ 84 h 191"/>
                  <a:gd name="T104" fmla="*/ 25 w 176"/>
                  <a:gd name="T105" fmla="*/ 92 h 191"/>
                  <a:gd name="T106" fmla="*/ 0 w 176"/>
                  <a:gd name="T107" fmla="*/ 88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76" h="191">
                    <a:moveTo>
                      <a:pt x="132" y="66"/>
                    </a:moveTo>
                    <a:lnTo>
                      <a:pt x="132" y="66"/>
                    </a:lnTo>
                    <a:lnTo>
                      <a:pt x="136" y="77"/>
                    </a:lnTo>
                    <a:lnTo>
                      <a:pt x="138" y="88"/>
                    </a:lnTo>
                    <a:lnTo>
                      <a:pt x="138" y="88"/>
                    </a:lnTo>
                    <a:lnTo>
                      <a:pt x="136" y="99"/>
                    </a:lnTo>
                    <a:lnTo>
                      <a:pt x="132" y="109"/>
                    </a:lnTo>
                    <a:lnTo>
                      <a:pt x="132" y="66"/>
                    </a:lnTo>
                    <a:lnTo>
                      <a:pt x="132" y="66"/>
                    </a:lnTo>
                    <a:close/>
                    <a:moveTo>
                      <a:pt x="132" y="138"/>
                    </a:moveTo>
                    <a:lnTo>
                      <a:pt x="132" y="127"/>
                    </a:lnTo>
                    <a:lnTo>
                      <a:pt x="132" y="127"/>
                    </a:lnTo>
                    <a:lnTo>
                      <a:pt x="135" y="128"/>
                    </a:lnTo>
                    <a:lnTo>
                      <a:pt x="135" y="128"/>
                    </a:lnTo>
                    <a:lnTo>
                      <a:pt x="150" y="143"/>
                    </a:lnTo>
                    <a:lnTo>
                      <a:pt x="150" y="143"/>
                    </a:lnTo>
                    <a:lnTo>
                      <a:pt x="151" y="147"/>
                    </a:lnTo>
                    <a:lnTo>
                      <a:pt x="150" y="150"/>
                    </a:lnTo>
                    <a:lnTo>
                      <a:pt x="150" y="150"/>
                    </a:lnTo>
                    <a:lnTo>
                      <a:pt x="147" y="151"/>
                    </a:lnTo>
                    <a:lnTo>
                      <a:pt x="145" y="150"/>
                    </a:lnTo>
                    <a:lnTo>
                      <a:pt x="132" y="138"/>
                    </a:lnTo>
                    <a:lnTo>
                      <a:pt x="132" y="138"/>
                    </a:lnTo>
                    <a:close/>
                    <a:moveTo>
                      <a:pt x="132" y="49"/>
                    </a:moveTo>
                    <a:lnTo>
                      <a:pt x="132" y="36"/>
                    </a:lnTo>
                    <a:lnTo>
                      <a:pt x="145" y="26"/>
                    </a:lnTo>
                    <a:lnTo>
                      <a:pt x="145" y="26"/>
                    </a:lnTo>
                    <a:lnTo>
                      <a:pt x="147" y="24"/>
                    </a:lnTo>
                    <a:lnTo>
                      <a:pt x="150" y="26"/>
                    </a:lnTo>
                    <a:lnTo>
                      <a:pt x="150" y="26"/>
                    </a:lnTo>
                    <a:lnTo>
                      <a:pt x="151" y="28"/>
                    </a:lnTo>
                    <a:lnTo>
                      <a:pt x="150" y="31"/>
                    </a:lnTo>
                    <a:lnTo>
                      <a:pt x="135" y="47"/>
                    </a:lnTo>
                    <a:lnTo>
                      <a:pt x="135" y="47"/>
                    </a:lnTo>
                    <a:lnTo>
                      <a:pt x="135" y="47"/>
                    </a:lnTo>
                    <a:lnTo>
                      <a:pt x="132" y="49"/>
                    </a:lnTo>
                    <a:lnTo>
                      <a:pt x="132" y="49"/>
                    </a:lnTo>
                    <a:close/>
                    <a:moveTo>
                      <a:pt x="146" y="88"/>
                    </a:moveTo>
                    <a:lnTo>
                      <a:pt x="146" y="88"/>
                    </a:lnTo>
                    <a:lnTo>
                      <a:pt x="146" y="88"/>
                    </a:lnTo>
                    <a:lnTo>
                      <a:pt x="147" y="85"/>
                    </a:lnTo>
                    <a:lnTo>
                      <a:pt x="150" y="84"/>
                    </a:lnTo>
                    <a:lnTo>
                      <a:pt x="172" y="84"/>
                    </a:lnTo>
                    <a:lnTo>
                      <a:pt x="172" y="84"/>
                    </a:lnTo>
                    <a:lnTo>
                      <a:pt x="174" y="85"/>
                    </a:lnTo>
                    <a:lnTo>
                      <a:pt x="176" y="88"/>
                    </a:lnTo>
                    <a:lnTo>
                      <a:pt x="176" y="88"/>
                    </a:lnTo>
                    <a:lnTo>
                      <a:pt x="174" y="91"/>
                    </a:lnTo>
                    <a:lnTo>
                      <a:pt x="172" y="92"/>
                    </a:lnTo>
                    <a:lnTo>
                      <a:pt x="150" y="92"/>
                    </a:lnTo>
                    <a:lnTo>
                      <a:pt x="150" y="92"/>
                    </a:lnTo>
                    <a:lnTo>
                      <a:pt x="147" y="91"/>
                    </a:lnTo>
                    <a:lnTo>
                      <a:pt x="146" y="88"/>
                    </a:lnTo>
                    <a:lnTo>
                      <a:pt x="146" y="88"/>
                    </a:lnTo>
                    <a:close/>
                    <a:moveTo>
                      <a:pt x="88" y="39"/>
                    </a:moveTo>
                    <a:lnTo>
                      <a:pt x="88" y="39"/>
                    </a:lnTo>
                    <a:lnTo>
                      <a:pt x="96" y="39"/>
                    </a:lnTo>
                    <a:lnTo>
                      <a:pt x="103" y="40"/>
                    </a:lnTo>
                    <a:lnTo>
                      <a:pt x="108" y="43"/>
                    </a:lnTo>
                    <a:lnTo>
                      <a:pt x="115" y="46"/>
                    </a:lnTo>
                    <a:lnTo>
                      <a:pt x="120" y="50"/>
                    </a:lnTo>
                    <a:lnTo>
                      <a:pt x="124" y="55"/>
                    </a:lnTo>
                    <a:lnTo>
                      <a:pt x="128" y="61"/>
                    </a:lnTo>
                    <a:lnTo>
                      <a:pt x="132" y="66"/>
                    </a:lnTo>
                    <a:lnTo>
                      <a:pt x="132" y="109"/>
                    </a:lnTo>
                    <a:lnTo>
                      <a:pt x="132" y="109"/>
                    </a:lnTo>
                    <a:lnTo>
                      <a:pt x="128" y="115"/>
                    </a:lnTo>
                    <a:lnTo>
                      <a:pt x="124" y="120"/>
                    </a:lnTo>
                    <a:lnTo>
                      <a:pt x="120" y="124"/>
                    </a:lnTo>
                    <a:lnTo>
                      <a:pt x="115" y="128"/>
                    </a:lnTo>
                    <a:lnTo>
                      <a:pt x="115" y="166"/>
                    </a:lnTo>
                    <a:lnTo>
                      <a:pt x="115" y="166"/>
                    </a:lnTo>
                    <a:lnTo>
                      <a:pt x="115" y="172"/>
                    </a:lnTo>
                    <a:lnTo>
                      <a:pt x="113" y="176"/>
                    </a:lnTo>
                    <a:lnTo>
                      <a:pt x="111" y="180"/>
                    </a:lnTo>
                    <a:lnTo>
                      <a:pt x="108" y="184"/>
                    </a:lnTo>
                    <a:lnTo>
                      <a:pt x="104" y="187"/>
                    </a:lnTo>
                    <a:lnTo>
                      <a:pt x="100" y="189"/>
                    </a:lnTo>
                    <a:lnTo>
                      <a:pt x="96" y="191"/>
                    </a:lnTo>
                    <a:lnTo>
                      <a:pt x="90" y="191"/>
                    </a:lnTo>
                    <a:lnTo>
                      <a:pt x="88" y="191"/>
                    </a:lnTo>
                    <a:lnTo>
                      <a:pt x="88" y="147"/>
                    </a:lnTo>
                    <a:lnTo>
                      <a:pt x="105" y="147"/>
                    </a:lnTo>
                    <a:lnTo>
                      <a:pt x="105" y="126"/>
                    </a:lnTo>
                    <a:lnTo>
                      <a:pt x="105" y="126"/>
                    </a:lnTo>
                    <a:lnTo>
                      <a:pt x="105" y="123"/>
                    </a:lnTo>
                    <a:lnTo>
                      <a:pt x="108" y="122"/>
                    </a:lnTo>
                    <a:lnTo>
                      <a:pt x="108" y="122"/>
                    </a:lnTo>
                    <a:lnTo>
                      <a:pt x="115" y="115"/>
                    </a:lnTo>
                    <a:lnTo>
                      <a:pt x="122" y="107"/>
                    </a:lnTo>
                    <a:lnTo>
                      <a:pt x="126" y="99"/>
                    </a:lnTo>
                    <a:lnTo>
                      <a:pt x="127" y="88"/>
                    </a:lnTo>
                    <a:lnTo>
                      <a:pt x="127" y="88"/>
                    </a:lnTo>
                    <a:lnTo>
                      <a:pt x="126" y="80"/>
                    </a:lnTo>
                    <a:lnTo>
                      <a:pt x="124" y="73"/>
                    </a:lnTo>
                    <a:lnTo>
                      <a:pt x="120" y="66"/>
                    </a:lnTo>
                    <a:lnTo>
                      <a:pt x="116" y="61"/>
                    </a:lnTo>
                    <a:lnTo>
                      <a:pt x="116" y="61"/>
                    </a:lnTo>
                    <a:lnTo>
                      <a:pt x="109" y="55"/>
                    </a:lnTo>
                    <a:lnTo>
                      <a:pt x="104" y="51"/>
                    </a:lnTo>
                    <a:lnTo>
                      <a:pt x="96" y="50"/>
                    </a:lnTo>
                    <a:lnTo>
                      <a:pt x="88" y="49"/>
                    </a:lnTo>
                    <a:lnTo>
                      <a:pt x="88" y="49"/>
                    </a:lnTo>
                    <a:lnTo>
                      <a:pt x="88" y="39"/>
                    </a:lnTo>
                    <a:lnTo>
                      <a:pt x="88" y="39"/>
                    </a:lnTo>
                    <a:lnTo>
                      <a:pt x="88" y="39"/>
                    </a:lnTo>
                    <a:close/>
                    <a:moveTo>
                      <a:pt x="132" y="36"/>
                    </a:moveTo>
                    <a:lnTo>
                      <a:pt x="128" y="40"/>
                    </a:lnTo>
                    <a:lnTo>
                      <a:pt x="128" y="40"/>
                    </a:lnTo>
                    <a:lnTo>
                      <a:pt x="127" y="43"/>
                    </a:lnTo>
                    <a:lnTo>
                      <a:pt x="128" y="47"/>
                    </a:lnTo>
                    <a:lnTo>
                      <a:pt x="128" y="47"/>
                    </a:lnTo>
                    <a:lnTo>
                      <a:pt x="130" y="49"/>
                    </a:lnTo>
                    <a:lnTo>
                      <a:pt x="132" y="49"/>
                    </a:lnTo>
                    <a:lnTo>
                      <a:pt x="132" y="36"/>
                    </a:lnTo>
                    <a:lnTo>
                      <a:pt x="132" y="36"/>
                    </a:lnTo>
                    <a:close/>
                    <a:moveTo>
                      <a:pt x="132" y="127"/>
                    </a:moveTo>
                    <a:lnTo>
                      <a:pt x="132" y="127"/>
                    </a:lnTo>
                    <a:lnTo>
                      <a:pt x="130" y="127"/>
                    </a:lnTo>
                    <a:lnTo>
                      <a:pt x="128" y="128"/>
                    </a:lnTo>
                    <a:lnTo>
                      <a:pt x="128" y="128"/>
                    </a:lnTo>
                    <a:lnTo>
                      <a:pt x="127" y="131"/>
                    </a:lnTo>
                    <a:lnTo>
                      <a:pt x="128" y="135"/>
                    </a:lnTo>
                    <a:lnTo>
                      <a:pt x="132" y="138"/>
                    </a:lnTo>
                    <a:lnTo>
                      <a:pt x="132" y="127"/>
                    </a:lnTo>
                    <a:lnTo>
                      <a:pt x="132" y="127"/>
                    </a:lnTo>
                    <a:close/>
                    <a:moveTo>
                      <a:pt x="88" y="30"/>
                    </a:moveTo>
                    <a:lnTo>
                      <a:pt x="88" y="0"/>
                    </a:lnTo>
                    <a:lnTo>
                      <a:pt x="88" y="0"/>
                    </a:lnTo>
                    <a:lnTo>
                      <a:pt x="92" y="1"/>
                    </a:lnTo>
                    <a:lnTo>
                      <a:pt x="92" y="4"/>
                    </a:lnTo>
                    <a:lnTo>
                      <a:pt x="92" y="26"/>
                    </a:lnTo>
                    <a:lnTo>
                      <a:pt x="92" y="26"/>
                    </a:lnTo>
                    <a:lnTo>
                      <a:pt x="92" y="28"/>
                    </a:lnTo>
                    <a:lnTo>
                      <a:pt x="88" y="30"/>
                    </a:lnTo>
                    <a:lnTo>
                      <a:pt x="88" y="30"/>
                    </a:lnTo>
                    <a:close/>
                    <a:moveTo>
                      <a:pt x="88" y="191"/>
                    </a:moveTo>
                    <a:lnTo>
                      <a:pt x="85" y="191"/>
                    </a:lnTo>
                    <a:lnTo>
                      <a:pt x="85" y="191"/>
                    </a:lnTo>
                    <a:lnTo>
                      <a:pt x="80" y="191"/>
                    </a:lnTo>
                    <a:lnTo>
                      <a:pt x="76" y="189"/>
                    </a:lnTo>
                    <a:lnTo>
                      <a:pt x="71" y="187"/>
                    </a:lnTo>
                    <a:lnTo>
                      <a:pt x="67" y="184"/>
                    </a:lnTo>
                    <a:lnTo>
                      <a:pt x="65" y="180"/>
                    </a:lnTo>
                    <a:lnTo>
                      <a:pt x="62" y="176"/>
                    </a:lnTo>
                    <a:lnTo>
                      <a:pt x="61" y="172"/>
                    </a:lnTo>
                    <a:lnTo>
                      <a:pt x="61" y="166"/>
                    </a:lnTo>
                    <a:lnTo>
                      <a:pt x="61" y="128"/>
                    </a:lnTo>
                    <a:lnTo>
                      <a:pt x="61" y="128"/>
                    </a:lnTo>
                    <a:lnTo>
                      <a:pt x="55" y="124"/>
                    </a:lnTo>
                    <a:lnTo>
                      <a:pt x="51" y="119"/>
                    </a:lnTo>
                    <a:lnTo>
                      <a:pt x="47" y="114"/>
                    </a:lnTo>
                    <a:lnTo>
                      <a:pt x="44" y="108"/>
                    </a:lnTo>
                    <a:lnTo>
                      <a:pt x="44" y="67"/>
                    </a:lnTo>
                    <a:lnTo>
                      <a:pt x="44" y="67"/>
                    </a:lnTo>
                    <a:lnTo>
                      <a:pt x="47" y="61"/>
                    </a:lnTo>
                    <a:lnTo>
                      <a:pt x="51" y="55"/>
                    </a:lnTo>
                    <a:lnTo>
                      <a:pt x="57" y="51"/>
                    </a:lnTo>
                    <a:lnTo>
                      <a:pt x="62" y="47"/>
                    </a:lnTo>
                    <a:lnTo>
                      <a:pt x="67" y="43"/>
                    </a:lnTo>
                    <a:lnTo>
                      <a:pt x="74" y="40"/>
                    </a:lnTo>
                    <a:lnTo>
                      <a:pt x="81" y="39"/>
                    </a:lnTo>
                    <a:lnTo>
                      <a:pt x="88" y="39"/>
                    </a:lnTo>
                    <a:lnTo>
                      <a:pt x="88" y="49"/>
                    </a:lnTo>
                    <a:lnTo>
                      <a:pt x="88" y="49"/>
                    </a:lnTo>
                    <a:lnTo>
                      <a:pt x="81" y="50"/>
                    </a:lnTo>
                    <a:lnTo>
                      <a:pt x="73" y="51"/>
                    </a:lnTo>
                    <a:lnTo>
                      <a:pt x="66" y="55"/>
                    </a:lnTo>
                    <a:lnTo>
                      <a:pt x="61" y="61"/>
                    </a:lnTo>
                    <a:lnTo>
                      <a:pt x="61" y="61"/>
                    </a:lnTo>
                    <a:lnTo>
                      <a:pt x="57" y="66"/>
                    </a:lnTo>
                    <a:lnTo>
                      <a:pt x="53" y="73"/>
                    </a:lnTo>
                    <a:lnTo>
                      <a:pt x="50" y="80"/>
                    </a:lnTo>
                    <a:lnTo>
                      <a:pt x="50" y="88"/>
                    </a:lnTo>
                    <a:lnTo>
                      <a:pt x="50" y="88"/>
                    </a:lnTo>
                    <a:lnTo>
                      <a:pt x="51" y="97"/>
                    </a:lnTo>
                    <a:lnTo>
                      <a:pt x="55" y="107"/>
                    </a:lnTo>
                    <a:lnTo>
                      <a:pt x="61" y="115"/>
                    </a:lnTo>
                    <a:lnTo>
                      <a:pt x="69" y="120"/>
                    </a:lnTo>
                    <a:lnTo>
                      <a:pt x="69" y="120"/>
                    </a:lnTo>
                    <a:lnTo>
                      <a:pt x="69" y="120"/>
                    </a:lnTo>
                    <a:lnTo>
                      <a:pt x="70" y="123"/>
                    </a:lnTo>
                    <a:lnTo>
                      <a:pt x="70" y="126"/>
                    </a:lnTo>
                    <a:lnTo>
                      <a:pt x="70" y="147"/>
                    </a:lnTo>
                    <a:lnTo>
                      <a:pt x="88" y="147"/>
                    </a:lnTo>
                    <a:lnTo>
                      <a:pt x="88" y="191"/>
                    </a:lnTo>
                    <a:lnTo>
                      <a:pt x="88" y="191"/>
                    </a:lnTo>
                    <a:close/>
                    <a:moveTo>
                      <a:pt x="88" y="0"/>
                    </a:moveTo>
                    <a:lnTo>
                      <a:pt x="88" y="30"/>
                    </a:lnTo>
                    <a:lnTo>
                      <a:pt x="88" y="30"/>
                    </a:lnTo>
                    <a:lnTo>
                      <a:pt x="88" y="30"/>
                    </a:lnTo>
                    <a:lnTo>
                      <a:pt x="88" y="30"/>
                    </a:lnTo>
                    <a:lnTo>
                      <a:pt x="88" y="30"/>
                    </a:lnTo>
                    <a:lnTo>
                      <a:pt x="85" y="28"/>
                    </a:lnTo>
                    <a:lnTo>
                      <a:pt x="84" y="26"/>
                    </a:lnTo>
                    <a:lnTo>
                      <a:pt x="84" y="4"/>
                    </a:lnTo>
                    <a:lnTo>
                      <a:pt x="84" y="4"/>
                    </a:lnTo>
                    <a:lnTo>
                      <a:pt x="85" y="1"/>
                    </a:lnTo>
                    <a:lnTo>
                      <a:pt x="88" y="0"/>
                    </a:lnTo>
                    <a:lnTo>
                      <a:pt x="88" y="0"/>
                    </a:lnTo>
                    <a:lnTo>
                      <a:pt x="88" y="0"/>
                    </a:lnTo>
                    <a:lnTo>
                      <a:pt x="88" y="0"/>
                    </a:lnTo>
                    <a:close/>
                    <a:moveTo>
                      <a:pt x="44" y="138"/>
                    </a:moveTo>
                    <a:lnTo>
                      <a:pt x="47" y="135"/>
                    </a:lnTo>
                    <a:lnTo>
                      <a:pt x="47" y="135"/>
                    </a:lnTo>
                    <a:lnTo>
                      <a:pt x="48" y="131"/>
                    </a:lnTo>
                    <a:lnTo>
                      <a:pt x="47" y="128"/>
                    </a:lnTo>
                    <a:lnTo>
                      <a:pt x="47" y="128"/>
                    </a:lnTo>
                    <a:lnTo>
                      <a:pt x="44" y="127"/>
                    </a:lnTo>
                    <a:lnTo>
                      <a:pt x="44" y="138"/>
                    </a:lnTo>
                    <a:lnTo>
                      <a:pt x="44" y="138"/>
                    </a:lnTo>
                    <a:close/>
                    <a:moveTo>
                      <a:pt x="44" y="49"/>
                    </a:moveTo>
                    <a:lnTo>
                      <a:pt x="44" y="49"/>
                    </a:lnTo>
                    <a:lnTo>
                      <a:pt x="47" y="47"/>
                    </a:lnTo>
                    <a:lnTo>
                      <a:pt x="47" y="47"/>
                    </a:lnTo>
                    <a:lnTo>
                      <a:pt x="48" y="43"/>
                    </a:lnTo>
                    <a:lnTo>
                      <a:pt x="47" y="40"/>
                    </a:lnTo>
                    <a:lnTo>
                      <a:pt x="44" y="38"/>
                    </a:lnTo>
                    <a:lnTo>
                      <a:pt x="44" y="49"/>
                    </a:lnTo>
                    <a:close/>
                    <a:moveTo>
                      <a:pt x="44" y="108"/>
                    </a:moveTo>
                    <a:lnTo>
                      <a:pt x="44" y="108"/>
                    </a:lnTo>
                    <a:lnTo>
                      <a:pt x="40" y="99"/>
                    </a:lnTo>
                    <a:lnTo>
                      <a:pt x="39" y="88"/>
                    </a:lnTo>
                    <a:lnTo>
                      <a:pt x="39" y="88"/>
                    </a:lnTo>
                    <a:lnTo>
                      <a:pt x="40" y="77"/>
                    </a:lnTo>
                    <a:lnTo>
                      <a:pt x="44" y="67"/>
                    </a:lnTo>
                    <a:lnTo>
                      <a:pt x="44" y="108"/>
                    </a:lnTo>
                    <a:lnTo>
                      <a:pt x="44" y="108"/>
                    </a:lnTo>
                    <a:close/>
                    <a:moveTo>
                      <a:pt x="44" y="38"/>
                    </a:moveTo>
                    <a:lnTo>
                      <a:pt x="44" y="49"/>
                    </a:lnTo>
                    <a:lnTo>
                      <a:pt x="44" y="49"/>
                    </a:lnTo>
                    <a:lnTo>
                      <a:pt x="40" y="47"/>
                    </a:lnTo>
                    <a:lnTo>
                      <a:pt x="40" y="47"/>
                    </a:lnTo>
                    <a:lnTo>
                      <a:pt x="25" y="31"/>
                    </a:lnTo>
                    <a:lnTo>
                      <a:pt x="25" y="31"/>
                    </a:lnTo>
                    <a:lnTo>
                      <a:pt x="24" y="28"/>
                    </a:lnTo>
                    <a:lnTo>
                      <a:pt x="25" y="26"/>
                    </a:lnTo>
                    <a:lnTo>
                      <a:pt x="25" y="26"/>
                    </a:lnTo>
                    <a:lnTo>
                      <a:pt x="28" y="24"/>
                    </a:lnTo>
                    <a:lnTo>
                      <a:pt x="32" y="26"/>
                    </a:lnTo>
                    <a:lnTo>
                      <a:pt x="44" y="38"/>
                    </a:lnTo>
                    <a:lnTo>
                      <a:pt x="44" y="38"/>
                    </a:lnTo>
                    <a:close/>
                    <a:moveTo>
                      <a:pt x="44" y="127"/>
                    </a:moveTo>
                    <a:lnTo>
                      <a:pt x="44" y="138"/>
                    </a:lnTo>
                    <a:lnTo>
                      <a:pt x="32" y="150"/>
                    </a:lnTo>
                    <a:lnTo>
                      <a:pt x="32" y="150"/>
                    </a:lnTo>
                    <a:lnTo>
                      <a:pt x="28" y="151"/>
                    </a:lnTo>
                    <a:lnTo>
                      <a:pt x="25" y="150"/>
                    </a:lnTo>
                    <a:lnTo>
                      <a:pt x="25" y="150"/>
                    </a:lnTo>
                    <a:lnTo>
                      <a:pt x="24" y="147"/>
                    </a:lnTo>
                    <a:lnTo>
                      <a:pt x="25" y="143"/>
                    </a:lnTo>
                    <a:lnTo>
                      <a:pt x="40" y="128"/>
                    </a:lnTo>
                    <a:lnTo>
                      <a:pt x="40" y="128"/>
                    </a:lnTo>
                    <a:lnTo>
                      <a:pt x="40" y="128"/>
                    </a:lnTo>
                    <a:lnTo>
                      <a:pt x="44" y="127"/>
                    </a:lnTo>
                    <a:lnTo>
                      <a:pt x="44" y="127"/>
                    </a:lnTo>
                    <a:close/>
                    <a:moveTo>
                      <a:pt x="4" y="84"/>
                    </a:moveTo>
                    <a:lnTo>
                      <a:pt x="4" y="84"/>
                    </a:lnTo>
                    <a:lnTo>
                      <a:pt x="25" y="84"/>
                    </a:lnTo>
                    <a:lnTo>
                      <a:pt x="25" y="84"/>
                    </a:lnTo>
                    <a:lnTo>
                      <a:pt x="29" y="85"/>
                    </a:lnTo>
                    <a:lnTo>
                      <a:pt x="31" y="88"/>
                    </a:lnTo>
                    <a:lnTo>
                      <a:pt x="31" y="88"/>
                    </a:lnTo>
                    <a:lnTo>
                      <a:pt x="29" y="91"/>
                    </a:lnTo>
                    <a:lnTo>
                      <a:pt x="25" y="92"/>
                    </a:lnTo>
                    <a:lnTo>
                      <a:pt x="4" y="92"/>
                    </a:lnTo>
                    <a:lnTo>
                      <a:pt x="4" y="92"/>
                    </a:lnTo>
                    <a:lnTo>
                      <a:pt x="1" y="91"/>
                    </a:lnTo>
                    <a:lnTo>
                      <a:pt x="0" y="88"/>
                    </a:lnTo>
                    <a:lnTo>
                      <a:pt x="0" y="88"/>
                    </a:lnTo>
                    <a:lnTo>
                      <a:pt x="1" y="85"/>
                    </a:lnTo>
                    <a:lnTo>
                      <a:pt x="4" y="84"/>
                    </a:lnTo>
                    <a:lnTo>
                      <a:pt x="4" y="84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 fontScale="77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52" name="íṡľïḑê">
                <a:extLst>
                  <a:ext uri="{FF2B5EF4-FFF2-40B4-BE49-F238E27FC236}">
                    <a16:creationId xmlns:a16="http://schemas.microsoft.com/office/drawing/2014/main" id="{C02D7425-E11D-378C-5E81-DE1597CC7C29}"/>
                  </a:ext>
                </a:extLst>
              </p:cNvPr>
              <p:cNvSpPr/>
              <p:nvPr/>
            </p:nvSpPr>
            <p:spPr bwMode="auto">
              <a:xfrm>
                <a:off x="2340475" y="1723471"/>
                <a:ext cx="378686" cy="547947"/>
              </a:xfrm>
              <a:custGeom>
                <a:avLst/>
                <a:gdLst>
                  <a:gd name="T0" fmla="*/ 209550 w 264"/>
                  <a:gd name="T1" fmla="*/ 11113 h 382"/>
                  <a:gd name="T2" fmla="*/ 222250 w 264"/>
                  <a:gd name="T3" fmla="*/ 200025 h 382"/>
                  <a:gd name="T4" fmla="*/ 247650 w 264"/>
                  <a:gd name="T5" fmla="*/ 203200 h 382"/>
                  <a:gd name="T6" fmla="*/ 295275 w 264"/>
                  <a:gd name="T7" fmla="*/ 225425 h 382"/>
                  <a:gd name="T8" fmla="*/ 327025 w 264"/>
                  <a:gd name="T9" fmla="*/ 263525 h 382"/>
                  <a:gd name="T10" fmla="*/ 346075 w 264"/>
                  <a:gd name="T11" fmla="*/ 311150 h 382"/>
                  <a:gd name="T12" fmla="*/ 349250 w 264"/>
                  <a:gd name="T13" fmla="*/ 336550 h 382"/>
                  <a:gd name="T14" fmla="*/ 349250 w 264"/>
                  <a:gd name="T15" fmla="*/ 352425 h 382"/>
                  <a:gd name="T16" fmla="*/ 341313 w 264"/>
                  <a:gd name="T17" fmla="*/ 379413 h 382"/>
                  <a:gd name="T18" fmla="*/ 333375 w 264"/>
                  <a:gd name="T19" fmla="*/ 403225 h 382"/>
                  <a:gd name="T20" fmla="*/ 307975 w 264"/>
                  <a:gd name="T21" fmla="*/ 436563 h 382"/>
                  <a:gd name="T22" fmla="*/ 276225 w 264"/>
                  <a:gd name="T23" fmla="*/ 460375 h 382"/>
                  <a:gd name="T24" fmla="*/ 252413 w 264"/>
                  <a:gd name="T25" fmla="*/ 469900 h 382"/>
                  <a:gd name="T26" fmla="*/ 223838 w 264"/>
                  <a:gd name="T27" fmla="*/ 476250 h 382"/>
                  <a:gd name="T28" fmla="*/ 209550 w 264"/>
                  <a:gd name="T29" fmla="*/ 476250 h 382"/>
                  <a:gd name="T30" fmla="*/ 209550 w 264"/>
                  <a:gd name="T31" fmla="*/ 519113 h 382"/>
                  <a:gd name="T32" fmla="*/ 228600 w 264"/>
                  <a:gd name="T33" fmla="*/ 528638 h 382"/>
                  <a:gd name="T34" fmla="*/ 236538 w 264"/>
                  <a:gd name="T35" fmla="*/ 547688 h 382"/>
                  <a:gd name="T36" fmla="*/ 234950 w 264"/>
                  <a:gd name="T37" fmla="*/ 560388 h 382"/>
                  <a:gd name="T38" fmla="*/ 219075 w 264"/>
                  <a:gd name="T39" fmla="*/ 576263 h 382"/>
                  <a:gd name="T40" fmla="*/ 209550 w 264"/>
                  <a:gd name="T41" fmla="*/ 606425 h 382"/>
                  <a:gd name="T42" fmla="*/ 361950 w 264"/>
                  <a:gd name="T43" fmla="*/ 573088 h 382"/>
                  <a:gd name="T44" fmla="*/ 361950 w 264"/>
                  <a:gd name="T45" fmla="*/ 566738 h 382"/>
                  <a:gd name="T46" fmla="*/ 350838 w 264"/>
                  <a:gd name="T47" fmla="*/ 554038 h 382"/>
                  <a:gd name="T48" fmla="*/ 319088 w 264"/>
                  <a:gd name="T49" fmla="*/ 539750 h 382"/>
                  <a:gd name="T50" fmla="*/ 288925 w 264"/>
                  <a:gd name="T51" fmla="*/ 533400 h 382"/>
                  <a:gd name="T52" fmla="*/ 339725 w 264"/>
                  <a:gd name="T53" fmla="*/ 500063 h 382"/>
                  <a:gd name="T54" fmla="*/ 382588 w 264"/>
                  <a:gd name="T55" fmla="*/ 455613 h 382"/>
                  <a:gd name="T56" fmla="*/ 407988 w 264"/>
                  <a:gd name="T57" fmla="*/ 401638 h 382"/>
                  <a:gd name="T58" fmla="*/ 419100 w 264"/>
                  <a:gd name="T59" fmla="*/ 336550 h 382"/>
                  <a:gd name="T60" fmla="*/ 417513 w 264"/>
                  <a:gd name="T61" fmla="*/ 317500 h 382"/>
                  <a:gd name="T62" fmla="*/ 411163 w 264"/>
                  <a:gd name="T63" fmla="*/ 280988 h 382"/>
                  <a:gd name="T64" fmla="*/ 398463 w 264"/>
                  <a:gd name="T65" fmla="*/ 247650 h 382"/>
                  <a:gd name="T66" fmla="*/ 381000 w 264"/>
                  <a:gd name="T67" fmla="*/ 217488 h 382"/>
                  <a:gd name="T68" fmla="*/ 357188 w 264"/>
                  <a:gd name="T69" fmla="*/ 188913 h 382"/>
                  <a:gd name="T70" fmla="*/ 328613 w 264"/>
                  <a:gd name="T71" fmla="*/ 165100 h 382"/>
                  <a:gd name="T72" fmla="*/ 296863 w 264"/>
                  <a:gd name="T73" fmla="*/ 147638 h 382"/>
                  <a:gd name="T74" fmla="*/ 261938 w 264"/>
                  <a:gd name="T75" fmla="*/ 134938 h 382"/>
                  <a:gd name="T76" fmla="*/ 276225 w 264"/>
                  <a:gd name="T77" fmla="*/ 31750 h 382"/>
                  <a:gd name="T78" fmla="*/ 176213 w 264"/>
                  <a:gd name="T79" fmla="*/ 0 h 382"/>
                  <a:gd name="T80" fmla="*/ 187325 w 264"/>
                  <a:gd name="T81" fmla="*/ 309563 h 382"/>
                  <a:gd name="T82" fmla="*/ 209550 w 264"/>
                  <a:gd name="T83" fmla="*/ 11113 h 382"/>
                  <a:gd name="T84" fmla="*/ 209550 w 264"/>
                  <a:gd name="T85" fmla="*/ 476250 h 382"/>
                  <a:gd name="T86" fmla="*/ 187325 w 264"/>
                  <a:gd name="T87" fmla="*/ 474663 h 382"/>
                  <a:gd name="T88" fmla="*/ 146050 w 264"/>
                  <a:gd name="T89" fmla="*/ 461963 h 382"/>
                  <a:gd name="T90" fmla="*/ 188913 w 264"/>
                  <a:gd name="T91" fmla="*/ 450850 h 382"/>
                  <a:gd name="T92" fmla="*/ 92075 w 264"/>
                  <a:gd name="T93" fmla="*/ 412750 h 382"/>
                  <a:gd name="T94" fmla="*/ 0 w 264"/>
                  <a:gd name="T95" fmla="*/ 412750 h 382"/>
                  <a:gd name="T96" fmla="*/ 34925 w 264"/>
                  <a:gd name="T97" fmla="*/ 450850 h 382"/>
                  <a:gd name="T98" fmla="*/ 53975 w 264"/>
                  <a:gd name="T99" fmla="*/ 476250 h 382"/>
                  <a:gd name="T100" fmla="*/ 103188 w 264"/>
                  <a:gd name="T101" fmla="*/ 517525 h 382"/>
                  <a:gd name="T102" fmla="*/ 131763 w 264"/>
                  <a:gd name="T103" fmla="*/ 533400 h 382"/>
                  <a:gd name="T104" fmla="*/ 77788 w 264"/>
                  <a:gd name="T105" fmla="*/ 547688 h 382"/>
                  <a:gd name="T106" fmla="*/ 61913 w 264"/>
                  <a:gd name="T107" fmla="*/ 560388 h 382"/>
                  <a:gd name="T108" fmla="*/ 55563 w 264"/>
                  <a:gd name="T109" fmla="*/ 573088 h 382"/>
                  <a:gd name="T110" fmla="*/ 209550 w 264"/>
                  <a:gd name="T111" fmla="*/ 606425 h 382"/>
                  <a:gd name="T112" fmla="*/ 209550 w 264"/>
                  <a:gd name="T113" fmla="*/ 577850 h 382"/>
                  <a:gd name="T114" fmla="*/ 188913 w 264"/>
                  <a:gd name="T115" fmla="*/ 569913 h 382"/>
                  <a:gd name="T116" fmla="*/ 180975 w 264"/>
                  <a:gd name="T117" fmla="*/ 547688 h 382"/>
                  <a:gd name="T118" fmla="*/ 182563 w 264"/>
                  <a:gd name="T119" fmla="*/ 536575 h 382"/>
                  <a:gd name="T120" fmla="*/ 198438 w 264"/>
                  <a:gd name="T121" fmla="*/ 522288 h 382"/>
                  <a:gd name="T122" fmla="*/ 209550 w 264"/>
                  <a:gd name="T123" fmla="*/ 476250 h 382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0" t="0" r="r" b="b"/>
                <a:pathLst>
                  <a:path w="264" h="382">
                    <a:moveTo>
                      <a:pt x="174" y="20"/>
                    </a:moveTo>
                    <a:lnTo>
                      <a:pt x="132" y="7"/>
                    </a:lnTo>
                    <a:lnTo>
                      <a:pt x="132" y="151"/>
                    </a:lnTo>
                    <a:lnTo>
                      <a:pt x="140" y="126"/>
                    </a:lnTo>
                    <a:lnTo>
                      <a:pt x="156" y="128"/>
                    </a:lnTo>
                    <a:lnTo>
                      <a:pt x="172" y="134"/>
                    </a:lnTo>
                    <a:lnTo>
                      <a:pt x="186" y="142"/>
                    </a:lnTo>
                    <a:lnTo>
                      <a:pt x="197" y="153"/>
                    </a:lnTo>
                    <a:lnTo>
                      <a:pt x="206" y="166"/>
                    </a:lnTo>
                    <a:lnTo>
                      <a:pt x="214" y="180"/>
                    </a:lnTo>
                    <a:lnTo>
                      <a:pt x="218" y="196"/>
                    </a:lnTo>
                    <a:lnTo>
                      <a:pt x="220" y="204"/>
                    </a:lnTo>
                    <a:lnTo>
                      <a:pt x="220" y="212"/>
                    </a:lnTo>
                    <a:lnTo>
                      <a:pt x="220" y="222"/>
                    </a:lnTo>
                    <a:lnTo>
                      <a:pt x="218" y="230"/>
                    </a:lnTo>
                    <a:lnTo>
                      <a:pt x="215" y="239"/>
                    </a:lnTo>
                    <a:lnTo>
                      <a:pt x="213" y="246"/>
                    </a:lnTo>
                    <a:lnTo>
                      <a:pt x="210" y="254"/>
                    </a:lnTo>
                    <a:lnTo>
                      <a:pt x="205" y="262"/>
                    </a:lnTo>
                    <a:lnTo>
                      <a:pt x="194" y="275"/>
                    </a:lnTo>
                    <a:lnTo>
                      <a:pt x="182" y="286"/>
                    </a:lnTo>
                    <a:lnTo>
                      <a:pt x="174" y="290"/>
                    </a:lnTo>
                    <a:lnTo>
                      <a:pt x="167" y="294"/>
                    </a:lnTo>
                    <a:lnTo>
                      <a:pt x="159" y="296"/>
                    </a:lnTo>
                    <a:lnTo>
                      <a:pt x="150" y="299"/>
                    </a:lnTo>
                    <a:lnTo>
                      <a:pt x="141" y="300"/>
                    </a:lnTo>
                    <a:lnTo>
                      <a:pt x="132" y="300"/>
                    </a:lnTo>
                    <a:lnTo>
                      <a:pt x="132" y="327"/>
                    </a:lnTo>
                    <a:lnTo>
                      <a:pt x="138" y="329"/>
                    </a:lnTo>
                    <a:lnTo>
                      <a:pt x="144" y="333"/>
                    </a:lnTo>
                    <a:lnTo>
                      <a:pt x="148" y="338"/>
                    </a:lnTo>
                    <a:lnTo>
                      <a:pt x="149" y="345"/>
                    </a:lnTo>
                    <a:lnTo>
                      <a:pt x="148" y="353"/>
                    </a:lnTo>
                    <a:lnTo>
                      <a:pt x="144" y="359"/>
                    </a:lnTo>
                    <a:lnTo>
                      <a:pt x="138" y="363"/>
                    </a:lnTo>
                    <a:lnTo>
                      <a:pt x="132" y="364"/>
                    </a:lnTo>
                    <a:lnTo>
                      <a:pt x="132" y="382"/>
                    </a:lnTo>
                    <a:lnTo>
                      <a:pt x="228" y="382"/>
                    </a:lnTo>
                    <a:lnTo>
                      <a:pt x="228" y="361"/>
                    </a:lnTo>
                    <a:lnTo>
                      <a:pt x="228" y="357"/>
                    </a:lnTo>
                    <a:lnTo>
                      <a:pt x="225" y="353"/>
                    </a:lnTo>
                    <a:lnTo>
                      <a:pt x="221" y="349"/>
                    </a:lnTo>
                    <a:lnTo>
                      <a:pt x="215" y="345"/>
                    </a:lnTo>
                    <a:lnTo>
                      <a:pt x="201" y="340"/>
                    </a:lnTo>
                    <a:lnTo>
                      <a:pt x="182" y="336"/>
                    </a:lnTo>
                    <a:lnTo>
                      <a:pt x="199" y="326"/>
                    </a:lnTo>
                    <a:lnTo>
                      <a:pt x="214" y="315"/>
                    </a:lnTo>
                    <a:lnTo>
                      <a:pt x="229" y="302"/>
                    </a:lnTo>
                    <a:lnTo>
                      <a:pt x="241" y="287"/>
                    </a:lnTo>
                    <a:lnTo>
                      <a:pt x="251" y="271"/>
                    </a:lnTo>
                    <a:lnTo>
                      <a:pt x="257" y="253"/>
                    </a:lnTo>
                    <a:lnTo>
                      <a:pt x="263" y="233"/>
                    </a:lnTo>
                    <a:lnTo>
                      <a:pt x="264" y="212"/>
                    </a:lnTo>
                    <a:lnTo>
                      <a:pt x="263" y="200"/>
                    </a:lnTo>
                    <a:lnTo>
                      <a:pt x="262" y="189"/>
                    </a:lnTo>
                    <a:lnTo>
                      <a:pt x="259" y="177"/>
                    </a:lnTo>
                    <a:lnTo>
                      <a:pt x="256" y="166"/>
                    </a:lnTo>
                    <a:lnTo>
                      <a:pt x="251" y="156"/>
                    </a:lnTo>
                    <a:lnTo>
                      <a:pt x="245" y="146"/>
                    </a:lnTo>
                    <a:lnTo>
                      <a:pt x="240" y="137"/>
                    </a:lnTo>
                    <a:lnTo>
                      <a:pt x="232" y="127"/>
                    </a:lnTo>
                    <a:lnTo>
                      <a:pt x="225" y="119"/>
                    </a:lnTo>
                    <a:lnTo>
                      <a:pt x="215" y="111"/>
                    </a:lnTo>
                    <a:lnTo>
                      <a:pt x="207" y="104"/>
                    </a:lnTo>
                    <a:lnTo>
                      <a:pt x="198" y="99"/>
                    </a:lnTo>
                    <a:lnTo>
                      <a:pt x="187" y="93"/>
                    </a:lnTo>
                    <a:lnTo>
                      <a:pt x="176" y="88"/>
                    </a:lnTo>
                    <a:lnTo>
                      <a:pt x="165" y="85"/>
                    </a:lnTo>
                    <a:lnTo>
                      <a:pt x="153" y="82"/>
                    </a:lnTo>
                    <a:lnTo>
                      <a:pt x="174" y="20"/>
                    </a:lnTo>
                    <a:close/>
                    <a:moveTo>
                      <a:pt x="132" y="7"/>
                    </a:moveTo>
                    <a:lnTo>
                      <a:pt x="111" y="0"/>
                    </a:lnTo>
                    <a:lnTo>
                      <a:pt x="56" y="174"/>
                    </a:lnTo>
                    <a:lnTo>
                      <a:pt x="118" y="195"/>
                    </a:lnTo>
                    <a:lnTo>
                      <a:pt x="132" y="151"/>
                    </a:lnTo>
                    <a:lnTo>
                      <a:pt x="132" y="7"/>
                    </a:lnTo>
                    <a:close/>
                    <a:moveTo>
                      <a:pt x="132" y="300"/>
                    </a:moveTo>
                    <a:lnTo>
                      <a:pt x="132" y="300"/>
                    </a:lnTo>
                    <a:lnTo>
                      <a:pt x="118" y="299"/>
                    </a:lnTo>
                    <a:lnTo>
                      <a:pt x="104" y="296"/>
                    </a:lnTo>
                    <a:lnTo>
                      <a:pt x="92" y="291"/>
                    </a:lnTo>
                    <a:lnTo>
                      <a:pt x="80" y="284"/>
                    </a:lnTo>
                    <a:lnTo>
                      <a:pt x="119" y="284"/>
                    </a:lnTo>
                    <a:lnTo>
                      <a:pt x="119" y="260"/>
                    </a:lnTo>
                    <a:lnTo>
                      <a:pt x="58" y="260"/>
                    </a:lnTo>
                    <a:lnTo>
                      <a:pt x="10" y="260"/>
                    </a:lnTo>
                    <a:lnTo>
                      <a:pt x="0" y="260"/>
                    </a:lnTo>
                    <a:lnTo>
                      <a:pt x="0" y="284"/>
                    </a:lnTo>
                    <a:lnTo>
                      <a:pt x="22" y="284"/>
                    </a:lnTo>
                    <a:lnTo>
                      <a:pt x="34" y="300"/>
                    </a:lnTo>
                    <a:lnTo>
                      <a:pt x="48" y="314"/>
                    </a:lnTo>
                    <a:lnTo>
                      <a:pt x="65" y="326"/>
                    </a:lnTo>
                    <a:lnTo>
                      <a:pt x="83" y="336"/>
                    </a:lnTo>
                    <a:lnTo>
                      <a:pt x="64" y="340"/>
                    </a:lnTo>
                    <a:lnTo>
                      <a:pt x="49" y="345"/>
                    </a:lnTo>
                    <a:lnTo>
                      <a:pt x="44" y="349"/>
                    </a:lnTo>
                    <a:lnTo>
                      <a:pt x="39" y="353"/>
                    </a:lnTo>
                    <a:lnTo>
                      <a:pt x="37" y="357"/>
                    </a:lnTo>
                    <a:lnTo>
                      <a:pt x="35" y="361"/>
                    </a:lnTo>
                    <a:lnTo>
                      <a:pt x="35" y="382"/>
                    </a:lnTo>
                    <a:lnTo>
                      <a:pt x="132" y="382"/>
                    </a:lnTo>
                    <a:lnTo>
                      <a:pt x="132" y="364"/>
                    </a:lnTo>
                    <a:lnTo>
                      <a:pt x="125" y="363"/>
                    </a:lnTo>
                    <a:lnTo>
                      <a:pt x="119" y="359"/>
                    </a:lnTo>
                    <a:lnTo>
                      <a:pt x="115" y="353"/>
                    </a:lnTo>
                    <a:lnTo>
                      <a:pt x="114" y="345"/>
                    </a:lnTo>
                    <a:lnTo>
                      <a:pt x="115" y="338"/>
                    </a:lnTo>
                    <a:lnTo>
                      <a:pt x="119" y="333"/>
                    </a:lnTo>
                    <a:lnTo>
                      <a:pt x="125" y="329"/>
                    </a:lnTo>
                    <a:lnTo>
                      <a:pt x="132" y="327"/>
                    </a:lnTo>
                    <a:lnTo>
                      <a:pt x="132" y="300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53" name="íśļíḓè">
                <a:extLst>
                  <a:ext uri="{FF2B5EF4-FFF2-40B4-BE49-F238E27FC236}">
                    <a16:creationId xmlns:a16="http://schemas.microsoft.com/office/drawing/2014/main" id="{C140D579-3336-6946-3FA6-03D09338F513}"/>
                  </a:ext>
                </a:extLst>
              </p:cNvPr>
              <p:cNvSpPr/>
              <p:nvPr/>
            </p:nvSpPr>
            <p:spPr bwMode="auto">
              <a:xfrm>
                <a:off x="2647448" y="1646830"/>
                <a:ext cx="195081" cy="192211"/>
              </a:xfrm>
              <a:custGeom>
                <a:avLst/>
                <a:gdLst>
                  <a:gd name="T0" fmla="*/ 68 w 136"/>
                  <a:gd name="T1" fmla="*/ 0 h 134"/>
                  <a:gd name="T2" fmla="*/ 94 w 136"/>
                  <a:gd name="T3" fmla="*/ 4 h 134"/>
                  <a:gd name="T4" fmla="*/ 106 w 136"/>
                  <a:gd name="T5" fmla="*/ 11 h 134"/>
                  <a:gd name="T6" fmla="*/ 125 w 136"/>
                  <a:gd name="T7" fmla="*/ 28 h 134"/>
                  <a:gd name="T8" fmla="*/ 134 w 136"/>
                  <a:gd name="T9" fmla="*/ 53 h 134"/>
                  <a:gd name="T10" fmla="*/ 134 w 136"/>
                  <a:gd name="T11" fmla="*/ 79 h 134"/>
                  <a:gd name="T12" fmla="*/ 131 w 136"/>
                  <a:gd name="T13" fmla="*/ 92 h 134"/>
                  <a:gd name="T14" fmla="*/ 121 w 136"/>
                  <a:gd name="T15" fmla="*/ 110 h 134"/>
                  <a:gd name="T16" fmla="*/ 106 w 136"/>
                  <a:gd name="T17" fmla="*/ 123 h 134"/>
                  <a:gd name="T18" fmla="*/ 88 w 136"/>
                  <a:gd name="T19" fmla="*/ 131 h 134"/>
                  <a:gd name="T20" fmla="*/ 68 w 136"/>
                  <a:gd name="T21" fmla="*/ 134 h 134"/>
                  <a:gd name="T22" fmla="*/ 68 w 136"/>
                  <a:gd name="T23" fmla="*/ 122 h 134"/>
                  <a:gd name="T24" fmla="*/ 84 w 136"/>
                  <a:gd name="T25" fmla="*/ 119 h 134"/>
                  <a:gd name="T26" fmla="*/ 99 w 136"/>
                  <a:gd name="T27" fmla="*/ 112 h 134"/>
                  <a:gd name="T28" fmla="*/ 111 w 136"/>
                  <a:gd name="T29" fmla="*/ 102 h 134"/>
                  <a:gd name="T30" fmla="*/ 119 w 136"/>
                  <a:gd name="T31" fmla="*/ 87 h 134"/>
                  <a:gd name="T32" fmla="*/ 119 w 136"/>
                  <a:gd name="T33" fmla="*/ 87 h 134"/>
                  <a:gd name="T34" fmla="*/ 123 w 136"/>
                  <a:gd name="T35" fmla="*/ 66 h 134"/>
                  <a:gd name="T36" fmla="*/ 119 w 136"/>
                  <a:gd name="T37" fmla="*/ 45 h 134"/>
                  <a:gd name="T38" fmla="*/ 107 w 136"/>
                  <a:gd name="T39" fmla="*/ 28 h 134"/>
                  <a:gd name="T40" fmla="*/ 88 w 136"/>
                  <a:gd name="T41" fmla="*/ 16 h 134"/>
                  <a:gd name="T42" fmla="*/ 79 w 136"/>
                  <a:gd name="T43" fmla="*/ 14 h 134"/>
                  <a:gd name="T44" fmla="*/ 68 w 136"/>
                  <a:gd name="T45" fmla="*/ 0 h 134"/>
                  <a:gd name="T46" fmla="*/ 6 w 136"/>
                  <a:gd name="T47" fmla="*/ 42 h 134"/>
                  <a:gd name="T48" fmla="*/ 16 w 136"/>
                  <a:gd name="T49" fmla="*/ 24 h 134"/>
                  <a:gd name="T50" fmla="*/ 31 w 136"/>
                  <a:gd name="T51" fmla="*/ 11 h 134"/>
                  <a:gd name="T52" fmla="*/ 49 w 136"/>
                  <a:gd name="T53" fmla="*/ 3 h 134"/>
                  <a:gd name="T54" fmla="*/ 68 w 136"/>
                  <a:gd name="T55" fmla="*/ 0 h 134"/>
                  <a:gd name="T56" fmla="*/ 68 w 136"/>
                  <a:gd name="T57" fmla="*/ 12 h 134"/>
                  <a:gd name="T58" fmla="*/ 52 w 136"/>
                  <a:gd name="T59" fmla="*/ 15 h 134"/>
                  <a:gd name="T60" fmla="*/ 38 w 136"/>
                  <a:gd name="T61" fmla="*/ 22 h 134"/>
                  <a:gd name="T62" fmla="*/ 26 w 136"/>
                  <a:gd name="T63" fmla="*/ 33 h 134"/>
                  <a:gd name="T64" fmla="*/ 18 w 136"/>
                  <a:gd name="T65" fmla="*/ 46 h 134"/>
                  <a:gd name="T66" fmla="*/ 14 w 136"/>
                  <a:gd name="T67" fmla="*/ 57 h 134"/>
                  <a:gd name="T68" fmla="*/ 15 w 136"/>
                  <a:gd name="T69" fmla="*/ 79 h 134"/>
                  <a:gd name="T70" fmla="*/ 23 w 136"/>
                  <a:gd name="T71" fmla="*/ 98 h 134"/>
                  <a:gd name="T72" fmla="*/ 38 w 136"/>
                  <a:gd name="T73" fmla="*/ 112 h 134"/>
                  <a:gd name="T74" fmla="*/ 48 w 136"/>
                  <a:gd name="T75" fmla="*/ 118 h 134"/>
                  <a:gd name="T76" fmla="*/ 68 w 136"/>
                  <a:gd name="T77" fmla="*/ 122 h 134"/>
                  <a:gd name="T78" fmla="*/ 68 w 136"/>
                  <a:gd name="T79" fmla="*/ 134 h 134"/>
                  <a:gd name="T80" fmla="*/ 43 w 136"/>
                  <a:gd name="T81" fmla="*/ 130 h 134"/>
                  <a:gd name="T82" fmla="*/ 31 w 136"/>
                  <a:gd name="T83" fmla="*/ 123 h 134"/>
                  <a:gd name="T84" fmla="*/ 12 w 136"/>
                  <a:gd name="T85" fmla="*/ 104 h 134"/>
                  <a:gd name="T86" fmla="*/ 3 w 136"/>
                  <a:gd name="T87" fmla="*/ 81 h 134"/>
                  <a:gd name="T88" fmla="*/ 1 w 136"/>
                  <a:gd name="T89" fmla="*/ 56 h 134"/>
                  <a:gd name="T90" fmla="*/ 6 w 136"/>
                  <a:gd name="T91" fmla="*/ 42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36" h="134">
                    <a:moveTo>
                      <a:pt x="68" y="0"/>
                    </a:moveTo>
                    <a:lnTo>
                      <a:pt x="68" y="0"/>
                    </a:lnTo>
                    <a:lnTo>
                      <a:pt x="81" y="0"/>
                    </a:lnTo>
                    <a:lnTo>
                      <a:pt x="94" y="4"/>
                    </a:lnTo>
                    <a:lnTo>
                      <a:pt x="94" y="4"/>
                    </a:lnTo>
                    <a:lnTo>
                      <a:pt x="106" y="11"/>
                    </a:lnTo>
                    <a:lnTo>
                      <a:pt x="115" y="19"/>
                    </a:lnTo>
                    <a:lnTo>
                      <a:pt x="125" y="28"/>
                    </a:lnTo>
                    <a:lnTo>
                      <a:pt x="130" y="41"/>
                    </a:lnTo>
                    <a:lnTo>
                      <a:pt x="134" y="53"/>
                    </a:lnTo>
                    <a:lnTo>
                      <a:pt x="136" y="65"/>
                    </a:lnTo>
                    <a:lnTo>
                      <a:pt x="134" y="79"/>
                    </a:lnTo>
                    <a:lnTo>
                      <a:pt x="131" y="92"/>
                    </a:lnTo>
                    <a:lnTo>
                      <a:pt x="131" y="92"/>
                    </a:lnTo>
                    <a:lnTo>
                      <a:pt x="126" y="102"/>
                    </a:lnTo>
                    <a:lnTo>
                      <a:pt x="121" y="110"/>
                    </a:lnTo>
                    <a:lnTo>
                      <a:pt x="114" y="116"/>
                    </a:lnTo>
                    <a:lnTo>
                      <a:pt x="106" y="123"/>
                    </a:lnTo>
                    <a:lnTo>
                      <a:pt x="98" y="129"/>
                    </a:lnTo>
                    <a:lnTo>
                      <a:pt x="88" y="131"/>
                    </a:lnTo>
                    <a:lnTo>
                      <a:pt x="79" y="134"/>
                    </a:lnTo>
                    <a:lnTo>
                      <a:pt x="68" y="134"/>
                    </a:lnTo>
                    <a:lnTo>
                      <a:pt x="68" y="122"/>
                    </a:lnTo>
                    <a:lnTo>
                      <a:pt x="68" y="122"/>
                    </a:lnTo>
                    <a:lnTo>
                      <a:pt x="76" y="122"/>
                    </a:lnTo>
                    <a:lnTo>
                      <a:pt x="84" y="119"/>
                    </a:lnTo>
                    <a:lnTo>
                      <a:pt x="92" y="116"/>
                    </a:lnTo>
                    <a:lnTo>
                      <a:pt x="99" y="112"/>
                    </a:lnTo>
                    <a:lnTo>
                      <a:pt x="104" y="108"/>
                    </a:lnTo>
                    <a:lnTo>
                      <a:pt x="111" y="102"/>
                    </a:lnTo>
                    <a:lnTo>
                      <a:pt x="115" y="95"/>
                    </a:lnTo>
                    <a:lnTo>
                      <a:pt x="119" y="87"/>
                    </a:lnTo>
                    <a:lnTo>
                      <a:pt x="119" y="87"/>
                    </a:lnTo>
                    <a:lnTo>
                      <a:pt x="119" y="87"/>
                    </a:lnTo>
                    <a:lnTo>
                      <a:pt x="122" y="77"/>
                    </a:lnTo>
                    <a:lnTo>
                      <a:pt x="123" y="66"/>
                    </a:lnTo>
                    <a:lnTo>
                      <a:pt x="122" y="56"/>
                    </a:lnTo>
                    <a:lnTo>
                      <a:pt x="119" y="45"/>
                    </a:lnTo>
                    <a:lnTo>
                      <a:pt x="114" y="37"/>
                    </a:lnTo>
                    <a:lnTo>
                      <a:pt x="107" y="28"/>
                    </a:lnTo>
                    <a:lnTo>
                      <a:pt x="99" y="22"/>
                    </a:lnTo>
                    <a:lnTo>
                      <a:pt x="88" y="16"/>
                    </a:lnTo>
                    <a:lnTo>
                      <a:pt x="88" y="16"/>
                    </a:lnTo>
                    <a:lnTo>
                      <a:pt x="79" y="14"/>
                    </a:lnTo>
                    <a:lnTo>
                      <a:pt x="68" y="12"/>
                    </a:lnTo>
                    <a:lnTo>
                      <a:pt x="68" y="0"/>
                    </a:lnTo>
                    <a:close/>
                    <a:moveTo>
                      <a:pt x="6" y="42"/>
                    </a:moveTo>
                    <a:lnTo>
                      <a:pt x="6" y="42"/>
                    </a:lnTo>
                    <a:lnTo>
                      <a:pt x="10" y="33"/>
                    </a:lnTo>
                    <a:lnTo>
                      <a:pt x="16" y="24"/>
                    </a:lnTo>
                    <a:lnTo>
                      <a:pt x="23" y="16"/>
                    </a:lnTo>
                    <a:lnTo>
                      <a:pt x="31" y="11"/>
                    </a:lnTo>
                    <a:lnTo>
                      <a:pt x="39" y="5"/>
                    </a:lnTo>
                    <a:lnTo>
                      <a:pt x="49" y="3"/>
                    </a:lnTo>
                    <a:lnTo>
                      <a:pt x="58" y="0"/>
                    </a:lnTo>
                    <a:lnTo>
                      <a:pt x="68" y="0"/>
                    </a:lnTo>
                    <a:lnTo>
                      <a:pt x="68" y="12"/>
                    </a:lnTo>
                    <a:lnTo>
                      <a:pt x="68" y="12"/>
                    </a:lnTo>
                    <a:lnTo>
                      <a:pt x="60" y="12"/>
                    </a:lnTo>
                    <a:lnTo>
                      <a:pt x="52" y="15"/>
                    </a:lnTo>
                    <a:lnTo>
                      <a:pt x="45" y="18"/>
                    </a:lnTo>
                    <a:lnTo>
                      <a:pt x="38" y="22"/>
                    </a:lnTo>
                    <a:lnTo>
                      <a:pt x="31" y="26"/>
                    </a:lnTo>
                    <a:lnTo>
                      <a:pt x="26" y="33"/>
                    </a:lnTo>
                    <a:lnTo>
                      <a:pt x="20" y="39"/>
                    </a:lnTo>
                    <a:lnTo>
                      <a:pt x="18" y="46"/>
                    </a:lnTo>
                    <a:lnTo>
                      <a:pt x="18" y="46"/>
                    </a:lnTo>
                    <a:lnTo>
                      <a:pt x="14" y="57"/>
                    </a:lnTo>
                    <a:lnTo>
                      <a:pt x="14" y="68"/>
                    </a:lnTo>
                    <a:lnTo>
                      <a:pt x="15" y="79"/>
                    </a:lnTo>
                    <a:lnTo>
                      <a:pt x="18" y="88"/>
                    </a:lnTo>
                    <a:lnTo>
                      <a:pt x="23" y="98"/>
                    </a:lnTo>
                    <a:lnTo>
                      <a:pt x="30" y="106"/>
                    </a:lnTo>
                    <a:lnTo>
                      <a:pt x="38" y="112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58" y="121"/>
                    </a:lnTo>
                    <a:lnTo>
                      <a:pt x="68" y="122"/>
                    </a:lnTo>
                    <a:lnTo>
                      <a:pt x="68" y="134"/>
                    </a:lnTo>
                    <a:lnTo>
                      <a:pt x="68" y="134"/>
                    </a:lnTo>
                    <a:lnTo>
                      <a:pt x="56" y="133"/>
                    </a:lnTo>
                    <a:lnTo>
                      <a:pt x="43" y="130"/>
                    </a:lnTo>
                    <a:lnTo>
                      <a:pt x="43" y="130"/>
                    </a:lnTo>
                    <a:lnTo>
                      <a:pt x="31" y="123"/>
                    </a:lnTo>
                    <a:lnTo>
                      <a:pt x="20" y="115"/>
                    </a:lnTo>
                    <a:lnTo>
                      <a:pt x="12" y="104"/>
                    </a:lnTo>
                    <a:lnTo>
                      <a:pt x="6" y="93"/>
                    </a:lnTo>
                    <a:lnTo>
                      <a:pt x="3" y="81"/>
                    </a:lnTo>
                    <a:lnTo>
                      <a:pt x="0" y="68"/>
                    </a:lnTo>
                    <a:lnTo>
                      <a:pt x="1" y="56"/>
                    </a:lnTo>
                    <a:lnTo>
                      <a:pt x="6" y="42"/>
                    </a:lnTo>
                    <a:lnTo>
                      <a:pt x="6" y="42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54" name="ïŝ1îḍe">
                <a:extLst>
                  <a:ext uri="{FF2B5EF4-FFF2-40B4-BE49-F238E27FC236}">
                    <a16:creationId xmlns:a16="http://schemas.microsoft.com/office/drawing/2014/main" id="{A17130C4-1386-3832-EB7B-272418910CAD}"/>
                  </a:ext>
                </a:extLst>
              </p:cNvPr>
              <p:cNvSpPr/>
              <p:nvPr/>
            </p:nvSpPr>
            <p:spPr bwMode="auto">
              <a:xfrm>
                <a:off x="2821013" y="1763018"/>
                <a:ext cx="96107" cy="58811"/>
              </a:xfrm>
              <a:custGeom>
                <a:avLst/>
                <a:gdLst>
                  <a:gd name="T0" fmla="*/ 61 w 67"/>
                  <a:gd name="T1" fmla="*/ 41 h 41"/>
                  <a:gd name="T2" fmla="*/ 67 w 67"/>
                  <a:gd name="T3" fmla="*/ 25 h 41"/>
                  <a:gd name="T4" fmla="*/ 6 w 67"/>
                  <a:gd name="T5" fmla="*/ 0 h 41"/>
                  <a:gd name="T6" fmla="*/ 0 w 67"/>
                  <a:gd name="T7" fmla="*/ 17 h 41"/>
                  <a:gd name="T8" fmla="*/ 61 w 67"/>
                  <a:gd name="T9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7" h="41">
                    <a:moveTo>
                      <a:pt x="61" y="41"/>
                    </a:moveTo>
                    <a:lnTo>
                      <a:pt x="67" y="25"/>
                    </a:lnTo>
                    <a:lnTo>
                      <a:pt x="6" y="0"/>
                    </a:lnTo>
                    <a:lnTo>
                      <a:pt x="0" y="17"/>
                    </a:lnTo>
                    <a:lnTo>
                      <a:pt x="61" y="41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55" name="iṣ1iḑè">
                <a:extLst>
                  <a:ext uri="{FF2B5EF4-FFF2-40B4-BE49-F238E27FC236}">
                    <a16:creationId xmlns:a16="http://schemas.microsoft.com/office/drawing/2014/main" id="{E04FFA4D-2AFE-6C1D-41AE-C4C97222262D}"/>
                  </a:ext>
                </a:extLst>
              </p:cNvPr>
              <p:cNvSpPr/>
              <p:nvPr/>
            </p:nvSpPr>
            <p:spPr bwMode="auto">
              <a:xfrm>
                <a:off x="2851136" y="1773058"/>
                <a:ext cx="124795" cy="73156"/>
              </a:xfrm>
              <a:custGeom>
                <a:avLst/>
                <a:gdLst>
                  <a:gd name="T0" fmla="*/ 67 w 87"/>
                  <a:gd name="T1" fmla="*/ 51 h 51"/>
                  <a:gd name="T2" fmla="*/ 67 w 87"/>
                  <a:gd name="T3" fmla="*/ 51 h 51"/>
                  <a:gd name="T4" fmla="*/ 73 w 87"/>
                  <a:gd name="T5" fmla="*/ 51 h 51"/>
                  <a:gd name="T6" fmla="*/ 79 w 87"/>
                  <a:gd name="T7" fmla="*/ 51 h 51"/>
                  <a:gd name="T8" fmla="*/ 83 w 87"/>
                  <a:gd name="T9" fmla="*/ 47 h 51"/>
                  <a:gd name="T10" fmla="*/ 86 w 87"/>
                  <a:gd name="T11" fmla="*/ 43 h 51"/>
                  <a:gd name="T12" fmla="*/ 86 w 87"/>
                  <a:gd name="T13" fmla="*/ 43 h 51"/>
                  <a:gd name="T14" fmla="*/ 87 w 87"/>
                  <a:gd name="T15" fmla="*/ 37 h 51"/>
                  <a:gd name="T16" fmla="*/ 86 w 87"/>
                  <a:gd name="T17" fmla="*/ 31 h 51"/>
                  <a:gd name="T18" fmla="*/ 83 w 87"/>
                  <a:gd name="T19" fmla="*/ 27 h 51"/>
                  <a:gd name="T20" fmla="*/ 78 w 87"/>
                  <a:gd name="T21" fmla="*/ 24 h 51"/>
                  <a:gd name="T22" fmla="*/ 21 w 87"/>
                  <a:gd name="T23" fmla="*/ 1 h 51"/>
                  <a:gd name="T24" fmla="*/ 21 w 87"/>
                  <a:gd name="T25" fmla="*/ 1 h 51"/>
                  <a:gd name="T26" fmla="*/ 15 w 87"/>
                  <a:gd name="T27" fmla="*/ 0 h 51"/>
                  <a:gd name="T28" fmla="*/ 10 w 87"/>
                  <a:gd name="T29" fmla="*/ 1 h 51"/>
                  <a:gd name="T30" fmla="*/ 4 w 87"/>
                  <a:gd name="T31" fmla="*/ 4 h 51"/>
                  <a:gd name="T32" fmla="*/ 2 w 87"/>
                  <a:gd name="T33" fmla="*/ 10 h 51"/>
                  <a:gd name="T34" fmla="*/ 2 w 87"/>
                  <a:gd name="T35" fmla="*/ 10 h 51"/>
                  <a:gd name="T36" fmla="*/ 0 w 87"/>
                  <a:gd name="T37" fmla="*/ 15 h 51"/>
                  <a:gd name="T38" fmla="*/ 2 w 87"/>
                  <a:gd name="T39" fmla="*/ 20 h 51"/>
                  <a:gd name="T40" fmla="*/ 4 w 87"/>
                  <a:gd name="T41" fmla="*/ 24 h 51"/>
                  <a:gd name="T42" fmla="*/ 10 w 87"/>
                  <a:gd name="T43" fmla="*/ 28 h 51"/>
                  <a:gd name="T44" fmla="*/ 67 w 87"/>
                  <a:gd name="T45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7" h="51">
                    <a:moveTo>
                      <a:pt x="67" y="51"/>
                    </a:moveTo>
                    <a:lnTo>
                      <a:pt x="67" y="51"/>
                    </a:lnTo>
                    <a:lnTo>
                      <a:pt x="73" y="51"/>
                    </a:lnTo>
                    <a:lnTo>
                      <a:pt x="79" y="51"/>
                    </a:lnTo>
                    <a:lnTo>
                      <a:pt x="83" y="47"/>
                    </a:lnTo>
                    <a:lnTo>
                      <a:pt x="86" y="43"/>
                    </a:lnTo>
                    <a:lnTo>
                      <a:pt x="86" y="43"/>
                    </a:lnTo>
                    <a:lnTo>
                      <a:pt x="87" y="37"/>
                    </a:lnTo>
                    <a:lnTo>
                      <a:pt x="86" y="31"/>
                    </a:lnTo>
                    <a:lnTo>
                      <a:pt x="83" y="27"/>
                    </a:lnTo>
                    <a:lnTo>
                      <a:pt x="78" y="24"/>
                    </a:lnTo>
                    <a:lnTo>
                      <a:pt x="21" y="1"/>
                    </a:lnTo>
                    <a:lnTo>
                      <a:pt x="21" y="1"/>
                    </a:lnTo>
                    <a:lnTo>
                      <a:pt x="15" y="0"/>
                    </a:lnTo>
                    <a:lnTo>
                      <a:pt x="10" y="1"/>
                    </a:lnTo>
                    <a:lnTo>
                      <a:pt x="4" y="4"/>
                    </a:lnTo>
                    <a:lnTo>
                      <a:pt x="2" y="10"/>
                    </a:lnTo>
                    <a:lnTo>
                      <a:pt x="2" y="10"/>
                    </a:lnTo>
                    <a:lnTo>
                      <a:pt x="0" y="15"/>
                    </a:lnTo>
                    <a:lnTo>
                      <a:pt x="2" y="20"/>
                    </a:lnTo>
                    <a:lnTo>
                      <a:pt x="4" y="24"/>
                    </a:lnTo>
                    <a:lnTo>
                      <a:pt x="10" y="28"/>
                    </a:lnTo>
                    <a:lnTo>
                      <a:pt x="67" y="51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56" name="í$lïḍe">
                <a:extLst>
                  <a:ext uri="{FF2B5EF4-FFF2-40B4-BE49-F238E27FC236}">
                    <a16:creationId xmlns:a16="http://schemas.microsoft.com/office/drawing/2014/main" id="{9AE0BC04-8A7C-880A-E97C-79B09485C587}"/>
                  </a:ext>
                </a:extLst>
              </p:cNvPr>
              <p:cNvSpPr/>
              <p:nvPr/>
            </p:nvSpPr>
            <p:spPr bwMode="auto">
              <a:xfrm>
                <a:off x="2658915" y="2806455"/>
                <a:ext cx="394464" cy="140573"/>
              </a:xfrm>
              <a:custGeom>
                <a:avLst/>
                <a:gdLst>
                  <a:gd name="T0" fmla="*/ 379413 w 275"/>
                  <a:gd name="T1" fmla="*/ 63500 h 98"/>
                  <a:gd name="T2" fmla="*/ 409575 w 275"/>
                  <a:gd name="T3" fmla="*/ 103188 h 98"/>
                  <a:gd name="T4" fmla="*/ 379413 w 275"/>
                  <a:gd name="T5" fmla="*/ 139700 h 98"/>
                  <a:gd name="T6" fmla="*/ 436563 w 275"/>
                  <a:gd name="T7" fmla="*/ 123825 h 98"/>
                  <a:gd name="T8" fmla="*/ 379413 w 275"/>
                  <a:gd name="T9" fmla="*/ 63500 h 98"/>
                  <a:gd name="T10" fmla="*/ 187325 w 275"/>
                  <a:gd name="T11" fmla="*/ 23813 h 98"/>
                  <a:gd name="T12" fmla="*/ 176213 w 275"/>
                  <a:gd name="T13" fmla="*/ 17463 h 98"/>
                  <a:gd name="T14" fmla="*/ 133350 w 275"/>
                  <a:gd name="T15" fmla="*/ 12700 h 98"/>
                  <a:gd name="T16" fmla="*/ 169863 w 275"/>
                  <a:gd name="T17" fmla="*/ 22225 h 98"/>
                  <a:gd name="T18" fmla="*/ 179388 w 275"/>
                  <a:gd name="T19" fmla="*/ 26988 h 98"/>
                  <a:gd name="T20" fmla="*/ 179388 w 275"/>
                  <a:gd name="T21" fmla="*/ 34925 h 98"/>
                  <a:gd name="T22" fmla="*/ 174625 w 275"/>
                  <a:gd name="T23" fmla="*/ 57150 h 98"/>
                  <a:gd name="T24" fmla="*/ 173038 w 275"/>
                  <a:gd name="T25" fmla="*/ 52388 h 98"/>
                  <a:gd name="T26" fmla="*/ 133350 w 275"/>
                  <a:gd name="T27" fmla="*/ 41275 h 98"/>
                  <a:gd name="T28" fmla="*/ 157163 w 275"/>
                  <a:gd name="T29" fmla="*/ 120650 h 98"/>
                  <a:gd name="T30" fmla="*/ 163513 w 275"/>
                  <a:gd name="T31" fmla="*/ 120650 h 98"/>
                  <a:gd name="T32" fmla="*/ 361950 w 275"/>
                  <a:gd name="T33" fmla="*/ 155575 h 98"/>
                  <a:gd name="T34" fmla="*/ 379413 w 275"/>
                  <a:gd name="T35" fmla="*/ 139700 h 98"/>
                  <a:gd name="T36" fmla="*/ 361950 w 275"/>
                  <a:gd name="T37" fmla="*/ 149225 h 98"/>
                  <a:gd name="T38" fmla="*/ 357188 w 275"/>
                  <a:gd name="T39" fmla="*/ 146050 h 98"/>
                  <a:gd name="T40" fmla="*/ 349250 w 275"/>
                  <a:gd name="T41" fmla="*/ 142875 h 98"/>
                  <a:gd name="T42" fmla="*/ 346075 w 275"/>
                  <a:gd name="T43" fmla="*/ 131763 h 98"/>
                  <a:gd name="T44" fmla="*/ 349250 w 275"/>
                  <a:gd name="T45" fmla="*/ 127000 h 98"/>
                  <a:gd name="T46" fmla="*/ 355600 w 275"/>
                  <a:gd name="T47" fmla="*/ 120650 h 98"/>
                  <a:gd name="T48" fmla="*/ 358775 w 275"/>
                  <a:gd name="T49" fmla="*/ 120650 h 98"/>
                  <a:gd name="T50" fmla="*/ 352425 w 275"/>
                  <a:gd name="T51" fmla="*/ 114300 h 98"/>
                  <a:gd name="T52" fmla="*/ 350838 w 275"/>
                  <a:gd name="T53" fmla="*/ 106363 h 98"/>
                  <a:gd name="T54" fmla="*/ 352425 w 275"/>
                  <a:gd name="T55" fmla="*/ 101600 h 98"/>
                  <a:gd name="T56" fmla="*/ 358775 w 275"/>
                  <a:gd name="T57" fmla="*/ 95250 h 98"/>
                  <a:gd name="T58" fmla="*/ 365125 w 275"/>
                  <a:gd name="T59" fmla="*/ 95250 h 98"/>
                  <a:gd name="T60" fmla="*/ 357188 w 275"/>
                  <a:gd name="T61" fmla="*/ 88900 h 98"/>
                  <a:gd name="T62" fmla="*/ 357188 w 275"/>
                  <a:gd name="T63" fmla="*/ 77788 h 98"/>
                  <a:gd name="T64" fmla="*/ 358775 w 275"/>
                  <a:gd name="T65" fmla="*/ 73025 h 98"/>
                  <a:gd name="T66" fmla="*/ 368300 w 275"/>
                  <a:gd name="T67" fmla="*/ 66675 h 98"/>
                  <a:gd name="T68" fmla="*/ 376238 w 275"/>
                  <a:gd name="T69" fmla="*/ 69850 h 98"/>
                  <a:gd name="T70" fmla="*/ 379413 w 275"/>
                  <a:gd name="T71" fmla="*/ 63500 h 98"/>
                  <a:gd name="T72" fmla="*/ 100013 w 275"/>
                  <a:gd name="T73" fmla="*/ 0 h 98"/>
                  <a:gd name="T74" fmla="*/ 95250 w 275"/>
                  <a:gd name="T75" fmla="*/ 0 h 98"/>
                  <a:gd name="T76" fmla="*/ 85725 w 275"/>
                  <a:gd name="T77" fmla="*/ 4763 h 98"/>
                  <a:gd name="T78" fmla="*/ 52388 w 275"/>
                  <a:gd name="T79" fmla="*/ 3175 h 98"/>
                  <a:gd name="T80" fmla="*/ 42863 w 275"/>
                  <a:gd name="T81" fmla="*/ 0 h 98"/>
                  <a:gd name="T82" fmla="*/ 28575 w 275"/>
                  <a:gd name="T83" fmla="*/ 4763 h 98"/>
                  <a:gd name="T84" fmla="*/ 12700 w 275"/>
                  <a:gd name="T85" fmla="*/ 12700 h 98"/>
                  <a:gd name="T86" fmla="*/ 4763 w 275"/>
                  <a:gd name="T87" fmla="*/ 28575 h 98"/>
                  <a:gd name="T88" fmla="*/ 3175 w 275"/>
                  <a:gd name="T89" fmla="*/ 34925 h 98"/>
                  <a:gd name="T90" fmla="*/ 3175 w 275"/>
                  <a:gd name="T91" fmla="*/ 52388 h 98"/>
                  <a:gd name="T92" fmla="*/ 9525 w 275"/>
                  <a:gd name="T93" fmla="*/ 69850 h 98"/>
                  <a:gd name="T94" fmla="*/ 19050 w 275"/>
                  <a:gd name="T95" fmla="*/ 79375 h 98"/>
                  <a:gd name="T96" fmla="*/ 36513 w 275"/>
                  <a:gd name="T97" fmla="*/ 85725 h 98"/>
                  <a:gd name="T98" fmla="*/ 79375 w 275"/>
                  <a:gd name="T99" fmla="*/ 36513 h 98"/>
                  <a:gd name="T100" fmla="*/ 66675 w 275"/>
                  <a:gd name="T101" fmla="*/ 93663 h 98"/>
                  <a:gd name="T102" fmla="*/ 71438 w 275"/>
                  <a:gd name="T103" fmla="*/ 101600 h 98"/>
                  <a:gd name="T104" fmla="*/ 77788 w 275"/>
                  <a:gd name="T105" fmla="*/ 106363 h 98"/>
                  <a:gd name="T106" fmla="*/ 133350 w 275"/>
                  <a:gd name="T107" fmla="*/ 41275 h 98"/>
                  <a:gd name="T108" fmla="*/ 96838 w 275"/>
                  <a:gd name="T109" fmla="*/ 34925 h 98"/>
                  <a:gd name="T110" fmla="*/ 85725 w 275"/>
                  <a:gd name="T111" fmla="*/ 39688 h 98"/>
                  <a:gd name="T112" fmla="*/ 90488 w 275"/>
                  <a:gd name="T113" fmla="*/ 17463 h 98"/>
                  <a:gd name="T114" fmla="*/ 95250 w 275"/>
                  <a:gd name="T115" fmla="*/ 11113 h 98"/>
                  <a:gd name="T116" fmla="*/ 103188 w 275"/>
                  <a:gd name="T117" fmla="*/ 9525 h 98"/>
                  <a:gd name="T118" fmla="*/ 133350 w 275"/>
                  <a:gd name="T119" fmla="*/ 6350 h 98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275" h="98">
                    <a:moveTo>
                      <a:pt x="240" y="40"/>
                    </a:moveTo>
                    <a:lnTo>
                      <a:pt x="239" y="40"/>
                    </a:lnTo>
                    <a:lnTo>
                      <a:pt x="239" y="44"/>
                    </a:lnTo>
                    <a:lnTo>
                      <a:pt x="258" y="65"/>
                    </a:lnTo>
                    <a:lnTo>
                      <a:pt x="255" y="82"/>
                    </a:lnTo>
                    <a:lnTo>
                      <a:pt x="239" y="88"/>
                    </a:lnTo>
                    <a:lnTo>
                      <a:pt x="239" y="94"/>
                    </a:lnTo>
                    <a:lnTo>
                      <a:pt x="275" y="78"/>
                    </a:lnTo>
                    <a:lnTo>
                      <a:pt x="240" y="40"/>
                    </a:lnTo>
                    <a:close/>
                    <a:moveTo>
                      <a:pt x="239" y="40"/>
                    </a:moveTo>
                    <a:lnTo>
                      <a:pt x="118" y="15"/>
                    </a:lnTo>
                    <a:lnTo>
                      <a:pt x="115" y="13"/>
                    </a:lnTo>
                    <a:lnTo>
                      <a:pt x="111" y="11"/>
                    </a:lnTo>
                    <a:lnTo>
                      <a:pt x="84" y="4"/>
                    </a:lnTo>
                    <a:lnTo>
                      <a:pt x="84" y="8"/>
                    </a:lnTo>
                    <a:lnTo>
                      <a:pt x="107" y="14"/>
                    </a:lnTo>
                    <a:lnTo>
                      <a:pt x="110" y="15"/>
                    </a:lnTo>
                    <a:lnTo>
                      <a:pt x="113" y="17"/>
                    </a:lnTo>
                    <a:lnTo>
                      <a:pt x="113" y="19"/>
                    </a:lnTo>
                    <a:lnTo>
                      <a:pt x="113" y="22"/>
                    </a:lnTo>
                    <a:lnTo>
                      <a:pt x="110" y="36"/>
                    </a:lnTo>
                    <a:lnTo>
                      <a:pt x="109" y="33"/>
                    </a:lnTo>
                    <a:lnTo>
                      <a:pt x="105" y="30"/>
                    </a:lnTo>
                    <a:lnTo>
                      <a:pt x="84" y="26"/>
                    </a:lnTo>
                    <a:lnTo>
                      <a:pt x="84" y="73"/>
                    </a:lnTo>
                    <a:lnTo>
                      <a:pt x="99" y="76"/>
                    </a:lnTo>
                    <a:lnTo>
                      <a:pt x="103" y="76"/>
                    </a:lnTo>
                    <a:lnTo>
                      <a:pt x="106" y="73"/>
                    </a:lnTo>
                    <a:lnTo>
                      <a:pt x="228" y="98"/>
                    </a:lnTo>
                    <a:lnTo>
                      <a:pt x="239" y="94"/>
                    </a:lnTo>
                    <a:lnTo>
                      <a:pt x="239" y="88"/>
                    </a:lnTo>
                    <a:lnTo>
                      <a:pt x="228" y="94"/>
                    </a:lnTo>
                    <a:lnTo>
                      <a:pt x="225" y="92"/>
                    </a:lnTo>
                    <a:lnTo>
                      <a:pt x="222" y="91"/>
                    </a:lnTo>
                    <a:lnTo>
                      <a:pt x="220" y="90"/>
                    </a:lnTo>
                    <a:lnTo>
                      <a:pt x="218" y="86"/>
                    </a:lnTo>
                    <a:lnTo>
                      <a:pt x="218" y="83"/>
                    </a:lnTo>
                    <a:lnTo>
                      <a:pt x="220" y="80"/>
                    </a:lnTo>
                    <a:lnTo>
                      <a:pt x="221" y="78"/>
                    </a:lnTo>
                    <a:lnTo>
                      <a:pt x="224" y="76"/>
                    </a:lnTo>
                    <a:lnTo>
                      <a:pt x="226" y="76"/>
                    </a:lnTo>
                    <a:lnTo>
                      <a:pt x="224" y="75"/>
                    </a:lnTo>
                    <a:lnTo>
                      <a:pt x="222" y="72"/>
                    </a:lnTo>
                    <a:lnTo>
                      <a:pt x="221" y="69"/>
                    </a:lnTo>
                    <a:lnTo>
                      <a:pt x="221" y="67"/>
                    </a:lnTo>
                    <a:lnTo>
                      <a:pt x="222" y="64"/>
                    </a:lnTo>
                    <a:lnTo>
                      <a:pt x="225" y="61"/>
                    </a:lnTo>
                    <a:lnTo>
                      <a:pt x="226" y="60"/>
                    </a:lnTo>
                    <a:lnTo>
                      <a:pt x="230" y="60"/>
                    </a:lnTo>
                    <a:lnTo>
                      <a:pt x="228" y="57"/>
                    </a:lnTo>
                    <a:lnTo>
                      <a:pt x="225" y="56"/>
                    </a:lnTo>
                    <a:lnTo>
                      <a:pt x="225" y="53"/>
                    </a:lnTo>
                    <a:lnTo>
                      <a:pt x="225" y="49"/>
                    </a:lnTo>
                    <a:lnTo>
                      <a:pt x="226" y="46"/>
                    </a:lnTo>
                    <a:lnTo>
                      <a:pt x="229" y="44"/>
                    </a:lnTo>
                    <a:lnTo>
                      <a:pt x="232" y="42"/>
                    </a:lnTo>
                    <a:lnTo>
                      <a:pt x="235" y="42"/>
                    </a:lnTo>
                    <a:lnTo>
                      <a:pt x="237" y="44"/>
                    </a:lnTo>
                    <a:lnTo>
                      <a:pt x="239" y="44"/>
                    </a:lnTo>
                    <a:lnTo>
                      <a:pt x="239" y="40"/>
                    </a:lnTo>
                    <a:close/>
                    <a:moveTo>
                      <a:pt x="84" y="4"/>
                    </a:moveTo>
                    <a:lnTo>
                      <a:pt x="63" y="0"/>
                    </a:lnTo>
                    <a:lnTo>
                      <a:pt x="60" y="0"/>
                    </a:lnTo>
                    <a:lnTo>
                      <a:pt x="57" y="2"/>
                    </a:lnTo>
                    <a:lnTo>
                      <a:pt x="54" y="3"/>
                    </a:lnTo>
                    <a:lnTo>
                      <a:pt x="53" y="6"/>
                    </a:lnTo>
                    <a:lnTo>
                      <a:pt x="33" y="2"/>
                    </a:lnTo>
                    <a:lnTo>
                      <a:pt x="27" y="0"/>
                    </a:lnTo>
                    <a:lnTo>
                      <a:pt x="22" y="2"/>
                    </a:lnTo>
                    <a:lnTo>
                      <a:pt x="18" y="3"/>
                    </a:lnTo>
                    <a:lnTo>
                      <a:pt x="12" y="6"/>
                    </a:lnTo>
                    <a:lnTo>
                      <a:pt x="8" y="8"/>
                    </a:lnTo>
                    <a:lnTo>
                      <a:pt x="6" y="13"/>
                    </a:lnTo>
                    <a:lnTo>
                      <a:pt x="3" y="18"/>
                    </a:lnTo>
                    <a:lnTo>
                      <a:pt x="2" y="22"/>
                    </a:lnTo>
                    <a:lnTo>
                      <a:pt x="0" y="29"/>
                    </a:lnTo>
                    <a:lnTo>
                      <a:pt x="2" y="33"/>
                    </a:lnTo>
                    <a:lnTo>
                      <a:pt x="3" y="38"/>
                    </a:lnTo>
                    <a:lnTo>
                      <a:pt x="6" y="44"/>
                    </a:lnTo>
                    <a:lnTo>
                      <a:pt x="8" y="48"/>
                    </a:lnTo>
                    <a:lnTo>
                      <a:pt x="12" y="50"/>
                    </a:lnTo>
                    <a:lnTo>
                      <a:pt x="18" y="53"/>
                    </a:lnTo>
                    <a:lnTo>
                      <a:pt x="23" y="54"/>
                    </a:lnTo>
                    <a:lnTo>
                      <a:pt x="35" y="57"/>
                    </a:lnTo>
                    <a:lnTo>
                      <a:pt x="50" y="23"/>
                    </a:lnTo>
                    <a:lnTo>
                      <a:pt x="42" y="59"/>
                    </a:lnTo>
                    <a:lnTo>
                      <a:pt x="44" y="61"/>
                    </a:lnTo>
                    <a:lnTo>
                      <a:pt x="45" y="64"/>
                    </a:lnTo>
                    <a:lnTo>
                      <a:pt x="46" y="65"/>
                    </a:lnTo>
                    <a:lnTo>
                      <a:pt x="49" y="67"/>
                    </a:lnTo>
                    <a:lnTo>
                      <a:pt x="84" y="73"/>
                    </a:lnTo>
                    <a:lnTo>
                      <a:pt x="84" y="26"/>
                    </a:lnTo>
                    <a:lnTo>
                      <a:pt x="61" y="22"/>
                    </a:lnTo>
                    <a:lnTo>
                      <a:pt x="57" y="22"/>
                    </a:lnTo>
                    <a:lnTo>
                      <a:pt x="54" y="25"/>
                    </a:lnTo>
                    <a:lnTo>
                      <a:pt x="57" y="11"/>
                    </a:lnTo>
                    <a:lnTo>
                      <a:pt x="58" y="8"/>
                    </a:lnTo>
                    <a:lnTo>
                      <a:pt x="60" y="7"/>
                    </a:lnTo>
                    <a:lnTo>
                      <a:pt x="63" y="6"/>
                    </a:lnTo>
                    <a:lnTo>
                      <a:pt x="65" y="6"/>
                    </a:lnTo>
                    <a:lnTo>
                      <a:pt x="84" y="8"/>
                    </a:lnTo>
                    <a:lnTo>
                      <a:pt x="84" y="4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57" name="îsľïdê">
                <a:extLst>
                  <a:ext uri="{FF2B5EF4-FFF2-40B4-BE49-F238E27FC236}">
                    <a16:creationId xmlns:a16="http://schemas.microsoft.com/office/drawing/2014/main" id="{73245379-FD11-C78F-3BC2-1AAD1B747D8C}"/>
                  </a:ext>
                </a:extLst>
              </p:cNvPr>
              <p:cNvSpPr/>
              <p:nvPr/>
            </p:nvSpPr>
            <p:spPr bwMode="auto">
              <a:xfrm>
                <a:off x="1187203" y="3170180"/>
                <a:ext cx="213729" cy="272540"/>
              </a:xfrm>
              <a:custGeom>
                <a:avLst/>
                <a:gdLst>
                  <a:gd name="T0" fmla="*/ 0 w 149"/>
                  <a:gd name="T1" fmla="*/ 33 h 190"/>
                  <a:gd name="T2" fmla="*/ 7 w 149"/>
                  <a:gd name="T3" fmla="*/ 28 h 190"/>
                  <a:gd name="T4" fmla="*/ 96 w 149"/>
                  <a:gd name="T5" fmla="*/ 171 h 190"/>
                  <a:gd name="T6" fmla="*/ 96 w 149"/>
                  <a:gd name="T7" fmla="*/ 171 h 190"/>
                  <a:gd name="T8" fmla="*/ 99 w 149"/>
                  <a:gd name="T9" fmla="*/ 176 h 190"/>
                  <a:gd name="T10" fmla="*/ 101 w 149"/>
                  <a:gd name="T11" fmla="*/ 178 h 190"/>
                  <a:gd name="T12" fmla="*/ 105 w 149"/>
                  <a:gd name="T13" fmla="*/ 180 h 190"/>
                  <a:gd name="T14" fmla="*/ 109 w 149"/>
                  <a:gd name="T15" fmla="*/ 181 h 190"/>
                  <a:gd name="T16" fmla="*/ 114 w 149"/>
                  <a:gd name="T17" fmla="*/ 181 h 190"/>
                  <a:gd name="T18" fmla="*/ 119 w 149"/>
                  <a:gd name="T19" fmla="*/ 181 h 190"/>
                  <a:gd name="T20" fmla="*/ 123 w 149"/>
                  <a:gd name="T21" fmla="*/ 180 h 190"/>
                  <a:gd name="T22" fmla="*/ 127 w 149"/>
                  <a:gd name="T23" fmla="*/ 177 h 190"/>
                  <a:gd name="T24" fmla="*/ 127 w 149"/>
                  <a:gd name="T25" fmla="*/ 177 h 190"/>
                  <a:gd name="T26" fmla="*/ 131 w 149"/>
                  <a:gd name="T27" fmla="*/ 174 h 190"/>
                  <a:gd name="T28" fmla="*/ 135 w 149"/>
                  <a:gd name="T29" fmla="*/ 171 h 190"/>
                  <a:gd name="T30" fmla="*/ 137 w 149"/>
                  <a:gd name="T31" fmla="*/ 167 h 190"/>
                  <a:gd name="T32" fmla="*/ 138 w 149"/>
                  <a:gd name="T33" fmla="*/ 163 h 190"/>
                  <a:gd name="T34" fmla="*/ 139 w 149"/>
                  <a:gd name="T35" fmla="*/ 159 h 190"/>
                  <a:gd name="T36" fmla="*/ 139 w 149"/>
                  <a:gd name="T37" fmla="*/ 155 h 190"/>
                  <a:gd name="T38" fmla="*/ 138 w 149"/>
                  <a:gd name="T39" fmla="*/ 150 h 190"/>
                  <a:gd name="T40" fmla="*/ 137 w 149"/>
                  <a:gd name="T41" fmla="*/ 146 h 190"/>
                  <a:gd name="T42" fmla="*/ 49 w 149"/>
                  <a:gd name="T43" fmla="*/ 4 h 190"/>
                  <a:gd name="T44" fmla="*/ 54 w 149"/>
                  <a:gd name="T45" fmla="*/ 0 h 190"/>
                  <a:gd name="T46" fmla="*/ 145 w 149"/>
                  <a:gd name="T47" fmla="*/ 144 h 190"/>
                  <a:gd name="T48" fmla="*/ 145 w 149"/>
                  <a:gd name="T49" fmla="*/ 144 h 190"/>
                  <a:gd name="T50" fmla="*/ 147 w 149"/>
                  <a:gd name="T51" fmla="*/ 150 h 190"/>
                  <a:gd name="T52" fmla="*/ 149 w 149"/>
                  <a:gd name="T53" fmla="*/ 155 h 190"/>
                  <a:gd name="T54" fmla="*/ 149 w 149"/>
                  <a:gd name="T55" fmla="*/ 161 h 190"/>
                  <a:gd name="T56" fmla="*/ 147 w 149"/>
                  <a:gd name="T57" fmla="*/ 166 h 190"/>
                  <a:gd name="T58" fmla="*/ 145 w 149"/>
                  <a:gd name="T59" fmla="*/ 171 h 190"/>
                  <a:gd name="T60" fmla="*/ 142 w 149"/>
                  <a:gd name="T61" fmla="*/ 177 h 190"/>
                  <a:gd name="T62" fmla="*/ 138 w 149"/>
                  <a:gd name="T63" fmla="*/ 181 h 190"/>
                  <a:gd name="T64" fmla="*/ 133 w 149"/>
                  <a:gd name="T65" fmla="*/ 185 h 190"/>
                  <a:gd name="T66" fmla="*/ 133 w 149"/>
                  <a:gd name="T67" fmla="*/ 185 h 190"/>
                  <a:gd name="T68" fmla="*/ 127 w 149"/>
                  <a:gd name="T69" fmla="*/ 188 h 190"/>
                  <a:gd name="T70" fmla="*/ 120 w 149"/>
                  <a:gd name="T71" fmla="*/ 190 h 190"/>
                  <a:gd name="T72" fmla="*/ 115 w 149"/>
                  <a:gd name="T73" fmla="*/ 190 h 190"/>
                  <a:gd name="T74" fmla="*/ 108 w 149"/>
                  <a:gd name="T75" fmla="*/ 190 h 190"/>
                  <a:gd name="T76" fmla="*/ 103 w 149"/>
                  <a:gd name="T77" fmla="*/ 189 h 190"/>
                  <a:gd name="T78" fmla="*/ 97 w 149"/>
                  <a:gd name="T79" fmla="*/ 186 h 190"/>
                  <a:gd name="T80" fmla="*/ 93 w 149"/>
                  <a:gd name="T81" fmla="*/ 182 h 190"/>
                  <a:gd name="T82" fmla="*/ 91 w 149"/>
                  <a:gd name="T83" fmla="*/ 178 h 190"/>
                  <a:gd name="T84" fmla="*/ 0 w 149"/>
                  <a:gd name="T85" fmla="*/ 33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49" h="190">
                    <a:moveTo>
                      <a:pt x="0" y="33"/>
                    </a:moveTo>
                    <a:lnTo>
                      <a:pt x="7" y="28"/>
                    </a:lnTo>
                    <a:lnTo>
                      <a:pt x="96" y="171"/>
                    </a:lnTo>
                    <a:lnTo>
                      <a:pt x="96" y="171"/>
                    </a:lnTo>
                    <a:lnTo>
                      <a:pt x="99" y="176"/>
                    </a:lnTo>
                    <a:lnTo>
                      <a:pt x="101" y="178"/>
                    </a:lnTo>
                    <a:lnTo>
                      <a:pt x="105" y="180"/>
                    </a:lnTo>
                    <a:lnTo>
                      <a:pt x="109" y="181"/>
                    </a:lnTo>
                    <a:lnTo>
                      <a:pt x="114" y="181"/>
                    </a:lnTo>
                    <a:lnTo>
                      <a:pt x="119" y="181"/>
                    </a:lnTo>
                    <a:lnTo>
                      <a:pt x="123" y="180"/>
                    </a:lnTo>
                    <a:lnTo>
                      <a:pt x="127" y="177"/>
                    </a:lnTo>
                    <a:lnTo>
                      <a:pt x="127" y="177"/>
                    </a:lnTo>
                    <a:lnTo>
                      <a:pt x="131" y="174"/>
                    </a:lnTo>
                    <a:lnTo>
                      <a:pt x="135" y="171"/>
                    </a:lnTo>
                    <a:lnTo>
                      <a:pt x="137" y="167"/>
                    </a:lnTo>
                    <a:lnTo>
                      <a:pt x="138" y="163"/>
                    </a:lnTo>
                    <a:lnTo>
                      <a:pt x="139" y="159"/>
                    </a:lnTo>
                    <a:lnTo>
                      <a:pt x="139" y="155"/>
                    </a:lnTo>
                    <a:lnTo>
                      <a:pt x="138" y="150"/>
                    </a:lnTo>
                    <a:lnTo>
                      <a:pt x="137" y="146"/>
                    </a:lnTo>
                    <a:lnTo>
                      <a:pt x="49" y="4"/>
                    </a:lnTo>
                    <a:lnTo>
                      <a:pt x="54" y="0"/>
                    </a:lnTo>
                    <a:lnTo>
                      <a:pt x="145" y="144"/>
                    </a:lnTo>
                    <a:lnTo>
                      <a:pt x="145" y="144"/>
                    </a:lnTo>
                    <a:lnTo>
                      <a:pt x="147" y="150"/>
                    </a:lnTo>
                    <a:lnTo>
                      <a:pt x="149" y="155"/>
                    </a:lnTo>
                    <a:lnTo>
                      <a:pt x="149" y="161"/>
                    </a:lnTo>
                    <a:lnTo>
                      <a:pt x="147" y="166"/>
                    </a:lnTo>
                    <a:lnTo>
                      <a:pt x="145" y="171"/>
                    </a:lnTo>
                    <a:lnTo>
                      <a:pt x="142" y="177"/>
                    </a:lnTo>
                    <a:lnTo>
                      <a:pt x="138" y="181"/>
                    </a:lnTo>
                    <a:lnTo>
                      <a:pt x="133" y="185"/>
                    </a:lnTo>
                    <a:lnTo>
                      <a:pt x="133" y="185"/>
                    </a:lnTo>
                    <a:lnTo>
                      <a:pt x="127" y="188"/>
                    </a:lnTo>
                    <a:lnTo>
                      <a:pt x="120" y="190"/>
                    </a:lnTo>
                    <a:lnTo>
                      <a:pt x="115" y="190"/>
                    </a:lnTo>
                    <a:lnTo>
                      <a:pt x="108" y="190"/>
                    </a:lnTo>
                    <a:lnTo>
                      <a:pt x="103" y="189"/>
                    </a:lnTo>
                    <a:lnTo>
                      <a:pt x="97" y="186"/>
                    </a:lnTo>
                    <a:lnTo>
                      <a:pt x="93" y="182"/>
                    </a:lnTo>
                    <a:lnTo>
                      <a:pt x="91" y="17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77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58" name="íṣļïḑê">
                <a:extLst>
                  <a:ext uri="{FF2B5EF4-FFF2-40B4-BE49-F238E27FC236}">
                    <a16:creationId xmlns:a16="http://schemas.microsoft.com/office/drawing/2014/main" id="{8848D048-8EB0-8627-D49D-EB6118B26813}"/>
                  </a:ext>
                </a:extLst>
              </p:cNvPr>
              <p:cNvSpPr/>
              <p:nvPr/>
            </p:nvSpPr>
            <p:spPr bwMode="auto">
              <a:xfrm>
                <a:off x="1177162" y="3160140"/>
                <a:ext cx="103278" cy="71721"/>
              </a:xfrm>
              <a:custGeom>
                <a:avLst/>
                <a:gdLst>
                  <a:gd name="T0" fmla="*/ 0 w 72"/>
                  <a:gd name="T1" fmla="*/ 47 h 50"/>
                  <a:gd name="T2" fmla="*/ 0 w 72"/>
                  <a:gd name="T3" fmla="*/ 47 h 50"/>
                  <a:gd name="T4" fmla="*/ 1 w 72"/>
                  <a:gd name="T5" fmla="*/ 49 h 50"/>
                  <a:gd name="T6" fmla="*/ 4 w 72"/>
                  <a:gd name="T7" fmla="*/ 50 h 50"/>
                  <a:gd name="T8" fmla="*/ 5 w 72"/>
                  <a:gd name="T9" fmla="*/ 50 h 50"/>
                  <a:gd name="T10" fmla="*/ 8 w 72"/>
                  <a:gd name="T11" fmla="*/ 49 h 50"/>
                  <a:gd name="T12" fmla="*/ 69 w 72"/>
                  <a:gd name="T13" fmla="*/ 11 h 50"/>
                  <a:gd name="T14" fmla="*/ 69 w 72"/>
                  <a:gd name="T15" fmla="*/ 11 h 50"/>
                  <a:gd name="T16" fmla="*/ 70 w 72"/>
                  <a:gd name="T17" fmla="*/ 9 h 50"/>
                  <a:gd name="T18" fmla="*/ 72 w 72"/>
                  <a:gd name="T19" fmla="*/ 8 h 50"/>
                  <a:gd name="T20" fmla="*/ 72 w 72"/>
                  <a:gd name="T21" fmla="*/ 5 h 50"/>
                  <a:gd name="T22" fmla="*/ 70 w 72"/>
                  <a:gd name="T23" fmla="*/ 2 h 50"/>
                  <a:gd name="T24" fmla="*/ 70 w 72"/>
                  <a:gd name="T25" fmla="*/ 2 h 50"/>
                  <a:gd name="T26" fmla="*/ 69 w 72"/>
                  <a:gd name="T27" fmla="*/ 1 h 50"/>
                  <a:gd name="T28" fmla="*/ 68 w 72"/>
                  <a:gd name="T29" fmla="*/ 0 h 50"/>
                  <a:gd name="T30" fmla="*/ 65 w 72"/>
                  <a:gd name="T31" fmla="*/ 0 h 50"/>
                  <a:gd name="T32" fmla="*/ 64 w 72"/>
                  <a:gd name="T33" fmla="*/ 1 h 50"/>
                  <a:gd name="T34" fmla="*/ 1 w 72"/>
                  <a:gd name="T35" fmla="*/ 39 h 50"/>
                  <a:gd name="T36" fmla="*/ 1 w 72"/>
                  <a:gd name="T37" fmla="*/ 39 h 50"/>
                  <a:gd name="T38" fmla="*/ 0 w 72"/>
                  <a:gd name="T39" fmla="*/ 40 h 50"/>
                  <a:gd name="T40" fmla="*/ 0 w 72"/>
                  <a:gd name="T41" fmla="*/ 43 h 50"/>
                  <a:gd name="T42" fmla="*/ 0 w 72"/>
                  <a:gd name="T43" fmla="*/ 44 h 50"/>
                  <a:gd name="T44" fmla="*/ 0 w 72"/>
                  <a:gd name="T45" fmla="*/ 47 h 50"/>
                  <a:gd name="T46" fmla="*/ 0 w 72"/>
                  <a:gd name="T47" fmla="*/ 47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72" h="50">
                    <a:moveTo>
                      <a:pt x="0" y="47"/>
                    </a:moveTo>
                    <a:lnTo>
                      <a:pt x="0" y="47"/>
                    </a:lnTo>
                    <a:lnTo>
                      <a:pt x="1" y="49"/>
                    </a:lnTo>
                    <a:lnTo>
                      <a:pt x="4" y="50"/>
                    </a:lnTo>
                    <a:lnTo>
                      <a:pt x="5" y="50"/>
                    </a:lnTo>
                    <a:lnTo>
                      <a:pt x="8" y="49"/>
                    </a:lnTo>
                    <a:lnTo>
                      <a:pt x="69" y="11"/>
                    </a:lnTo>
                    <a:lnTo>
                      <a:pt x="69" y="11"/>
                    </a:lnTo>
                    <a:lnTo>
                      <a:pt x="70" y="9"/>
                    </a:lnTo>
                    <a:lnTo>
                      <a:pt x="72" y="8"/>
                    </a:lnTo>
                    <a:lnTo>
                      <a:pt x="72" y="5"/>
                    </a:lnTo>
                    <a:lnTo>
                      <a:pt x="70" y="2"/>
                    </a:lnTo>
                    <a:lnTo>
                      <a:pt x="70" y="2"/>
                    </a:lnTo>
                    <a:lnTo>
                      <a:pt x="69" y="1"/>
                    </a:lnTo>
                    <a:lnTo>
                      <a:pt x="68" y="0"/>
                    </a:lnTo>
                    <a:lnTo>
                      <a:pt x="65" y="0"/>
                    </a:lnTo>
                    <a:lnTo>
                      <a:pt x="64" y="1"/>
                    </a:lnTo>
                    <a:lnTo>
                      <a:pt x="1" y="39"/>
                    </a:lnTo>
                    <a:lnTo>
                      <a:pt x="1" y="39"/>
                    </a:lnTo>
                    <a:lnTo>
                      <a:pt x="0" y="40"/>
                    </a:lnTo>
                    <a:lnTo>
                      <a:pt x="0" y="43"/>
                    </a:lnTo>
                    <a:lnTo>
                      <a:pt x="0" y="44"/>
                    </a:lnTo>
                    <a:lnTo>
                      <a:pt x="0" y="47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59" name="îşḻïdè">
                <a:extLst>
                  <a:ext uri="{FF2B5EF4-FFF2-40B4-BE49-F238E27FC236}">
                    <a16:creationId xmlns:a16="http://schemas.microsoft.com/office/drawing/2014/main" id="{F760C035-9A7A-F793-8530-6AFA64BA1D7B}"/>
                  </a:ext>
                </a:extLst>
              </p:cNvPr>
              <p:cNvSpPr/>
              <p:nvPr/>
            </p:nvSpPr>
            <p:spPr bwMode="auto">
              <a:xfrm>
                <a:off x="1217326" y="3217517"/>
                <a:ext cx="146311" cy="197950"/>
              </a:xfrm>
              <a:custGeom>
                <a:avLst/>
                <a:gdLst>
                  <a:gd name="T0" fmla="*/ 0 w 102"/>
                  <a:gd name="T1" fmla="*/ 6 h 138"/>
                  <a:gd name="T2" fmla="*/ 9 w 102"/>
                  <a:gd name="T3" fmla="*/ 0 h 138"/>
                  <a:gd name="T4" fmla="*/ 88 w 102"/>
                  <a:gd name="T5" fmla="*/ 128 h 138"/>
                  <a:gd name="T6" fmla="*/ 88 w 102"/>
                  <a:gd name="T7" fmla="*/ 128 h 138"/>
                  <a:gd name="T8" fmla="*/ 91 w 102"/>
                  <a:gd name="T9" fmla="*/ 132 h 138"/>
                  <a:gd name="T10" fmla="*/ 94 w 102"/>
                  <a:gd name="T11" fmla="*/ 133 h 138"/>
                  <a:gd name="T12" fmla="*/ 98 w 102"/>
                  <a:gd name="T13" fmla="*/ 134 h 138"/>
                  <a:gd name="T14" fmla="*/ 102 w 102"/>
                  <a:gd name="T15" fmla="*/ 136 h 138"/>
                  <a:gd name="T16" fmla="*/ 102 w 102"/>
                  <a:gd name="T17" fmla="*/ 136 h 138"/>
                  <a:gd name="T18" fmla="*/ 101 w 102"/>
                  <a:gd name="T19" fmla="*/ 136 h 138"/>
                  <a:gd name="T20" fmla="*/ 101 w 102"/>
                  <a:gd name="T21" fmla="*/ 136 h 138"/>
                  <a:gd name="T22" fmla="*/ 95 w 102"/>
                  <a:gd name="T23" fmla="*/ 138 h 138"/>
                  <a:gd name="T24" fmla="*/ 88 w 102"/>
                  <a:gd name="T25" fmla="*/ 138 h 138"/>
                  <a:gd name="T26" fmla="*/ 83 w 102"/>
                  <a:gd name="T27" fmla="*/ 136 h 138"/>
                  <a:gd name="T28" fmla="*/ 79 w 102"/>
                  <a:gd name="T29" fmla="*/ 132 h 138"/>
                  <a:gd name="T30" fmla="*/ 0 w 102"/>
                  <a:gd name="T31" fmla="*/ 6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2" h="138">
                    <a:moveTo>
                      <a:pt x="0" y="6"/>
                    </a:moveTo>
                    <a:lnTo>
                      <a:pt x="9" y="0"/>
                    </a:lnTo>
                    <a:lnTo>
                      <a:pt x="88" y="128"/>
                    </a:lnTo>
                    <a:lnTo>
                      <a:pt x="88" y="128"/>
                    </a:lnTo>
                    <a:lnTo>
                      <a:pt x="91" y="132"/>
                    </a:lnTo>
                    <a:lnTo>
                      <a:pt x="94" y="133"/>
                    </a:lnTo>
                    <a:lnTo>
                      <a:pt x="98" y="134"/>
                    </a:lnTo>
                    <a:lnTo>
                      <a:pt x="102" y="136"/>
                    </a:lnTo>
                    <a:lnTo>
                      <a:pt x="102" y="136"/>
                    </a:lnTo>
                    <a:lnTo>
                      <a:pt x="101" y="136"/>
                    </a:lnTo>
                    <a:lnTo>
                      <a:pt x="101" y="136"/>
                    </a:lnTo>
                    <a:lnTo>
                      <a:pt x="95" y="138"/>
                    </a:lnTo>
                    <a:lnTo>
                      <a:pt x="88" y="138"/>
                    </a:lnTo>
                    <a:lnTo>
                      <a:pt x="83" y="136"/>
                    </a:lnTo>
                    <a:lnTo>
                      <a:pt x="79" y="132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60" name="iṡḷíḋé">
                <a:extLst>
                  <a:ext uri="{FF2B5EF4-FFF2-40B4-BE49-F238E27FC236}">
                    <a16:creationId xmlns:a16="http://schemas.microsoft.com/office/drawing/2014/main" id="{F1F551F9-B07B-A156-6AA3-449DC276F033}"/>
                  </a:ext>
                </a:extLst>
              </p:cNvPr>
              <p:cNvSpPr/>
              <p:nvPr/>
            </p:nvSpPr>
            <p:spPr bwMode="auto">
              <a:xfrm>
                <a:off x="1518554" y="2069164"/>
                <a:ext cx="180736" cy="139139"/>
              </a:xfrm>
              <a:custGeom>
                <a:avLst/>
                <a:gdLst>
                  <a:gd name="T0" fmla="*/ 124 w 126"/>
                  <a:gd name="T1" fmla="*/ 38 h 97"/>
                  <a:gd name="T2" fmla="*/ 105 w 126"/>
                  <a:gd name="T3" fmla="*/ 15 h 97"/>
                  <a:gd name="T4" fmla="*/ 99 w 126"/>
                  <a:gd name="T5" fmla="*/ 34 h 97"/>
                  <a:gd name="T6" fmla="*/ 111 w 126"/>
                  <a:gd name="T7" fmla="*/ 39 h 97"/>
                  <a:gd name="T8" fmla="*/ 113 w 126"/>
                  <a:gd name="T9" fmla="*/ 55 h 97"/>
                  <a:gd name="T10" fmla="*/ 99 w 126"/>
                  <a:gd name="T11" fmla="*/ 63 h 97"/>
                  <a:gd name="T12" fmla="*/ 113 w 126"/>
                  <a:gd name="T13" fmla="*/ 72 h 97"/>
                  <a:gd name="T14" fmla="*/ 125 w 126"/>
                  <a:gd name="T15" fmla="*/ 58 h 97"/>
                  <a:gd name="T16" fmla="*/ 99 w 126"/>
                  <a:gd name="T17" fmla="*/ 12 h 97"/>
                  <a:gd name="T18" fmla="*/ 40 w 126"/>
                  <a:gd name="T19" fmla="*/ 1 h 97"/>
                  <a:gd name="T20" fmla="*/ 42 w 126"/>
                  <a:gd name="T21" fmla="*/ 5 h 97"/>
                  <a:gd name="T22" fmla="*/ 46 w 126"/>
                  <a:gd name="T23" fmla="*/ 13 h 97"/>
                  <a:gd name="T24" fmla="*/ 40 w 126"/>
                  <a:gd name="T25" fmla="*/ 20 h 97"/>
                  <a:gd name="T26" fmla="*/ 40 w 126"/>
                  <a:gd name="T27" fmla="*/ 84 h 97"/>
                  <a:gd name="T28" fmla="*/ 59 w 126"/>
                  <a:gd name="T29" fmla="*/ 82 h 97"/>
                  <a:gd name="T30" fmla="*/ 79 w 126"/>
                  <a:gd name="T31" fmla="*/ 76 h 97"/>
                  <a:gd name="T32" fmla="*/ 99 w 126"/>
                  <a:gd name="T33" fmla="*/ 63 h 97"/>
                  <a:gd name="T34" fmla="*/ 92 w 126"/>
                  <a:gd name="T35" fmla="*/ 62 h 97"/>
                  <a:gd name="T36" fmla="*/ 86 w 126"/>
                  <a:gd name="T37" fmla="*/ 42 h 97"/>
                  <a:gd name="T38" fmla="*/ 95 w 126"/>
                  <a:gd name="T39" fmla="*/ 35 h 97"/>
                  <a:gd name="T40" fmla="*/ 40 w 126"/>
                  <a:gd name="T41" fmla="*/ 1 h 97"/>
                  <a:gd name="T42" fmla="*/ 33 w 126"/>
                  <a:gd name="T43" fmla="*/ 9 h 97"/>
                  <a:gd name="T44" fmla="*/ 40 w 126"/>
                  <a:gd name="T45" fmla="*/ 1 h 97"/>
                  <a:gd name="T46" fmla="*/ 40 w 126"/>
                  <a:gd name="T47" fmla="*/ 96 h 97"/>
                  <a:gd name="T48" fmla="*/ 38 w 126"/>
                  <a:gd name="T49" fmla="*/ 85 h 97"/>
                  <a:gd name="T50" fmla="*/ 33 w 126"/>
                  <a:gd name="T51" fmla="*/ 97 h 97"/>
                  <a:gd name="T52" fmla="*/ 37 w 126"/>
                  <a:gd name="T53" fmla="*/ 72 h 97"/>
                  <a:gd name="T54" fmla="*/ 33 w 126"/>
                  <a:gd name="T55" fmla="*/ 32 h 97"/>
                  <a:gd name="T56" fmla="*/ 33 w 126"/>
                  <a:gd name="T57" fmla="*/ 15 h 97"/>
                  <a:gd name="T58" fmla="*/ 36 w 126"/>
                  <a:gd name="T59" fmla="*/ 19 h 97"/>
                  <a:gd name="T60" fmla="*/ 33 w 126"/>
                  <a:gd name="T61" fmla="*/ 3 h 97"/>
                  <a:gd name="T62" fmla="*/ 27 w 126"/>
                  <a:gd name="T63" fmla="*/ 20 h 97"/>
                  <a:gd name="T64" fmla="*/ 33 w 126"/>
                  <a:gd name="T65" fmla="*/ 15 h 97"/>
                  <a:gd name="T66" fmla="*/ 33 w 126"/>
                  <a:gd name="T67" fmla="*/ 3 h 97"/>
                  <a:gd name="T68" fmla="*/ 27 w 126"/>
                  <a:gd name="T69" fmla="*/ 97 h 97"/>
                  <a:gd name="T70" fmla="*/ 27 w 126"/>
                  <a:gd name="T71" fmla="*/ 92 h 97"/>
                  <a:gd name="T72" fmla="*/ 33 w 126"/>
                  <a:gd name="T73" fmla="*/ 32 h 97"/>
                  <a:gd name="T74" fmla="*/ 23 w 126"/>
                  <a:gd name="T75" fmla="*/ 69 h 97"/>
                  <a:gd name="T76" fmla="*/ 27 w 126"/>
                  <a:gd name="T77" fmla="*/ 59 h 97"/>
                  <a:gd name="T78" fmla="*/ 26 w 126"/>
                  <a:gd name="T79" fmla="*/ 47 h 97"/>
                  <a:gd name="T80" fmla="*/ 23 w 126"/>
                  <a:gd name="T81" fmla="*/ 39 h 97"/>
                  <a:gd name="T82" fmla="*/ 33 w 126"/>
                  <a:gd name="T83" fmla="*/ 32 h 97"/>
                  <a:gd name="T84" fmla="*/ 17 w 126"/>
                  <a:gd name="T85" fmla="*/ 11 h 97"/>
                  <a:gd name="T86" fmla="*/ 2 w 126"/>
                  <a:gd name="T87" fmla="*/ 40 h 97"/>
                  <a:gd name="T88" fmla="*/ 8 w 126"/>
                  <a:gd name="T89" fmla="*/ 88 h 97"/>
                  <a:gd name="T90" fmla="*/ 23 w 126"/>
                  <a:gd name="T91" fmla="*/ 97 h 97"/>
                  <a:gd name="T92" fmla="*/ 22 w 126"/>
                  <a:gd name="T93" fmla="*/ 91 h 97"/>
                  <a:gd name="T94" fmla="*/ 17 w 126"/>
                  <a:gd name="T95" fmla="*/ 74 h 97"/>
                  <a:gd name="T96" fmla="*/ 23 w 126"/>
                  <a:gd name="T97" fmla="*/ 65 h 97"/>
                  <a:gd name="T98" fmla="*/ 13 w 126"/>
                  <a:gd name="T99" fmla="*/ 65 h 97"/>
                  <a:gd name="T100" fmla="*/ 7 w 126"/>
                  <a:gd name="T101" fmla="*/ 54 h 97"/>
                  <a:gd name="T102" fmla="*/ 14 w 126"/>
                  <a:gd name="T103" fmla="*/ 43 h 97"/>
                  <a:gd name="T104" fmla="*/ 23 w 126"/>
                  <a:gd name="T105" fmla="*/ 39 h 97"/>
                  <a:gd name="T106" fmla="*/ 14 w 126"/>
                  <a:gd name="T107" fmla="*/ 32 h 97"/>
                  <a:gd name="T108" fmla="*/ 14 w 126"/>
                  <a:gd name="T109" fmla="*/ 24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26" h="97">
                    <a:moveTo>
                      <a:pt x="126" y="53"/>
                    </a:moveTo>
                    <a:lnTo>
                      <a:pt x="126" y="53"/>
                    </a:lnTo>
                    <a:lnTo>
                      <a:pt x="126" y="45"/>
                    </a:lnTo>
                    <a:lnTo>
                      <a:pt x="124" y="38"/>
                    </a:lnTo>
                    <a:lnTo>
                      <a:pt x="121" y="31"/>
                    </a:lnTo>
                    <a:lnTo>
                      <a:pt x="117" y="24"/>
                    </a:lnTo>
                    <a:lnTo>
                      <a:pt x="109" y="17"/>
                    </a:lnTo>
                    <a:lnTo>
                      <a:pt x="105" y="15"/>
                    </a:lnTo>
                    <a:lnTo>
                      <a:pt x="105" y="15"/>
                    </a:lnTo>
                    <a:lnTo>
                      <a:pt x="99" y="12"/>
                    </a:lnTo>
                    <a:lnTo>
                      <a:pt x="99" y="34"/>
                    </a:lnTo>
                    <a:lnTo>
                      <a:pt x="99" y="34"/>
                    </a:lnTo>
                    <a:lnTo>
                      <a:pt x="103" y="35"/>
                    </a:lnTo>
                    <a:lnTo>
                      <a:pt x="106" y="36"/>
                    </a:lnTo>
                    <a:lnTo>
                      <a:pt x="106" y="36"/>
                    </a:lnTo>
                    <a:lnTo>
                      <a:pt x="111" y="39"/>
                    </a:lnTo>
                    <a:lnTo>
                      <a:pt x="114" y="45"/>
                    </a:lnTo>
                    <a:lnTo>
                      <a:pt x="114" y="50"/>
                    </a:lnTo>
                    <a:lnTo>
                      <a:pt x="113" y="55"/>
                    </a:lnTo>
                    <a:lnTo>
                      <a:pt x="113" y="55"/>
                    </a:lnTo>
                    <a:lnTo>
                      <a:pt x="110" y="59"/>
                    </a:lnTo>
                    <a:lnTo>
                      <a:pt x="107" y="62"/>
                    </a:lnTo>
                    <a:lnTo>
                      <a:pt x="103" y="63"/>
                    </a:lnTo>
                    <a:lnTo>
                      <a:pt x="99" y="63"/>
                    </a:lnTo>
                    <a:lnTo>
                      <a:pt x="99" y="76"/>
                    </a:lnTo>
                    <a:lnTo>
                      <a:pt x="99" y="76"/>
                    </a:lnTo>
                    <a:lnTo>
                      <a:pt x="109" y="74"/>
                    </a:lnTo>
                    <a:lnTo>
                      <a:pt x="113" y="72"/>
                    </a:lnTo>
                    <a:lnTo>
                      <a:pt x="117" y="70"/>
                    </a:lnTo>
                    <a:lnTo>
                      <a:pt x="121" y="68"/>
                    </a:lnTo>
                    <a:lnTo>
                      <a:pt x="122" y="63"/>
                    </a:lnTo>
                    <a:lnTo>
                      <a:pt x="125" y="58"/>
                    </a:lnTo>
                    <a:lnTo>
                      <a:pt x="126" y="53"/>
                    </a:lnTo>
                    <a:lnTo>
                      <a:pt x="126" y="53"/>
                    </a:lnTo>
                    <a:close/>
                    <a:moveTo>
                      <a:pt x="99" y="12"/>
                    </a:moveTo>
                    <a:lnTo>
                      <a:pt x="99" y="12"/>
                    </a:lnTo>
                    <a:lnTo>
                      <a:pt x="82" y="5"/>
                    </a:lnTo>
                    <a:lnTo>
                      <a:pt x="65" y="1"/>
                    </a:lnTo>
                    <a:lnTo>
                      <a:pt x="52" y="0"/>
                    </a:lnTo>
                    <a:lnTo>
                      <a:pt x="40" y="1"/>
                    </a:lnTo>
                    <a:lnTo>
                      <a:pt x="40" y="5"/>
                    </a:lnTo>
                    <a:lnTo>
                      <a:pt x="40" y="5"/>
                    </a:lnTo>
                    <a:lnTo>
                      <a:pt x="42" y="5"/>
                    </a:lnTo>
                    <a:lnTo>
                      <a:pt x="42" y="5"/>
                    </a:lnTo>
                    <a:lnTo>
                      <a:pt x="42" y="5"/>
                    </a:lnTo>
                    <a:lnTo>
                      <a:pt x="45" y="8"/>
                    </a:lnTo>
                    <a:lnTo>
                      <a:pt x="46" y="11"/>
                    </a:lnTo>
                    <a:lnTo>
                      <a:pt x="46" y="13"/>
                    </a:lnTo>
                    <a:lnTo>
                      <a:pt x="46" y="16"/>
                    </a:lnTo>
                    <a:lnTo>
                      <a:pt x="46" y="16"/>
                    </a:lnTo>
                    <a:lnTo>
                      <a:pt x="44" y="19"/>
                    </a:lnTo>
                    <a:lnTo>
                      <a:pt x="40" y="20"/>
                    </a:lnTo>
                    <a:lnTo>
                      <a:pt x="40" y="76"/>
                    </a:lnTo>
                    <a:lnTo>
                      <a:pt x="40" y="76"/>
                    </a:lnTo>
                    <a:lnTo>
                      <a:pt x="40" y="80"/>
                    </a:lnTo>
                    <a:lnTo>
                      <a:pt x="40" y="84"/>
                    </a:lnTo>
                    <a:lnTo>
                      <a:pt x="40" y="96"/>
                    </a:lnTo>
                    <a:lnTo>
                      <a:pt x="40" y="96"/>
                    </a:lnTo>
                    <a:lnTo>
                      <a:pt x="49" y="91"/>
                    </a:lnTo>
                    <a:lnTo>
                      <a:pt x="59" y="82"/>
                    </a:lnTo>
                    <a:lnTo>
                      <a:pt x="69" y="77"/>
                    </a:lnTo>
                    <a:lnTo>
                      <a:pt x="73" y="76"/>
                    </a:lnTo>
                    <a:lnTo>
                      <a:pt x="79" y="76"/>
                    </a:lnTo>
                    <a:lnTo>
                      <a:pt x="79" y="76"/>
                    </a:lnTo>
                    <a:lnTo>
                      <a:pt x="90" y="76"/>
                    </a:lnTo>
                    <a:lnTo>
                      <a:pt x="99" y="76"/>
                    </a:lnTo>
                    <a:lnTo>
                      <a:pt x="99" y="63"/>
                    </a:lnTo>
                    <a:lnTo>
                      <a:pt x="99" y="63"/>
                    </a:lnTo>
                    <a:lnTo>
                      <a:pt x="97" y="63"/>
                    </a:lnTo>
                    <a:lnTo>
                      <a:pt x="92" y="62"/>
                    </a:lnTo>
                    <a:lnTo>
                      <a:pt x="92" y="62"/>
                    </a:lnTo>
                    <a:lnTo>
                      <a:pt x="92" y="62"/>
                    </a:lnTo>
                    <a:lnTo>
                      <a:pt x="88" y="59"/>
                    </a:lnTo>
                    <a:lnTo>
                      <a:pt x="86" y="54"/>
                    </a:lnTo>
                    <a:lnTo>
                      <a:pt x="84" y="49"/>
                    </a:lnTo>
                    <a:lnTo>
                      <a:pt x="86" y="42"/>
                    </a:lnTo>
                    <a:lnTo>
                      <a:pt x="86" y="42"/>
                    </a:lnTo>
                    <a:lnTo>
                      <a:pt x="88" y="39"/>
                    </a:lnTo>
                    <a:lnTo>
                      <a:pt x="91" y="36"/>
                    </a:lnTo>
                    <a:lnTo>
                      <a:pt x="95" y="35"/>
                    </a:lnTo>
                    <a:lnTo>
                      <a:pt x="99" y="34"/>
                    </a:lnTo>
                    <a:lnTo>
                      <a:pt x="99" y="12"/>
                    </a:lnTo>
                    <a:close/>
                    <a:moveTo>
                      <a:pt x="40" y="1"/>
                    </a:moveTo>
                    <a:lnTo>
                      <a:pt x="40" y="1"/>
                    </a:lnTo>
                    <a:lnTo>
                      <a:pt x="33" y="3"/>
                    </a:lnTo>
                    <a:lnTo>
                      <a:pt x="33" y="11"/>
                    </a:lnTo>
                    <a:lnTo>
                      <a:pt x="33" y="11"/>
                    </a:lnTo>
                    <a:lnTo>
                      <a:pt x="33" y="9"/>
                    </a:lnTo>
                    <a:lnTo>
                      <a:pt x="33" y="9"/>
                    </a:lnTo>
                    <a:lnTo>
                      <a:pt x="36" y="7"/>
                    </a:lnTo>
                    <a:lnTo>
                      <a:pt x="40" y="5"/>
                    </a:lnTo>
                    <a:lnTo>
                      <a:pt x="40" y="1"/>
                    </a:lnTo>
                    <a:lnTo>
                      <a:pt x="40" y="1"/>
                    </a:lnTo>
                    <a:close/>
                    <a:moveTo>
                      <a:pt x="33" y="97"/>
                    </a:moveTo>
                    <a:lnTo>
                      <a:pt x="33" y="97"/>
                    </a:lnTo>
                    <a:lnTo>
                      <a:pt x="40" y="96"/>
                    </a:lnTo>
                    <a:lnTo>
                      <a:pt x="40" y="84"/>
                    </a:lnTo>
                    <a:lnTo>
                      <a:pt x="40" y="84"/>
                    </a:lnTo>
                    <a:lnTo>
                      <a:pt x="38" y="85"/>
                    </a:lnTo>
                    <a:lnTo>
                      <a:pt x="38" y="85"/>
                    </a:lnTo>
                    <a:lnTo>
                      <a:pt x="36" y="89"/>
                    </a:lnTo>
                    <a:lnTo>
                      <a:pt x="33" y="92"/>
                    </a:lnTo>
                    <a:lnTo>
                      <a:pt x="33" y="97"/>
                    </a:lnTo>
                    <a:lnTo>
                      <a:pt x="33" y="97"/>
                    </a:lnTo>
                    <a:close/>
                    <a:moveTo>
                      <a:pt x="40" y="20"/>
                    </a:moveTo>
                    <a:lnTo>
                      <a:pt x="40" y="76"/>
                    </a:lnTo>
                    <a:lnTo>
                      <a:pt x="40" y="76"/>
                    </a:lnTo>
                    <a:lnTo>
                      <a:pt x="37" y="72"/>
                    </a:lnTo>
                    <a:lnTo>
                      <a:pt x="33" y="69"/>
                    </a:lnTo>
                    <a:lnTo>
                      <a:pt x="33" y="69"/>
                    </a:lnTo>
                    <a:lnTo>
                      <a:pt x="33" y="69"/>
                    </a:lnTo>
                    <a:lnTo>
                      <a:pt x="33" y="32"/>
                    </a:lnTo>
                    <a:lnTo>
                      <a:pt x="33" y="32"/>
                    </a:lnTo>
                    <a:lnTo>
                      <a:pt x="33" y="30"/>
                    </a:lnTo>
                    <a:lnTo>
                      <a:pt x="33" y="26"/>
                    </a:lnTo>
                    <a:lnTo>
                      <a:pt x="33" y="15"/>
                    </a:lnTo>
                    <a:lnTo>
                      <a:pt x="33" y="15"/>
                    </a:lnTo>
                    <a:lnTo>
                      <a:pt x="34" y="17"/>
                    </a:lnTo>
                    <a:lnTo>
                      <a:pt x="36" y="19"/>
                    </a:lnTo>
                    <a:lnTo>
                      <a:pt x="36" y="19"/>
                    </a:lnTo>
                    <a:lnTo>
                      <a:pt x="40" y="20"/>
                    </a:lnTo>
                    <a:lnTo>
                      <a:pt x="40" y="20"/>
                    </a:lnTo>
                    <a:close/>
                    <a:moveTo>
                      <a:pt x="33" y="3"/>
                    </a:moveTo>
                    <a:lnTo>
                      <a:pt x="33" y="3"/>
                    </a:lnTo>
                    <a:lnTo>
                      <a:pt x="23" y="7"/>
                    </a:lnTo>
                    <a:lnTo>
                      <a:pt x="23" y="19"/>
                    </a:lnTo>
                    <a:lnTo>
                      <a:pt x="23" y="19"/>
                    </a:lnTo>
                    <a:lnTo>
                      <a:pt x="27" y="20"/>
                    </a:lnTo>
                    <a:lnTo>
                      <a:pt x="27" y="20"/>
                    </a:lnTo>
                    <a:lnTo>
                      <a:pt x="30" y="23"/>
                    </a:lnTo>
                    <a:lnTo>
                      <a:pt x="33" y="26"/>
                    </a:lnTo>
                    <a:lnTo>
                      <a:pt x="33" y="15"/>
                    </a:lnTo>
                    <a:lnTo>
                      <a:pt x="33" y="15"/>
                    </a:lnTo>
                    <a:lnTo>
                      <a:pt x="32" y="13"/>
                    </a:lnTo>
                    <a:lnTo>
                      <a:pt x="33" y="11"/>
                    </a:lnTo>
                    <a:lnTo>
                      <a:pt x="33" y="3"/>
                    </a:lnTo>
                    <a:lnTo>
                      <a:pt x="33" y="3"/>
                    </a:lnTo>
                    <a:close/>
                    <a:moveTo>
                      <a:pt x="23" y="97"/>
                    </a:moveTo>
                    <a:lnTo>
                      <a:pt x="23" y="97"/>
                    </a:lnTo>
                    <a:lnTo>
                      <a:pt x="27" y="97"/>
                    </a:lnTo>
                    <a:lnTo>
                      <a:pt x="33" y="97"/>
                    </a:lnTo>
                    <a:lnTo>
                      <a:pt x="33" y="92"/>
                    </a:lnTo>
                    <a:lnTo>
                      <a:pt x="33" y="92"/>
                    </a:lnTo>
                    <a:lnTo>
                      <a:pt x="27" y="92"/>
                    </a:lnTo>
                    <a:lnTo>
                      <a:pt x="23" y="91"/>
                    </a:lnTo>
                    <a:lnTo>
                      <a:pt x="23" y="97"/>
                    </a:lnTo>
                    <a:lnTo>
                      <a:pt x="23" y="97"/>
                    </a:lnTo>
                    <a:close/>
                    <a:moveTo>
                      <a:pt x="33" y="32"/>
                    </a:moveTo>
                    <a:lnTo>
                      <a:pt x="33" y="69"/>
                    </a:lnTo>
                    <a:lnTo>
                      <a:pt x="33" y="69"/>
                    </a:lnTo>
                    <a:lnTo>
                      <a:pt x="27" y="68"/>
                    </a:lnTo>
                    <a:lnTo>
                      <a:pt x="23" y="69"/>
                    </a:lnTo>
                    <a:lnTo>
                      <a:pt x="23" y="65"/>
                    </a:lnTo>
                    <a:lnTo>
                      <a:pt x="23" y="65"/>
                    </a:lnTo>
                    <a:lnTo>
                      <a:pt x="26" y="62"/>
                    </a:lnTo>
                    <a:lnTo>
                      <a:pt x="27" y="59"/>
                    </a:lnTo>
                    <a:lnTo>
                      <a:pt x="27" y="59"/>
                    </a:lnTo>
                    <a:lnTo>
                      <a:pt x="29" y="55"/>
                    </a:lnTo>
                    <a:lnTo>
                      <a:pt x="29" y="50"/>
                    </a:lnTo>
                    <a:lnTo>
                      <a:pt x="26" y="47"/>
                    </a:lnTo>
                    <a:lnTo>
                      <a:pt x="23" y="45"/>
                    </a:lnTo>
                    <a:lnTo>
                      <a:pt x="23" y="43"/>
                    </a:lnTo>
                    <a:lnTo>
                      <a:pt x="23" y="39"/>
                    </a:lnTo>
                    <a:lnTo>
                      <a:pt x="23" y="39"/>
                    </a:lnTo>
                    <a:lnTo>
                      <a:pt x="27" y="38"/>
                    </a:lnTo>
                    <a:lnTo>
                      <a:pt x="32" y="34"/>
                    </a:lnTo>
                    <a:lnTo>
                      <a:pt x="32" y="34"/>
                    </a:lnTo>
                    <a:lnTo>
                      <a:pt x="33" y="32"/>
                    </a:lnTo>
                    <a:lnTo>
                      <a:pt x="33" y="32"/>
                    </a:lnTo>
                    <a:close/>
                    <a:moveTo>
                      <a:pt x="23" y="7"/>
                    </a:moveTo>
                    <a:lnTo>
                      <a:pt x="23" y="7"/>
                    </a:lnTo>
                    <a:lnTo>
                      <a:pt x="17" y="11"/>
                    </a:lnTo>
                    <a:lnTo>
                      <a:pt x="13" y="16"/>
                    </a:lnTo>
                    <a:lnTo>
                      <a:pt x="8" y="21"/>
                    </a:lnTo>
                    <a:lnTo>
                      <a:pt x="6" y="27"/>
                    </a:lnTo>
                    <a:lnTo>
                      <a:pt x="2" y="40"/>
                    </a:lnTo>
                    <a:lnTo>
                      <a:pt x="0" y="54"/>
                    </a:lnTo>
                    <a:lnTo>
                      <a:pt x="2" y="66"/>
                    </a:lnTo>
                    <a:lnTo>
                      <a:pt x="4" y="78"/>
                    </a:lnTo>
                    <a:lnTo>
                      <a:pt x="8" y="88"/>
                    </a:lnTo>
                    <a:lnTo>
                      <a:pt x="13" y="91"/>
                    </a:lnTo>
                    <a:lnTo>
                      <a:pt x="15" y="93"/>
                    </a:lnTo>
                    <a:lnTo>
                      <a:pt x="15" y="93"/>
                    </a:lnTo>
                    <a:lnTo>
                      <a:pt x="23" y="97"/>
                    </a:lnTo>
                    <a:lnTo>
                      <a:pt x="23" y="91"/>
                    </a:lnTo>
                    <a:lnTo>
                      <a:pt x="22" y="91"/>
                    </a:lnTo>
                    <a:lnTo>
                      <a:pt x="22" y="91"/>
                    </a:lnTo>
                    <a:lnTo>
                      <a:pt x="22" y="91"/>
                    </a:lnTo>
                    <a:lnTo>
                      <a:pt x="18" y="88"/>
                    </a:lnTo>
                    <a:lnTo>
                      <a:pt x="17" y="84"/>
                    </a:lnTo>
                    <a:lnTo>
                      <a:pt x="15" y="80"/>
                    </a:lnTo>
                    <a:lnTo>
                      <a:pt x="17" y="74"/>
                    </a:lnTo>
                    <a:lnTo>
                      <a:pt x="17" y="74"/>
                    </a:lnTo>
                    <a:lnTo>
                      <a:pt x="19" y="72"/>
                    </a:lnTo>
                    <a:lnTo>
                      <a:pt x="23" y="69"/>
                    </a:lnTo>
                    <a:lnTo>
                      <a:pt x="23" y="65"/>
                    </a:lnTo>
                    <a:lnTo>
                      <a:pt x="23" y="65"/>
                    </a:lnTo>
                    <a:lnTo>
                      <a:pt x="18" y="66"/>
                    </a:lnTo>
                    <a:lnTo>
                      <a:pt x="13" y="65"/>
                    </a:lnTo>
                    <a:lnTo>
                      <a:pt x="13" y="65"/>
                    </a:lnTo>
                    <a:lnTo>
                      <a:pt x="13" y="65"/>
                    </a:lnTo>
                    <a:lnTo>
                      <a:pt x="10" y="62"/>
                    </a:lnTo>
                    <a:lnTo>
                      <a:pt x="7" y="58"/>
                    </a:lnTo>
                    <a:lnTo>
                      <a:pt x="7" y="54"/>
                    </a:lnTo>
                    <a:lnTo>
                      <a:pt x="8" y="49"/>
                    </a:lnTo>
                    <a:lnTo>
                      <a:pt x="8" y="49"/>
                    </a:lnTo>
                    <a:lnTo>
                      <a:pt x="11" y="46"/>
                    </a:lnTo>
                    <a:lnTo>
                      <a:pt x="14" y="43"/>
                    </a:lnTo>
                    <a:lnTo>
                      <a:pt x="18" y="43"/>
                    </a:lnTo>
                    <a:lnTo>
                      <a:pt x="23" y="43"/>
                    </a:lnTo>
                    <a:lnTo>
                      <a:pt x="23" y="39"/>
                    </a:lnTo>
                    <a:lnTo>
                      <a:pt x="23" y="39"/>
                    </a:lnTo>
                    <a:lnTo>
                      <a:pt x="18" y="38"/>
                    </a:lnTo>
                    <a:lnTo>
                      <a:pt x="18" y="38"/>
                    </a:lnTo>
                    <a:lnTo>
                      <a:pt x="15" y="35"/>
                    </a:lnTo>
                    <a:lnTo>
                      <a:pt x="14" y="32"/>
                    </a:lnTo>
                    <a:lnTo>
                      <a:pt x="13" y="28"/>
                    </a:lnTo>
                    <a:lnTo>
                      <a:pt x="14" y="24"/>
                    </a:lnTo>
                    <a:lnTo>
                      <a:pt x="14" y="24"/>
                    </a:lnTo>
                    <a:lnTo>
                      <a:pt x="14" y="24"/>
                    </a:lnTo>
                    <a:lnTo>
                      <a:pt x="18" y="20"/>
                    </a:lnTo>
                    <a:lnTo>
                      <a:pt x="23" y="19"/>
                    </a:lnTo>
                    <a:lnTo>
                      <a:pt x="23" y="7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61" name="ïSḷiḑè">
                <a:extLst>
                  <a:ext uri="{FF2B5EF4-FFF2-40B4-BE49-F238E27FC236}">
                    <a16:creationId xmlns:a16="http://schemas.microsoft.com/office/drawing/2014/main" id="{771E923F-4900-168C-8913-B9FE74A7D72E}"/>
                  </a:ext>
                </a:extLst>
              </p:cNvPr>
              <p:cNvSpPr/>
              <p:nvPr/>
            </p:nvSpPr>
            <p:spPr bwMode="auto">
              <a:xfrm>
                <a:off x="3119362" y="3031052"/>
                <a:ext cx="228073" cy="294056"/>
              </a:xfrm>
              <a:custGeom>
                <a:avLst/>
                <a:gdLst>
                  <a:gd name="T0" fmla="*/ 159 w 159"/>
                  <a:gd name="T1" fmla="*/ 36 h 205"/>
                  <a:gd name="T2" fmla="*/ 151 w 159"/>
                  <a:gd name="T3" fmla="*/ 32 h 205"/>
                  <a:gd name="T4" fmla="*/ 56 w 159"/>
                  <a:gd name="T5" fmla="*/ 185 h 205"/>
                  <a:gd name="T6" fmla="*/ 56 w 159"/>
                  <a:gd name="T7" fmla="*/ 185 h 205"/>
                  <a:gd name="T8" fmla="*/ 53 w 159"/>
                  <a:gd name="T9" fmla="*/ 189 h 205"/>
                  <a:gd name="T10" fmla="*/ 50 w 159"/>
                  <a:gd name="T11" fmla="*/ 191 h 205"/>
                  <a:gd name="T12" fmla="*/ 46 w 159"/>
                  <a:gd name="T13" fmla="*/ 193 h 205"/>
                  <a:gd name="T14" fmla="*/ 41 w 159"/>
                  <a:gd name="T15" fmla="*/ 194 h 205"/>
                  <a:gd name="T16" fmla="*/ 37 w 159"/>
                  <a:gd name="T17" fmla="*/ 195 h 205"/>
                  <a:gd name="T18" fmla="*/ 31 w 159"/>
                  <a:gd name="T19" fmla="*/ 194 h 205"/>
                  <a:gd name="T20" fmla="*/ 27 w 159"/>
                  <a:gd name="T21" fmla="*/ 193 h 205"/>
                  <a:gd name="T22" fmla="*/ 22 w 159"/>
                  <a:gd name="T23" fmla="*/ 191 h 205"/>
                  <a:gd name="T24" fmla="*/ 22 w 159"/>
                  <a:gd name="T25" fmla="*/ 191 h 205"/>
                  <a:gd name="T26" fmla="*/ 18 w 159"/>
                  <a:gd name="T27" fmla="*/ 187 h 205"/>
                  <a:gd name="T28" fmla="*/ 15 w 159"/>
                  <a:gd name="T29" fmla="*/ 185 h 205"/>
                  <a:gd name="T30" fmla="*/ 12 w 159"/>
                  <a:gd name="T31" fmla="*/ 180 h 205"/>
                  <a:gd name="T32" fmla="*/ 10 w 159"/>
                  <a:gd name="T33" fmla="*/ 175 h 205"/>
                  <a:gd name="T34" fmla="*/ 10 w 159"/>
                  <a:gd name="T35" fmla="*/ 171 h 205"/>
                  <a:gd name="T36" fmla="*/ 10 w 159"/>
                  <a:gd name="T37" fmla="*/ 166 h 205"/>
                  <a:gd name="T38" fmla="*/ 11 w 159"/>
                  <a:gd name="T39" fmla="*/ 162 h 205"/>
                  <a:gd name="T40" fmla="*/ 12 w 159"/>
                  <a:gd name="T41" fmla="*/ 157 h 205"/>
                  <a:gd name="T42" fmla="*/ 107 w 159"/>
                  <a:gd name="T43" fmla="*/ 4 h 205"/>
                  <a:gd name="T44" fmla="*/ 100 w 159"/>
                  <a:gd name="T45" fmla="*/ 0 h 205"/>
                  <a:gd name="T46" fmla="*/ 4 w 159"/>
                  <a:gd name="T47" fmla="*/ 155 h 205"/>
                  <a:gd name="T48" fmla="*/ 4 w 159"/>
                  <a:gd name="T49" fmla="*/ 155 h 205"/>
                  <a:gd name="T50" fmla="*/ 2 w 159"/>
                  <a:gd name="T51" fmla="*/ 160 h 205"/>
                  <a:gd name="T52" fmla="*/ 0 w 159"/>
                  <a:gd name="T53" fmla="*/ 167 h 205"/>
                  <a:gd name="T54" fmla="*/ 0 w 159"/>
                  <a:gd name="T55" fmla="*/ 172 h 205"/>
                  <a:gd name="T56" fmla="*/ 2 w 159"/>
                  <a:gd name="T57" fmla="*/ 179 h 205"/>
                  <a:gd name="T58" fmla="*/ 3 w 159"/>
                  <a:gd name="T59" fmla="*/ 185 h 205"/>
                  <a:gd name="T60" fmla="*/ 7 w 159"/>
                  <a:gd name="T61" fmla="*/ 190 h 205"/>
                  <a:gd name="T62" fmla="*/ 11 w 159"/>
                  <a:gd name="T63" fmla="*/ 195 h 205"/>
                  <a:gd name="T64" fmla="*/ 16 w 159"/>
                  <a:gd name="T65" fmla="*/ 199 h 205"/>
                  <a:gd name="T66" fmla="*/ 16 w 159"/>
                  <a:gd name="T67" fmla="*/ 199 h 205"/>
                  <a:gd name="T68" fmla="*/ 23 w 159"/>
                  <a:gd name="T69" fmla="*/ 202 h 205"/>
                  <a:gd name="T70" fmla="*/ 30 w 159"/>
                  <a:gd name="T71" fmla="*/ 203 h 205"/>
                  <a:gd name="T72" fmla="*/ 35 w 159"/>
                  <a:gd name="T73" fmla="*/ 205 h 205"/>
                  <a:gd name="T74" fmla="*/ 42 w 159"/>
                  <a:gd name="T75" fmla="*/ 205 h 205"/>
                  <a:gd name="T76" fmla="*/ 48 w 159"/>
                  <a:gd name="T77" fmla="*/ 202 h 205"/>
                  <a:gd name="T78" fmla="*/ 53 w 159"/>
                  <a:gd name="T79" fmla="*/ 199 h 205"/>
                  <a:gd name="T80" fmla="*/ 58 w 159"/>
                  <a:gd name="T81" fmla="*/ 195 h 205"/>
                  <a:gd name="T82" fmla="*/ 62 w 159"/>
                  <a:gd name="T83" fmla="*/ 191 h 205"/>
                  <a:gd name="T84" fmla="*/ 159 w 159"/>
                  <a:gd name="T85" fmla="*/ 36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59" h="205">
                    <a:moveTo>
                      <a:pt x="159" y="36"/>
                    </a:moveTo>
                    <a:lnTo>
                      <a:pt x="151" y="32"/>
                    </a:lnTo>
                    <a:lnTo>
                      <a:pt x="56" y="185"/>
                    </a:lnTo>
                    <a:lnTo>
                      <a:pt x="56" y="185"/>
                    </a:lnTo>
                    <a:lnTo>
                      <a:pt x="53" y="189"/>
                    </a:lnTo>
                    <a:lnTo>
                      <a:pt x="50" y="191"/>
                    </a:lnTo>
                    <a:lnTo>
                      <a:pt x="46" y="193"/>
                    </a:lnTo>
                    <a:lnTo>
                      <a:pt x="41" y="194"/>
                    </a:lnTo>
                    <a:lnTo>
                      <a:pt x="37" y="195"/>
                    </a:lnTo>
                    <a:lnTo>
                      <a:pt x="31" y="194"/>
                    </a:lnTo>
                    <a:lnTo>
                      <a:pt x="27" y="193"/>
                    </a:lnTo>
                    <a:lnTo>
                      <a:pt x="22" y="191"/>
                    </a:lnTo>
                    <a:lnTo>
                      <a:pt x="22" y="191"/>
                    </a:lnTo>
                    <a:lnTo>
                      <a:pt x="18" y="187"/>
                    </a:lnTo>
                    <a:lnTo>
                      <a:pt x="15" y="185"/>
                    </a:lnTo>
                    <a:lnTo>
                      <a:pt x="12" y="180"/>
                    </a:lnTo>
                    <a:lnTo>
                      <a:pt x="10" y="175"/>
                    </a:lnTo>
                    <a:lnTo>
                      <a:pt x="10" y="171"/>
                    </a:lnTo>
                    <a:lnTo>
                      <a:pt x="10" y="166"/>
                    </a:lnTo>
                    <a:lnTo>
                      <a:pt x="11" y="162"/>
                    </a:lnTo>
                    <a:lnTo>
                      <a:pt x="12" y="157"/>
                    </a:lnTo>
                    <a:lnTo>
                      <a:pt x="107" y="4"/>
                    </a:lnTo>
                    <a:lnTo>
                      <a:pt x="100" y="0"/>
                    </a:lnTo>
                    <a:lnTo>
                      <a:pt x="4" y="155"/>
                    </a:lnTo>
                    <a:lnTo>
                      <a:pt x="4" y="155"/>
                    </a:lnTo>
                    <a:lnTo>
                      <a:pt x="2" y="160"/>
                    </a:lnTo>
                    <a:lnTo>
                      <a:pt x="0" y="167"/>
                    </a:lnTo>
                    <a:lnTo>
                      <a:pt x="0" y="172"/>
                    </a:lnTo>
                    <a:lnTo>
                      <a:pt x="2" y="179"/>
                    </a:lnTo>
                    <a:lnTo>
                      <a:pt x="3" y="185"/>
                    </a:lnTo>
                    <a:lnTo>
                      <a:pt x="7" y="190"/>
                    </a:lnTo>
                    <a:lnTo>
                      <a:pt x="11" y="195"/>
                    </a:lnTo>
                    <a:lnTo>
                      <a:pt x="16" y="199"/>
                    </a:lnTo>
                    <a:lnTo>
                      <a:pt x="16" y="199"/>
                    </a:lnTo>
                    <a:lnTo>
                      <a:pt x="23" y="202"/>
                    </a:lnTo>
                    <a:lnTo>
                      <a:pt x="30" y="203"/>
                    </a:lnTo>
                    <a:lnTo>
                      <a:pt x="35" y="205"/>
                    </a:lnTo>
                    <a:lnTo>
                      <a:pt x="42" y="205"/>
                    </a:lnTo>
                    <a:lnTo>
                      <a:pt x="48" y="202"/>
                    </a:lnTo>
                    <a:lnTo>
                      <a:pt x="53" y="199"/>
                    </a:lnTo>
                    <a:lnTo>
                      <a:pt x="58" y="195"/>
                    </a:lnTo>
                    <a:lnTo>
                      <a:pt x="62" y="191"/>
                    </a:lnTo>
                    <a:lnTo>
                      <a:pt x="159" y="36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8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62" name="ïṩḻíḑé">
                <a:extLst>
                  <a:ext uri="{FF2B5EF4-FFF2-40B4-BE49-F238E27FC236}">
                    <a16:creationId xmlns:a16="http://schemas.microsoft.com/office/drawing/2014/main" id="{0881EC18-1FF4-5C96-A18A-2C3D0B8C5AC0}"/>
                  </a:ext>
                </a:extLst>
              </p:cNvPr>
              <p:cNvSpPr/>
              <p:nvPr/>
            </p:nvSpPr>
            <p:spPr bwMode="auto">
              <a:xfrm>
                <a:off x="3248459" y="3022445"/>
                <a:ext cx="110451" cy="74590"/>
              </a:xfrm>
              <a:custGeom>
                <a:avLst/>
                <a:gdLst>
                  <a:gd name="T0" fmla="*/ 75 w 77"/>
                  <a:gd name="T1" fmla="*/ 50 h 52"/>
                  <a:gd name="T2" fmla="*/ 75 w 77"/>
                  <a:gd name="T3" fmla="*/ 50 h 52"/>
                  <a:gd name="T4" fmla="*/ 74 w 77"/>
                  <a:gd name="T5" fmla="*/ 51 h 52"/>
                  <a:gd name="T6" fmla="*/ 71 w 77"/>
                  <a:gd name="T7" fmla="*/ 52 h 52"/>
                  <a:gd name="T8" fmla="*/ 69 w 77"/>
                  <a:gd name="T9" fmla="*/ 52 h 52"/>
                  <a:gd name="T10" fmla="*/ 67 w 77"/>
                  <a:gd name="T11" fmla="*/ 51 h 52"/>
                  <a:gd name="T12" fmla="*/ 2 w 77"/>
                  <a:gd name="T13" fmla="*/ 12 h 52"/>
                  <a:gd name="T14" fmla="*/ 2 w 77"/>
                  <a:gd name="T15" fmla="*/ 12 h 52"/>
                  <a:gd name="T16" fmla="*/ 0 w 77"/>
                  <a:gd name="T17" fmla="*/ 9 h 52"/>
                  <a:gd name="T18" fmla="*/ 0 w 77"/>
                  <a:gd name="T19" fmla="*/ 8 h 52"/>
                  <a:gd name="T20" fmla="*/ 0 w 77"/>
                  <a:gd name="T21" fmla="*/ 5 h 52"/>
                  <a:gd name="T22" fmla="*/ 0 w 77"/>
                  <a:gd name="T23" fmla="*/ 2 h 52"/>
                  <a:gd name="T24" fmla="*/ 0 w 77"/>
                  <a:gd name="T25" fmla="*/ 2 h 52"/>
                  <a:gd name="T26" fmla="*/ 1 w 77"/>
                  <a:gd name="T27" fmla="*/ 1 h 52"/>
                  <a:gd name="T28" fmla="*/ 4 w 77"/>
                  <a:gd name="T29" fmla="*/ 0 h 52"/>
                  <a:gd name="T30" fmla="*/ 6 w 77"/>
                  <a:gd name="T31" fmla="*/ 0 h 52"/>
                  <a:gd name="T32" fmla="*/ 8 w 77"/>
                  <a:gd name="T33" fmla="*/ 1 h 52"/>
                  <a:gd name="T34" fmla="*/ 74 w 77"/>
                  <a:gd name="T35" fmla="*/ 42 h 52"/>
                  <a:gd name="T36" fmla="*/ 74 w 77"/>
                  <a:gd name="T37" fmla="*/ 42 h 52"/>
                  <a:gd name="T38" fmla="*/ 75 w 77"/>
                  <a:gd name="T39" fmla="*/ 43 h 52"/>
                  <a:gd name="T40" fmla="*/ 77 w 77"/>
                  <a:gd name="T41" fmla="*/ 46 h 52"/>
                  <a:gd name="T42" fmla="*/ 77 w 77"/>
                  <a:gd name="T43" fmla="*/ 47 h 52"/>
                  <a:gd name="T44" fmla="*/ 75 w 77"/>
                  <a:gd name="T45" fmla="*/ 50 h 52"/>
                  <a:gd name="T46" fmla="*/ 75 w 77"/>
                  <a:gd name="T47" fmla="*/ 5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77" h="52">
                    <a:moveTo>
                      <a:pt x="75" y="50"/>
                    </a:moveTo>
                    <a:lnTo>
                      <a:pt x="75" y="50"/>
                    </a:lnTo>
                    <a:lnTo>
                      <a:pt x="74" y="51"/>
                    </a:lnTo>
                    <a:lnTo>
                      <a:pt x="71" y="52"/>
                    </a:lnTo>
                    <a:lnTo>
                      <a:pt x="69" y="52"/>
                    </a:lnTo>
                    <a:lnTo>
                      <a:pt x="67" y="51"/>
                    </a:lnTo>
                    <a:lnTo>
                      <a:pt x="2" y="12"/>
                    </a:lnTo>
                    <a:lnTo>
                      <a:pt x="2" y="12"/>
                    </a:lnTo>
                    <a:lnTo>
                      <a:pt x="0" y="9"/>
                    </a:lnTo>
                    <a:lnTo>
                      <a:pt x="0" y="8"/>
                    </a:lnTo>
                    <a:lnTo>
                      <a:pt x="0" y="5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4" y="0"/>
                    </a:lnTo>
                    <a:lnTo>
                      <a:pt x="6" y="0"/>
                    </a:lnTo>
                    <a:lnTo>
                      <a:pt x="8" y="1"/>
                    </a:lnTo>
                    <a:lnTo>
                      <a:pt x="74" y="42"/>
                    </a:lnTo>
                    <a:lnTo>
                      <a:pt x="74" y="42"/>
                    </a:lnTo>
                    <a:lnTo>
                      <a:pt x="75" y="43"/>
                    </a:lnTo>
                    <a:lnTo>
                      <a:pt x="77" y="46"/>
                    </a:lnTo>
                    <a:lnTo>
                      <a:pt x="77" y="47"/>
                    </a:lnTo>
                    <a:lnTo>
                      <a:pt x="75" y="50"/>
                    </a:lnTo>
                    <a:lnTo>
                      <a:pt x="75" y="50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63" name="ïSļidê">
                <a:extLst>
                  <a:ext uri="{FF2B5EF4-FFF2-40B4-BE49-F238E27FC236}">
                    <a16:creationId xmlns:a16="http://schemas.microsoft.com/office/drawing/2014/main" id="{1AFEB676-AECE-2DB9-5DF1-21C3B30C8F4A}"/>
                  </a:ext>
                </a:extLst>
              </p:cNvPr>
              <p:cNvSpPr/>
              <p:nvPr/>
            </p:nvSpPr>
            <p:spPr bwMode="auto">
              <a:xfrm>
                <a:off x="3158092" y="3084125"/>
                <a:ext cx="156352" cy="212294"/>
              </a:xfrm>
              <a:custGeom>
                <a:avLst/>
                <a:gdLst>
                  <a:gd name="T0" fmla="*/ 109 w 109"/>
                  <a:gd name="T1" fmla="*/ 5 h 148"/>
                  <a:gd name="T2" fmla="*/ 99 w 109"/>
                  <a:gd name="T3" fmla="*/ 0 h 148"/>
                  <a:gd name="T4" fmla="*/ 15 w 109"/>
                  <a:gd name="T5" fmla="*/ 137 h 148"/>
                  <a:gd name="T6" fmla="*/ 15 w 109"/>
                  <a:gd name="T7" fmla="*/ 137 h 148"/>
                  <a:gd name="T8" fmla="*/ 12 w 109"/>
                  <a:gd name="T9" fmla="*/ 139 h 148"/>
                  <a:gd name="T10" fmla="*/ 8 w 109"/>
                  <a:gd name="T11" fmla="*/ 142 h 148"/>
                  <a:gd name="T12" fmla="*/ 4 w 109"/>
                  <a:gd name="T13" fmla="*/ 143 h 148"/>
                  <a:gd name="T14" fmla="*/ 0 w 109"/>
                  <a:gd name="T15" fmla="*/ 143 h 148"/>
                  <a:gd name="T16" fmla="*/ 0 w 109"/>
                  <a:gd name="T17" fmla="*/ 143 h 148"/>
                  <a:gd name="T18" fmla="*/ 0 w 109"/>
                  <a:gd name="T19" fmla="*/ 145 h 148"/>
                  <a:gd name="T20" fmla="*/ 0 w 109"/>
                  <a:gd name="T21" fmla="*/ 145 h 148"/>
                  <a:gd name="T22" fmla="*/ 7 w 109"/>
                  <a:gd name="T23" fmla="*/ 148 h 148"/>
                  <a:gd name="T24" fmla="*/ 14 w 109"/>
                  <a:gd name="T25" fmla="*/ 148 h 148"/>
                  <a:gd name="T26" fmla="*/ 21 w 109"/>
                  <a:gd name="T27" fmla="*/ 145 h 148"/>
                  <a:gd name="T28" fmla="*/ 25 w 109"/>
                  <a:gd name="T29" fmla="*/ 141 h 148"/>
                  <a:gd name="T30" fmla="*/ 109 w 109"/>
                  <a:gd name="T31" fmla="*/ 5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9" h="148">
                    <a:moveTo>
                      <a:pt x="109" y="5"/>
                    </a:moveTo>
                    <a:lnTo>
                      <a:pt x="99" y="0"/>
                    </a:lnTo>
                    <a:lnTo>
                      <a:pt x="15" y="137"/>
                    </a:lnTo>
                    <a:lnTo>
                      <a:pt x="15" y="137"/>
                    </a:lnTo>
                    <a:lnTo>
                      <a:pt x="12" y="139"/>
                    </a:lnTo>
                    <a:lnTo>
                      <a:pt x="8" y="142"/>
                    </a:lnTo>
                    <a:lnTo>
                      <a:pt x="4" y="143"/>
                    </a:lnTo>
                    <a:lnTo>
                      <a:pt x="0" y="143"/>
                    </a:lnTo>
                    <a:lnTo>
                      <a:pt x="0" y="143"/>
                    </a:lnTo>
                    <a:lnTo>
                      <a:pt x="0" y="145"/>
                    </a:lnTo>
                    <a:lnTo>
                      <a:pt x="0" y="145"/>
                    </a:lnTo>
                    <a:lnTo>
                      <a:pt x="7" y="148"/>
                    </a:lnTo>
                    <a:lnTo>
                      <a:pt x="14" y="148"/>
                    </a:lnTo>
                    <a:lnTo>
                      <a:pt x="21" y="145"/>
                    </a:lnTo>
                    <a:lnTo>
                      <a:pt x="25" y="141"/>
                    </a:lnTo>
                    <a:lnTo>
                      <a:pt x="109" y="5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7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64" name="íś1iḑé">
                <a:extLst>
                  <a:ext uri="{FF2B5EF4-FFF2-40B4-BE49-F238E27FC236}">
                    <a16:creationId xmlns:a16="http://schemas.microsoft.com/office/drawing/2014/main" id="{5F2A9F1A-0A37-3CAD-E46C-DE16EEA980BA}"/>
                  </a:ext>
                </a:extLst>
              </p:cNvPr>
              <p:cNvSpPr/>
              <p:nvPr/>
            </p:nvSpPr>
            <p:spPr bwMode="auto">
              <a:xfrm>
                <a:off x="1946010" y="4483288"/>
                <a:ext cx="196516" cy="210859"/>
              </a:xfrm>
              <a:custGeom>
                <a:avLst/>
                <a:gdLst>
                  <a:gd name="T0" fmla="*/ 107 w 137"/>
                  <a:gd name="T1" fmla="*/ 68 h 147"/>
                  <a:gd name="T2" fmla="*/ 103 w 137"/>
                  <a:gd name="T3" fmla="*/ 51 h 147"/>
                  <a:gd name="T4" fmla="*/ 103 w 137"/>
                  <a:gd name="T5" fmla="*/ 99 h 147"/>
                  <a:gd name="T6" fmla="*/ 117 w 137"/>
                  <a:gd name="T7" fmla="*/ 111 h 147"/>
                  <a:gd name="T8" fmla="*/ 115 w 137"/>
                  <a:gd name="T9" fmla="*/ 118 h 147"/>
                  <a:gd name="T10" fmla="*/ 103 w 137"/>
                  <a:gd name="T11" fmla="*/ 38 h 147"/>
                  <a:gd name="T12" fmla="*/ 115 w 137"/>
                  <a:gd name="T13" fmla="*/ 19 h 147"/>
                  <a:gd name="T14" fmla="*/ 117 w 137"/>
                  <a:gd name="T15" fmla="*/ 24 h 147"/>
                  <a:gd name="T16" fmla="*/ 103 w 137"/>
                  <a:gd name="T17" fmla="*/ 38 h 147"/>
                  <a:gd name="T18" fmla="*/ 114 w 137"/>
                  <a:gd name="T19" fmla="*/ 68 h 147"/>
                  <a:gd name="T20" fmla="*/ 134 w 137"/>
                  <a:gd name="T21" fmla="*/ 65 h 147"/>
                  <a:gd name="T22" fmla="*/ 136 w 137"/>
                  <a:gd name="T23" fmla="*/ 70 h 147"/>
                  <a:gd name="T24" fmla="*/ 114 w 137"/>
                  <a:gd name="T25" fmla="*/ 70 h 147"/>
                  <a:gd name="T26" fmla="*/ 69 w 137"/>
                  <a:gd name="T27" fmla="*/ 30 h 147"/>
                  <a:gd name="T28" fmla="*/ 103 w 137"/>
                  <a:gd name="T29" fmla="*/ 51 h 147"/>
                  <a:gd name="T30" fmla="*/ 90 w 137"/>
                  <a:gd name="T31" fmla="*/ 100 h 147"/>
                  <a:gd name="T32" fmla="*/ 84 w 137"/>
                  <a:gd name="T33" fmla="*/ 142 h 147"/>
                  <a:gd name="T34" fmla="*/ 69 w 137"/>
                  <a:gd name="T35" fmla="*/ 114 h 147"/>
                  <a:gd name="T36" fmla="*/ 83 w 137"/>
                  <a:gd name="T37" fmla="*/ 96 h 147"/>
                  <a:gd name="T38" fmla="*/ 95 w 137"/>
                  <a:gd name="T39" fmla="*/ 84 h 147"/>
                  <a:gd name="T40" fmla="*/ 99 w 137"/>
                  <a:gd name="T41" fmla="*/ 62 h 147"/>
                  <a:gd name="T42" fmla="*/ 91 w 137"/>
                  <a:gd name="T43" fmla="*/ 47 h 147"/>
                  <a:gd name="T44" fmla="*/ 69 w 137"/>
                  <a:gd name="T45" fmla="*/ 38 h 147"/>
                  <a:gd name="T46" fmla="*/ 100 w 137"/>
                  <a:gd name="T47" fmla="*/ 31 h 147"/>
                  <a:gd name="T48" fmla="*/ 100 w 137"/>
                  <a:gd name="T49" fmla="*/ 36 h 147"/>
                  <a:gd name="T50" fmla="*/ 103 w 137"/>
                  <a:gd name="T51" fmla="*/ 99 h 147"/>
                  <a:gd name="T52" fmla="*/ 99 w 137"/>
                  <a:gd name="T53" fmla="*/ 101 h 147"/>
                  <a:gd name="T54" fmla="*/ 103 w 137"/>
                  <a:gd name="T55" fmla="*/ 99 h 147"/>
                  <a:gd name="T56" fmla="*/ 72 w 137"/>
                  <a:gd name="T57" fmla="*/ 1 h 147"/>
                  <a:gd name="T58" fmla="*/ 72 w 137"/>
                  <a:gd name="T59" fmla="*/ 23 h 147"/>
                  <a:gd name="T60" fmla="*/ 67 w 137"/>
                  <a:gd name="T61" fmla="*/ 147 h 147"/>
                  <a:gd name="T62" fmla="*/ 49 w 137"/>
                  <a:gd name="T63" fmla="*/ 137 h 147"/>
                  <a:gd name="T64" fmla="*/ 41 w 137"/>
                  <a:gd name="T65" fmla="*/ 92 h 147"/>
                  <a:gd name="T66" fmla="*/ 41 w 137"/>
                  <a:gd name="T67" fmla="*/ 43 h 147"/>
                  <a:gd name="T68" fmla="*/ 69 w 137"/>
                  <a:gd name="T69" fmla="*/ 30 h 147"/>
                  <a:gd name="T70" fmla="*/ 57 w 137"/>
                  <a:gd name="T71" fmla="*/ 40 h 147"/>
                  <a:gd name="T72" fmla="*/ 45 w 137"/>
                  <a:gd name="T73" fmla="*/ 51 h 147"/>
                  <a:gd name="T74" fmla="*/ 40 w 137"/>
                  <a:gd name="T75" fmla="*/ 68 h 147"/>
                  <a:gd name="T76" fmla="*/ 54 w 137"/>
                  <a:gd name="T77" fmla="*/ 93 h 147"/>
                  <a:gd name="T78" fmla="*/ 56 w 137"/>
                  <a:gd name="T79" fmla="*/ 97 h 147"/>
                  <a:gd name="T80" fmla="*/ 69 w 137"/>
                  <a:gd name="T81" fmla="*/ 147 h 147"/>
                  <a:gd name="T82" fmla="*/ 69 w 137"/>
                  <a:gd name="T83" fmla="*/ 24 h 147"/>
                  <a:gd name="T84" fmla="*/ 65 w 137"/>
                  <a:gd name="T85" fmla="*/ 4 h 147"/>
                  <a:gd name="T86" fmla="*/ 69 w 137"/>
                  <a:gd name="T87" fmla="*/ 0 h 147"/>
                  <a:gd name="T88" fmla="*/ 38 w 137"/>
                  <a:gd name="T89" fmla="*/ 104 h 147"/>
                  <a:gd name="T90" fmla="*/ 35 w 137"/>
                  <a:gd name="T91" fmla="*/ 99 h 147"/>
                  <a:gd name="T92" fmla="*/ 35 w 137"/>
                  <a:gd name="T93" fmla="*/ 38 h 147"/>
                  <a:gd name="T94" fmla="*/ 38 w 137"/>
                  <a:gd name="T95" fmla="*/ 31 h 147"/>
                  <a:gd name="T96" fmla="*/ 35 w 137"/>
                  <a:gd name="T97" fmla="*/ 84 h 147"/>
                  <a:gd name="T98" fmla="*/ 33 w 137"/>
                  <a:gd name="T99" fmla="*/ 59 h 147"/>
                  <a:gd name="T100" fmla="*/ 35 w 137"/>
                  <a:gd name="T101" fmla="*/ 30 h 147"/>
                  <a:gd name="T102" fmla="*/ 33 w 137"/>
                  <a:gd name="T103" fmla="*/ 36 h 147"/>
                  <a:gd name="T104" fmla="*/ 21 w 137"/>
                  <a:gd name="T105" fmla="*/ 20 h 147"/>
                  <a:gd name="T106" fmla="*/ 35 w 137"/>
                  <a:gd name="T107" fmla="*/ 30 h 147"/>
                  <a:gd name="T108" fmla="*/ 26 w 137"/>
                  <a:gd name="T109" fmla="*/ 116 h 147"/>
                  <a:gd name="T110" fmla="*/ 21 w 137"/>
                  <a:gd name="T111" fmla="*/ 116 h 147"/>
                  <a:gd name="T112" fmla="*/ 33 w 137"/>
                  <a:gd name="T113" fmla="*/ 99 h 147"/>
                  <a:gd name="T114" fmla="*/ 4 w 137"/>
                  <a:gd name="T115" fmla="*/ 65 h 147"/>
                  <a:gd name="T116" fmla="*/ 23 w 137"/>
                  <a:gd name="T117" fmla="*/ 65 h 147"/>
                  <a:gd name="T118" fmla="*/ 21 w 137"/>
                  <a:gd name="T119" fmla="*/ 72 h 147"/>
                  <a:gd name="T120" fmla="*/ 0 w 137"/>
                  <a:gd name="T121" fmla="*/ 68 h 147"/>
                  <a:gd name="T122" fmla="*/ 4 w 137"/>
                  <a:gd name="T123" fmla="*/ 65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37" h="147">
                    <a:moveTo>
                      <a:pt x="103" y="51"/>
                    </a:moveTo>
                    <a:lnTo>
                      <a:pt x="103" y="51"/>
                    </a:lnTo>
                    <a:lnTo>
                      <a:pt x="106" y="59"/>
                    </a:lnTo>
                    <a:lnTo>
                      <a:pt x="107" y="68"/>
                    </a:lnTo>
                    <a:lnTo>
                      <a:pt x="107" y="68"/>
                    </a:lnTo>
                    <a:lnTo>
                      <a:pt x="106" y="77"/>
                    </a:lnTo>
                    <a:lnTo>
                      <a:pt x="103" y="84"/>
                    </a:lnTo>
                    <a:lnTo>
                      <a:pt x="103" y="51"/>
                    </a:lnTo>
                    <a:lnTo>
                      <a:pt x="103" y="51"/>
                    </a:lnTo>
                    <a:close/>
                    <a:moveTo>
                      <a:pt x="103" y="107"/>
                    </a:moveTo>
                    <a:lnTo>
                      <a:pt x="103" y="99"/>
                    </a:lnTo>
                    <a:lnTo>
                      <a:pt x="103" y="99"/>
                    </a:lnTo>
                    <a:lnTo>
                      <a:pt x="106" y="99"/>
                    </a:lnTo>
                    <a:lnTo>
                      <a:pt x="106" y="99"/>
                    </a:lnTo>
                    <a:lnTo>
                      <a:pt x="117" y="111"/>
                    </a:lnTo>
                    <a:lnTo>
                      <a:pt x="117" y="111"/>
                    </a:lnTo>
                    <a:lnTo>
                      <a:pt x="118" y="114"/>
                    </a:lnTo>
                    <a:lnTo>
                      <a:pt x="117" y="116"/>
                    </a:lnTo>
                    <a:lnTo>
                      <a:pt x="117" y="116"/>
                    </a:lnTo>
                    <a:lnTo>
                      <a:pt x="115" y="118"/>
                    </a:lnTo>
                    <a:lnTo>
                      <a:pt x="113" y="116"/>
                    </a:lnTo>
                    <a:lnTo>
                      <a:pt x="103" y="107"/>
                    </a:lnTo>
                    <a:lnTo>
                      <a:pt x="103" y="107"/>
                    </a:lnTo>
                    <a:close/>
                    <a:moveTo>
                      <a:pt x="103" y="38"/>
                    </a:moveTo>
                    <a:lnTo>
                      <a:pt x="103" y="28"/>
                    </a:lnTo>
                    <a:lnTo>
                      <a:pt x="113" y="20"/>
                    </a:lnTo>
                    <a:lnTo>
                      <a:pt x="113" y="20"/>
                    </a:lnTo>
                    <a:lnTo>
                      <a:pt x="115" y="19"/>
                    </a:lnTo>
                    <a:lnTo>
                      <a:pt x="117" y="20"/>
                    </a:lnTo>
                    <a:lnTo>
                      <a:pt x="117" y="20"/>
                    </a:lnTo>
                    <a:lnTo>
                      <a:pt x="118" y="23"/>
                    </a:lnTo>
                    <a:lnTo>
                      <a:pt x="117" y="24"/>
                    </a:lnTo>
                    <a:lnTo>
                      <a:pt x="106" y="36"/>
                    </a:lnTo>
                    <a:lnTo>
                      <a:pt x="106" y="36"/>
                    </a:lnTo>
                    <a:lnTo>
                      <a:pt x="106" y="36"/>
                    </a:lnTo>
                    <a:lnTo>
                      <a:pt x="103" y="38"/>
                    </a:lnTo>
                    <a:lnTo>
                      <a:pt x="103" y="38"/>
                    </a:lnTo>
                    <a:close/>
                    <a:moveTo>
                      <a:pt x="114" y="68"/>
                    </a:moveTo>
                    <a:lnTo>
                      <a:pt x="114" y="68"/>
                    </a:lnTo>
                    <a:lnTo>
                      <a:pt x="114" y="68"/>
                    </a:lnTo>
                    <a:lnTo>
                      <a:pt x="114" y="65"/>
                    </a:lnTo>
                    <a:lnTo>
                      <a:pt x="117" y="65"/>
                    </a:lnTo>
                    <a:lnTo>
                      <a:pt x="134" y="65"/>
                    </a:lnTo>
                    <a:lnTo>
                      <a:pt x="134" y="65"/>
                    </a:lnTo>
                    <a:lnTo>
                      <a:pt x="136" y="65"/>
                    </a:lnTo>
                    <a:lnTo>
                      <a:pt x="137" y="68"/>
                    </a:lnTo>
                    <a:lnTo>
                      <a:pt x="137" y="68"/>
                    </a:lnTo>
                    <a:lnTo>
                      <a:pt x="136" y="70"/>
                    </a:lnTo>
                    <a:lnTo>
                      <a:pt x="134" y="72"/>
                    </a:lnTo>
                    <a:lnTo>
                      <a:pt x="117" y="72"/>
                    </a:lnTo>
                    <a:lnTo>
                      <a:pt x="117" y="72"/>
                    </a:lnTo>
                    <a:lnTo>
                      <a:pt x="114" y="70"/>
                    </a:lnTo>
                    <a:lnTo>
                      <a:pt x="114" y="68"/>
                    </a:lnTo>
                    <a:lnTo>
                      <a:pt x="114" y="68"/>
                    </a:lnTo>
                    <a:close/>
                    <a:moveTo>
                      <a:pt x="69" y="30"/>
                    </a:moveTo>
                    <a:lnTo>
                      <a:pt x="69" y="30"/>
                    </a:lnTo>
                    <a:lnTo>
                      <a:pt x="80" y="32"/>
                    </a:lnTo>
                    <a:lnTo>
                      <a:pt x="90" y="36"/>
                    </a:lnTo>
                    <a:lnTo>
                      <a:pt x="98" y="43"/>
                    </a:lnTo>
                    <a:lnTo>
                      <a:pt x="103" y="51"/>
                    </a:lnTo>
                    <a:lnTo>
                      <a:pt x="103" y="84"/>
                    </a:lnTo>
                    <a:lnTo>
                      <a:pt x="103" y="84"/>
                    </a:lnTo>
                    <a:lnTo>
                      <a:pt x="98" y="93"/>
                    </a:lnTo>
                    <a:lnTo>
                      <a:pt x="90" y="100"/>
                    </a:lnTo>
                    <a:lnTo>
                      <a:pt x="90" y="130"/>
                    </a:lnTo>
                    <a:lnTo>
                      <a:pt x="90" y="130"/>
                    </a:lnTo>
                    <a:lnTo>
                      <a:pt x="88" y="137"/>
                    </a:lnTo>
                    <a:lnTo>
                      <a:pt x="84" y="142"/>
                    </a:lnTo>
                    <a:lnTo>
                      <a:pt x="79" y="146"/>
                    </a:lnTo>
                    <a:lnTo>
                      <a:pt x="71" y="147"/>
                    </a:lnTo>
                    <a:lnTo>
                      <a:pt x="69" y="147"/>
                    </a:lnTo>
                    <a:lnTo>
                      <a:pt x="69" y="114"/>
                    </a:lnTo>
                    <a:lnTo>
                      <a:pt x="82" y="114"/>
                    </a:lnTo>
                    <a:lnTo>
                      <a:pt x="82" y="97"/>
                    </a:lnTo>
                    <a:lnTo>
                      <a:pt x="82" y="97"/>
                    </a:lnTo>
                    <a:lnTo>
                      <a:pt x="83" y="96"/>
                    </a:lnTo>
                    <a:lnTo>
                      <a:pt x="84" y="95"/>
                    </a:lnTo>
                    <a:lnTo>
                      <a:pt x="84" y="95"/>
                    </a:lnTo>
                    <a:lnTo>
                      <a:pt x="91" y="89"/>
                    </a:lnTo>
                    <a:lnTo>
                      <a:pt x="95" y="84"/>
                    </a:lnTo>
                    <a:lnTo>
                      <a:pt x="98" y="76"/>
                    </a:lnTo>
                    <a:lnTo>
                      <a:pt x="99" y="68"/>
                    </a:lnTo>
                    <a:lnTo>
                      <a:pt x="99" y="68"/>
                    </a:lnTo>
                    <a:lnTo>
                      <a:pt x="99" y="62"/>
                    </a:lnTo>
                    <a:lnTo>
                      <a:pt x="96" y="57"/>
                    </a:lnTo>
                    <a:lnTo>
                      <a:pt x="94" y="51"/>
                    </a:lnTo>
                    <a:lnTo>
                      <a:pt x="91" y="47"/>
                    </a:lnTo>
                    <a:lnTo>
                      <a:pt x="91" y="47"/>
                    </a:lnTo>
                    <a:lnTo>
                      <a:pt x="86" y="43"/>
                    </a:lnTo>
                    <a:lnTo>
                      <a:pt x="82" y="40"/>
                    </a:lnTo>
                    <a:lnTo>
                      <a:pt x="75" y="39"/>
                    </a:lnTo>
                    <a:lnTo>
                      <a:pt x="69" y="38"/>
                    </a:lnTo>
                    <a:lnTo>
                      <a:pt x="69" y="30"/>
                    </a:lnTo>
                    <a:lnTo>
                      <a:pt x="69" y="30"/>
                    </a:lnTo>
                    <a:close/>
                    <a:moveTo>
                      <a:pt x="103" y="28"/>
                    </a:moveTo>
                    <a:lnTo>
                      <a:pt x="100" y="31"/>
                    </a:lnTo>
                    <a:lnTo>
                      <a:pt x="100" y="31"/>
                    </a:lnTo>
                    <a:lnTo>
                      <a:pt x="99" y="34"/>
                    </a:lnTo>
                    <a:lnTo>
                      <a:pt x="100" y="36"/>
                    </a:lnTo>
                    <a:lnTo>
                      <a:pt x="100" y="36"/>
                    </a:lnTo>
                    <a:lnTo>
                      <a:pt x="103" y="38"/>
                    </a:lnTo>
                    <a:lnTo>
                      <a:pt x="103" y="28"/>
                    </a:lnTo>
                    <a:lnTo>
                      <a:pt x="103" y="28"/>
                    </a:lnTo>
                    <a:close/>
                    <a:moveTo>
                      <a:pt x="103" y="99"/>
                    </a:moveTo>
                    <a:lnTo>
                      <a:pt x="103" y="99"/>
                    </a:lnTo>
                    <a:lnTo>
                      <a:pt x="100" y="99"/>
                    </a:lnTo>
                    <a:lnTo>
                      <a:pt x="100" y="99"/>
                    </a:lnTo>
                    <a:lnTo>
                      <a:pt x="99" y="101"/>
                    </a:lnTo>
                    <a:lnTo>
                      <a:pt x="100" y="104"/>
                    </a:lnTo>
                    <a:lnTo>
                      <a:pt x="103" y="107"/>
                    </a:lnTo>
                    <a:lnTo>
                      <a:pt x="103" y="99"/>
                    </a:lnTo>
                    <a:lnTo>
                      <a:pt x="103" y="99"/>
                    </a:lnTo>
                    <a:close/>
                    <a:moveTo>
                      <a:pt x="69" y="24"/>
                    </a:moveTo>
                    <a:lnTo>
                      <a:pt x="69" y="0"/>
                    </a:lnTo>
                    <a:lnTo>
                      <a:pt x="69" y="0"/>
                    </a:lnTo>
                    <a:lnTo>
                      <a:pt x="72" y="1"/>
                    </a:lnTo>
                    <a:lnTo>
                      <a:pt x="72" y="4"/>
                    </a:lnTo>
                    <a:lnTo>
                      <a:pt x="72" y="20"/>
                    </a:lnTo>
                    <a:lnTo>
                      <a:pt x="72" y="20"/>
                    </a:lnTo>
                    <a:lnTo>
                      <a:pt x="72" y="23"/>
                    </a:lnTo>
                    <a:lnTo>
                      <a:pt x="69" y="24"/>
                    </a:lnTo>
                    <a:lnTo>
                      <a:pt x="69" y="24"/>
                    </a:lnTo>
                    <a:close/>
                    <a:moveTo>
                      <a:pt x="69" y="147"/>
                    </a:moveTo>
                    <a:lnTo>
                      <a:pt x="67" y="147"/>
                    </a:lnTo>
                    <a:lnTo>
                      <a:pt x="67" y="147"/>
                    </a:lnTo>
                    <a:lnTo>
                      <a:pt x="60" y="146"/>
                    </a:lnTo>
                    <a:lnTo>
                      <a:pt x="53" y="142"/>
                    </a:lnTo>
                    <a:lnTo>
                      <a:pt x="49" y="137"/>
                    </a:lnTo>
                    <a:lnTo>
                      <a:pt x="48" y="130"/>
                    </a:lnTo>
                    <a:lnTo>
                      <a:pt x="48" y="99"/>
                    </a:lnTo>
                    <a:lnTo>
                      <a:pt x="48" y="99"/>
                    </a:lnTo>
                    <a:lnTo>
                      <a:pt x="41" y="92"/>
                    </a:lnTo>
                    <a:lnTo>
                      <a:pt x="35" y="84"/>
                    </a:lnTo>
                    <a:lnTo>
                      <a:pt x="35" y="51"/>
                    </a:lnTo>
                    <a:lnTo>
                      <a:pt x="35" y="51"/>
                    </a:lnTo>
                    <a:lnTo>
                      <a:pt x="41" y="43"/>
                    </a:lnTo>
                    <a:lnTo>
                      <a:pt x="49" y="36"/>
                    </a:lnTo>
                    <a:lnTo>
                      <a:pt x="59" y="32"/>
                    </a:lnTo>
                    <a:lnTo>
                      <a:pt x="64" y="31"/>
                    </a:lnTo>
                    <a:lnTo>
                      <a:pt x="69" y="30"/>
                    </a:lnTo>
                    <a:lnTo>
                      <a:pt x="69" y="38"/>
                    </a:lnTo>
                    <a:lnTo>
                      <a:pt x="69" y="38"/>
                    </a:lnTo>
                    <a:lnTo>
                      <a:pt x="64" y="39"/>
                    </a:lnTo>
                    <a:lnTo>
                      <a:pt x="57" y="40"/>
                    </a:lnTo>
                    <a:lnTo>
                      <a:pt x="53" y="43"/>
                    </a:lnTo>
                    <a:lnTo>
                      <a:pt x="48" y="47"/>
                    </a:lnTo>
                    <a:lnTo>
                      <a:pt x="48" y="47"/>
                    </a:lnTo>
                    <a:lnTo>
                      <a:pt x="45" y="51"/>
                    </a:lnTo>
                    <a:lnTo>
                      <a:pt x="42" y="57"/>
                    </a:lnTo>
                    <a:lnTo>
                      <a:pt x="40" y="62"/>
                    </a:lnTo>
                    <a:lnTo>
                      <a:pt x="40" y="68"/>
                    </a:lnTo>
                    <a:lnTo>
                      <a:pt x="40" y="68"/>
                    </a:lnTo>
                    <a:lnTo>
                      <a:pt x="41" y="76"/>
                    </a:lnTo>
                    <a:lnTo>
                      <a:pt x="44" y="82"/>
                    </a:lnTo>
                    <a:lnTo>
                      <a:pt x="48" y="89"/>
                    </a:lnTo>
                    <a:lnTo>
                      <a:pt x="54" y="93"/>
                    </a:lnTo>
                    <a:lnTo>
                      <a:pt x="54" y="93"/>
                    </a:lnTo>
                    <a:lnTo>
                      <a:pt x="54" y="93"/>
                    </a:lnTo>
                    <a:lnTo>
                      <a:pt x="56" y="95"/>
                    </a:lnTo>
                    <a:lnTo>
                      <a:pt x="56" y="97"/>
                    </a:lnTo>
                    <a:lnTo>
                      <a:pt x="56" y="114"/>
                    </a:lnTo>
                    <a:lnTo>
                      <a:pt x="69" y="114"/>
                    </a:lnTo>
                    <a:lnTo>
                      <a:pt x="69" y="147"/>
                    </a:lnTo>
                    <a:lnTo>
                      <a:pt x="69" y="147"/>
                    </a:lnTo>
                    <a:close/>
                    <a:moveTo>
                      <a:pt x="69" y="0"/>
                    </a:moveTo>
                    <a:lnTo>
                      <a:pt x="69" y="24"/>
                    </a:lnTo>
                    <a:lnTo>
                      <a:pt x="69" y="24"/>
                    </a:lnTo>
                    <a:lnTo>
                      <a:pt x="69" y="24"/>
                    </a:lnTo>
                    <a:lnTo>
                      <a:pt x="69" y="24"/>
                    </a:lnTo>
                    <a:lnTo>
                      <a:pt x="67" y="23"/>
                    </a:lnTo>
                    <a:lnTo>
                      <a:pt x="65" y="20"/>
                    </a:lnTo>
                    <a:lnTo>
                      <a:pt x="65" y="4"/>
                    </a:lnTo>
                    <a:lnTo>
                      <a:pt x="65" y="4"/>
                    </a:lnTo>
                    <a:lnTo>
                      <a:pt x="67" y="1"/>
                    </a:lnTo>
                    <a:lnTo>
                      <a:pt x="69" y="0"/>
                    </a:lnTo>
                    <a:lnTo>
                      <a:pt x="69" y="0"/>
                    </a:lnTo>
                    <a:lnTo>
                      <a:pt x="69" y="0"/>
                    </a:lnTo>
                    <a:close/>
                    <a:moveTo>
                      <a:pt x="35" y="107"/>
                    </a:moveTo>
                    <a:lnTo>
                      <a:pt x="38" y="104"/>
                    </a:lnTo>
                    <a:lnTo>
                      <a:pt x="38" y="104"/>
                    </a:lnTo>
                    <a:lnTo>
                      <a:pt x="38" y="101"/>
                    </a:lnTo>
                    <a:lnTo>
                      <a:pt x="38" y="99"/>
                    </a:lnTo>
                    <a:lnTo>
                      <a:pt x="38" y="99"/>
                    </a:lnTo>
                    <a:lnTo>
                      <a:pt x="35" y="99"/>
                    </a:lnTo>
                    <a:lnTo>
                      <a:pt x="35" y="107"/>
                    </a:lnTo>
                    <a:lnTo>
                      <a:pt x="35" y="107"/>
                    </a:lnTo>
                    <a:close/>
                    <a:moveTo>
                      <a:pt x="35" y="38"/>
                    </a:moveTo>
                    <a:lnTo>
                      <a:pt x="35" y="38"/>
                    </a:lnTo>
                    <a:lnTo>
                      <a:pt x="38" y="36"/>
                    </a:lnTo>
                    <a:lnTo>
                      <a:pt x="38" y="36"/>
                    </a:lnTo>
                    <a:lnTo>
                      <a:pt x="38" y="34"/>
                    </a:lnTo>
                    <a:lnTo>
                      <a:pt x="38" y="31"/>
                    </a:lnTo>
                    <a:lnTo>
                      <a:pt x="35" y="30"/>
                    </a:lnTo>
                    <a:lnTo>
                      <a:pt x="35" y="38"/>
                    </a:lnTo>
                    <a:close/>
                    <a:moveTo>
                      <a:pt x="35" y="84"/>
                    </a:moveTo>
                    <a:lnTo>
                      <a:pt x="35" y="84"/>
                    </a:lnTo>
                    <a:lnTo>
                      <a:pt x="33" y="76"/>
                    </a:lnTo>
                    <a:lnTo>
                      <a:pt x="31" y="68"/>
                    </a:lnTo>
                    <a:lnTo>
                      <a:pt x="31" y="68"/>
                    </a:lnTo>
                    <a:lnTo>
                      <a:pt x="33" y="59"/>
                    </a:lnTo>
                    <a:lnTo>
                      <a:pt x="35" y="51"/>
                    </a:lnTo>
                    <a:lnTo>
                      <a:pt x="35" y="84"/>
                    </a:lnTo>
                    <a:lnTo>
                      <a:pt x="35" y="84"/>
                    </a:lnTo>
                    <a:close/>
                    <a:moveTo>
                      <a:pt x="35" y="30"/>
                    </a:moveTo>
                    <a:lnTo>
                      <a:pt x="35" y="38"/>
                    </a:lnTo>
                    <a:lnTo>
                      <a:pt x="35" y="38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21" y="24"/>
                    </a:lnTo>
                    <a:lnTo>
                      <a:pt x="21" y="24"/>
                    </a:lnTo>
                    <a:lnTo>
                      <a:pt x="19" y="23"/>
                    </a:lnTo>
                    <a:lnTo>
                      <a:pt x="21" y="20"/>
                    </a:lnTo>
                    <a:lnTo>
                      <a:pt x="21" y="20"/>
                    </a:lnTo>
                    <a:lnTo>
                      <a:pt x="23" y="19"/>
                    </a:lnTo>
                    <a:lnTo>
                      <a:pt x="26" y="20"/>
                    </a:lnTo>
                    <a:lnTo>
                      <a:pt x="35" y="30"/>
                    </a:lnTo>
                    <a:lnTo>
                      <a:pt x="35" y="30"/>
                    </a:lnTo>
                    <a:close/>
                    <a:moveTo>
                      <a:pt x="35" y="99"/>
                    </a:moveTo>
                    <a:lnTo>
                      <a:pt x="35" y="107"/>
                    </a:lnTo>
                    <a:lnTo>
                      <a:pt x="26" y="116"/>
                    </a:lnTo>
                    <a:lnTo>
                      <a:pt x="26" y="116"/>
                    </a:lnTo>
                    <a:lnTo>
                      <a:pt x="23" y="118"/>
                    </a:lnTo>
                    <a:lnTo>
                      <a:pt x="21" y="116"/>
                    </a:lnTo>
                    <a:lnTo>
                      <a:pt x="21" y="116"/>
                    </a:lnTo>
                    <a:lnTo>
                      <a:pt x="19" y="114"/>
                    </a:lnTo>
                    <a:lnTo>
                      <a:pt x="21" y="111"/>
                    </a:lnTo>
                    <a:lnTo>
                      <a:pt x="33" y="99"/>
                    </a:lnTo>
                    <a:lnTo>
                      <a:pt x="33" y="99"/>
                    </a:lnTo>
                    <a:lnTo>
                      <a:pt x="33" y="99"/>
                    </a:lnTo>
                    <a:lnTo>
                      <a:pt x="35" y="99"/>
                    </a:lnTo>
                    <a:lnTo>
                      <a:pt x="35" y="99"/>
                    </a:lnTo>
                    <a:close/>
                    <a:moveTo>
                      <a:pt x="4" y="65"/>
                    </a:moveTo>
                    <a:lnTo>
                      <a:pt x="4" y="65"/>
                    </a:lnTo>
                    <a:lnTo>
                      <a:pt x="21" y="65"/>
                    </a:lnTo>
                    <a:lnTo>
                      <a:pt x="21" y="65"/>
                    </a:lnTo>
                    <a:lnTo>
                      <a:pt x="23" y="65"/>
                    </a:lnTo>
                    <a:lnTo>
                      <a:pt x="25" y="68"/>
                    </a:lnTo>
                    <a:lnTo>
                      <a:pt x="25" y="68"/>
                    </a:lnTo>
                    <a:lnTo>
                      <a:pt x="23" y="70"/>
                    </a:lnTo>
                    <a:lnTo>
                      <a:pt x="21" y="72"/>
                    </a:lnTo>
                    <a:lnTo>
                      <a:pt x="4" y="72"/>
                    </a:lnTo>
                    <a:lnTo>
                      <a:pt x="4" y="72"/>
                    </a:lnTo>
                    <a:lnTo>
                      <a:pt x="2" y="70"/>
                    </a:lnTo>
                    <a:lnTo>
                      <a:pt x="0" y="68"/>
                    </a:lnTo>
                    <a:lnTo>
                      <a:pt x="0" y="68"/>
                    </a:lnTo>
                    <a:lnTo>
                      <a:pt x="2" y="65"/>
                    </a:lnTo>
                    <a:lnTo>
                      <a:pt x="4" y="65"/>
                    </a:lnTo>
                    <a:lnTo>
                      <a:pt x="4" y="65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 fontScale="47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65" name="íś1ïḑê">
                <a:extLst>
                  <a:ext uri="{FF2B5EF4-FFF2-40B4-BE49-F238E27FC236}">
                    <a16:creationId xmlns:a16="http://schemas.microsoft.com/office/drawing/2014/main" id="{CF90196F-3201-AAB2-F12F-E8B59BA489BA}"/>
                  </a:ext>
                </a:extLst>
              </p:cNvPr>
              <p:cNvSpPr/>
              <p:nvPr/>
            </p:nvSpPr>
            <p:spPr bwMode="auto">
              <a:xfrm>
                <a:off x="2310333" y="3025305"/>
                <a:ext cx="51639" cy="51639"/>
              </a:xfrm>
              <a:custGeom>
                <a:avLst/>
                <a:gdLst>
                  <a:gd name="T0" fmla="*/ 0 w 36"/>
                  <a:gd name="T1" fmla="*/ 22 h 36"/>
                  <a:gd name="T2" fmla="*/ 0 w 36"/>
                  <a:gd name="T3" fmla="*/ 22 h 36"/>
                  <a:gd name="T4" fmla="*/ 2 w 36"/>
                  <a:gd name="T5" fmla="*/ 27 h 36"/>
                  <a:gd name="T6" fmla="*/ 8 w 36"/>
                  <a:gd name="T7" fmla="*/ 33 h 36"/>
                  <a:gd name="T8" fmla="*/ 13 w 36"/>
                  <a:gd name="T9" fmla="*/ 36 h 36"/>
                  <a:gd name="T10" fmla="*/ 21 w 36"/>
                  <a:gd name="T11" fmla="*/ 36 h 36"/>
                  <a:gd name="T12" fmla="*/ 21 w 36"/>
                  <a:gd name="T13" fmla="*/ 36 h 36"/>
                  <a:gd name="T14" fmla="*/ 28 w 36"/>
                  <a:gd name="T15" fmla="*/ 33 h 36"/>
                  <a:gd name="T16" fmla="*/ 32 w 36"/>
                  <a:gd name="T17" fmla="*/ 29 h 36"/>
                  <a:gd name="T18" fmla="*/ 35 w 36"/>
                  <a:gd name="T19" fmla="*/ 22 h 36"/>
                  <a:gd name="T20" fmla="*/ 36 w 36"/>
                  <a:gd name="T21" fmla="*/ 15 h 36"/>
                  <a:gd name="T22" fmla="*/ 36 w 36"/>
                  <a:gd name="T23" fmla="*/ 15 h 36"/>
                  <a:gd name="T24" fmla="*/ 33 w 36"/>
                  <a:gd name="T25" fmla="*/ 8 h 36"/>
                  <a:gd name="T26" fmla="*/ 28 w 36"/>
                  <a:gd name="T27" fmla="*/ 3 h 36"/>
                  <a:gd name="T28" fmla="*/ 21 w 36"/>
                  <a:gd name="T29" fmla="*/ 0 h 36"/>
                  <a:gd name="T30" fmla="*/ 14 w 36"/>
                  <a:gd name="T31" fmla="*/ 0 h 36"/>
                  <a:gd name="T32" fmla="*/ 14 w 36"/>
                  <a:gd name="T33" fmla="*/ 0 h 36"/>
                  <a:gd name="T34" fmla="*/ 8 w 36"/>
                  <a:gd name="T35" fmla="*/ 3 h 36"/>
                  <a:gd name="T36" fmla="*/ 4 w 36"/>
                  <a:gd name="T37" fmla="*/ 8 h 36"/>
                  <a:gd name="T38" fmla="*/ 1 w 36"/>
                  <a:gd name="T39" fmla="*/ 14 h 36"/>
                  <a:gd name="T40" fmla="*/ 0 w 36"/>
                  <a:gd name="T41" fmla="*/ 22 h 36"/>
                  <a:gd name="T42" fmla="*/ 0 w 36"/>
                  <a:gd name="T43" fmla="*/ 2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6" h="36">
                    <a:moveTo>
                      <a:pt x="0" y="22"/>
                    </a:moveTo>
                    <a:lnTo>
                      <a:pt x="0" y="22"/>
                    </a:lnTo>
                    <a:lnTo>
                      <a:pt x="2" y="27"/>
                    </a:lnTo>
                    <a:lnTo>
                      <a:pt x="8" y="33"/>
                    </a:lnTo>
                    <a:lnTo>
                      <a:pt x="13" y="36"/>
                    </a:lnTo>
                    <a:lnTo>
                      <a:pt x="21" y="36"/>
                    </a:lnTo>
                    <a:lnTo>
                      <a:pt x="21" y="36"/>
                    </a:lnTo>
                    <a:lnTo>
                      <a:pt x="28" y="33"/>
                    </a:lnTo>
                    <a:lnTo>
                      <a:pt x="32" y="29"/>
                    </a:lnTo>
                    <a:lnTo>
                      <a:pt x="35" y="22"/>
                    </a:lnTo>
                    <a:lnTo>
                      <a:pt x="36" y="15"/>
                    </a:lnTo>
                    <a:lnTo>
                      <a:pt x="36" y="15"/>
                    </a:lnTo>
                    <a:lnTo>
                      <a:pt x="33" y="8"/>
                    </a:lnTo>
                    <a:lnTo>
                      <a:pt x="28" y="3"/>
                    </a:lnTo>
                    <a:lnTo>
                      <a:pt x="21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8" y="3"/>
                    </a:lnTo>
                    <a:lnTo>
                      <a:pt x="4" y="8"/>
                    </a:lnTo>
                    <a:lnTo>
                      <a:pt x="1" y="14"/>
                    </a:lnTo>
                    <a:lnTo>
                      <a:pt x="0" y="22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66" name="íśḷïde">
                <a:extLst>
                  <a:ext uri="{FF2B5EF4-FFF2-40B4-BE49-F238E27FC236}">
                    <a16:creationId xmlns:a16="http://schemas.microsoft.com/office/drawing/2014/main" id="{69D6E5D3-8E05-198E-27E0-3FAD36783514}"/>
                  </a:ext>
                </a:extLst>
              </p:cNvPr>
              <p:cNvSpPr/>
              <p:nvPr/>
            </p:nvSpPr>
            <p:spPr bwMode="auto">
              <a:xfrm>
                <a:off x="2324677" y="2863215"/>
                <a:ext cx="48770" cy="173565"/>
              </a:xfrm>
              <a:custGeom>
                <a:avLst/>
                <a:gdLst>
                  <a:gd name="T0" fmla="*/ 0 w 34"/>
                  <a:gd name="T1" fmla="*/ 121 h 121"/>
                  <a:gd name="T2" fmla="*/ 0 w 34"/>
                  <a:gd name="T3" fmla="*/ 121 h 121"/>
                  <a:gd name="T4" fmla="*/ 21 w 34"/>
                  <a:gd name="T5" fmla="*/ 17 h 121"/>
                  <a:gd name="T6" fmla="*/ 21 w 34"/>
                  <a:gd name="T7" fmla="*/ 17 h 121"/>
                  <a:gd name="T8" fmla="*/ 27 w 34"/>
                  <a:gd name="T9" fmla="*/ 9 h 121"/>
                  <a:gd name="T10" fmla="*/ 31 w 34"/>
                  <a:gd name="T11" fmla="*/ 2 h 121"/>
                  <a:gd name="T12" fmla="*/ 34 w 34"/>
                  <a:gd name="T13" fmla="*/ 0 h 121"/>
                  <a:gd name="T14" fmla="*/ 34 w 34"/>
                  <a:gd name="T15" fmla="*/ 0 h 121"/>
                  <a:gd name="T16" fmla="*/ 31 w 34"/>
                  <a:gd name="T17" fmla="*/ 19 h 121"/>
                  <a:gd name="T18" fmla="*/ 25 w 34"/>
                  <a:gd name="T19" fmla="*/ 61 h 121"/>
                  <a:gd name="T20" fmla="*/ 14 w 34"/>
                  <a:gd name="T21" fmla="*/ 121 h 121"/>
                  <a:gd name="T22" fmla="*/ 0 w 34"/>
                  <a:gd name="T23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4" h="121">
                    <a:moveTo>
                      <a:pt x="0" y="121"/>
                    </a:moveTo>
                    <a:lnTo>
                      <a:pt x="0" y="121"/>
                    </a:lnTo>
                    <a:lnTo>
                      <a:pt x="21" y="17"/>
                    </a:lnTo>
                    <a:lnTo>
                      <a:pt x="21" y="17"/>
                    </a:lnTo>
                    <a:lnTo>
                      <a:pt x="27" y="9"/>
                    </a:lnTo>
                    <a:lnTo>
                      <a:pt x="31" y="2"/>
                    </a:lnTo>
                    <a:lnTo>
                      <a:pt x="34" y="0"/>
                    </a:lnTo>
                    <a:lnTo>
                      <a:pt x="34" y="0"/>
                    </a:lnTo>
                    <a:lnTo>
                      <a:pt x="31" y="19"/>
                    </a:lnTo>
                    <a:lnTo>
                      <a:pt x="25" y="61"/>
                    </a:lnTo>
                    <a:lnTo>
                      <a:pt x="14" y="121"/>
                    </a:lnTo>
                    <a:lnTo>
                      <a:pt x="0" y="121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3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67" name="iṡḻide">
                <a:extLst>
                  <a:ext uri="{FF2B5EF4-FFF2-40B4-BE49-F238E27FC236}">
                    <a16:creationId xmlns:a16="http://schemas.microsoft.com/office/drawing/2014/main" id="{F95A95A2-5368-4830-EDAF-551D2C599D07}"/>
                  </a:ext>
                </a:extLst>
              </p:cNvPr>
              <p:cNvSpPr/>
              <p:nvPr/>
            </p:nvSpPr>
            <p:spPr bwMode="auto">
              <a:xfrm>
                <a:off x="2228572" y="2890469"/>
                <a:ext cx="111884" cy="150615"/>
              </a:xfrm>
              <a:custGeom>
                <a:avLst/>
                <a:gdLst>
                  <a:gd name="T0" fmla="*/ 77 w 78"/>
                  <a:gd name="T1" fmla="*/ 98 h 105"/>
                  <a:gd name="T2" fmla="*/ 19 w 78"/>
                  <a:gd name="T3" fmla="*/ 13 h 105"/>
                  <a:gd name="T4" fmla="*/ 0 w 78"/>
                  <a:gd name="T5" fmla="*/ 0 h 105"/>
                  <a:gd name="T6" fmla="*/ 8 w 78"/>
                  <a:gd name="T7" fmla="*/ 20 h 105"/>
                  <a:gd name="T8" fmla="*/ 66 w 78"/>
                  <a:gd name="T9" fmla="*/ 105 h 105"/>
                  <a:gd name="T10" fmla="*/ 78 w 78"/>
                  <a:gd name="T11" fmla="*/ 98 h 105"/>
                  <a:gd name="T12" fmla="*/ 77 w 78"/>
                  <a:gd name="T13" fmla="*/ 98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" h="105">
                    <a:moveTo>
                      <a:pt x="77" y="98"/>
                    </a:moveTo>
                    <a:lnTo>
                      <a:pt x="19" y="13"/>
                    </a:lnTo>
                    <a:lnTo>
                      <a:pt x="0" y="0"/>
                    </a:lnTo>
                    <a:lnTo>
                      <a:pt x="8" y="20"/>
                    </a:lnTo>
                    <a:lnTo>
                      <a:pt x="66" y="105"/>
                    </a:lnTo>
                    <a:lnTo>
                      <a:pt x="78" y="98"/>
                    </a:lnTo>
                    <a:lnTo>
                      <a:pt x="77" y="98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68" name="ïsľíde">
                <a:extLst>
                  <a:ext uri="{FF2B5EF4-FFF2-40B4-BE49-F238E27FC236}">
                    <a16:creationId xmlns:a16="http://schemas.microsoft.com/office/drawing/2014/main" id="{19DE9A00-6136-A0CF-D74F-D5EDC65B1876}"/>
                  </a:ext>
                </a:extLst>
              </p:cNvPr>
              <p:cNvSpPr/>
              <p:nvPr/>
            </p:nvSpPr>
            <p:spPr bwMode="auto">
              <a:xfrm>
                <a:off x="2336152" y="3066903"/>
                <a:ext cx="12910" cy="27254"/>
              </a:xfrm>
              <a:custGeom>
                <a:avLst/>
                <a:gdLst>
                  <a:gd name="T0" fmla="*/ 7 w 9"/>
                  <a:gd name="T1" fmla="*/ 2 h 19"/>
                  <a:gd name="T2" fmla="*/ 7 w 9"/>
                  <a:gd name="T3" fmla="*/ 2 h 19"/>
                  <a:gd name="T4" fmla="*/ 6 w 9"/>
                  <a:gd name="T5" fmla="*/ 0 h 19"/>
                  <a:gd name="T6" fmla="*/ 3 w 9"/>
                  <a:gd name="T7" fmla="*/ 0 h 19"/>
                  <a:gd name="T8" fmla="*/ 3 w 9"/>
                  <a:gd name="T9" fmla="*/ 0 h 19"/>
                  <a:gd name="T10" fmla="*/ 0 w 9"/>
                  <a:gd name="T11" fmla="*/ 1 h 19"/>
                  <a:gd name="T12" fmla="*/ 0 w 9"/>
                  <a:gd name="T13" fmla="*/ 4 h 19"/>
                  <a:gd name="T14" fmla="*/ 3 w 9"/>
                  <a:gd name="T15" fmla="*/ 16 h 19"/>
                  <a:gd name="T16" fmla="*/ 3 w 9"/>
                  <a:gd name="T17" fmla="*/ 16 h 19"/>
                  <a:gd name="T18" fmla="*/ 3 w 9"/>
                  <a:gd name="T19" fmla="*/ 19 h 19"/>
                  <a:gd name="T20" fmla="*/ 6 w 9"/>
                  <a:gd name="T21" fmla="*/ 19 h 19"/>
                  <a:gd name="T22" fmla="*/ 6 w 9"/>
                  <a:gd name="T23" fmla="*/ 19 h 19"/>
                  <a:gd name="T24" fmla="*/ 9 w 9"/>
                  <a:gd name="T25" fmla="*/ 17 h 19"/>
                  <a:gd name="T26" fmla="*/ 9 w 9"/>
                  <a:gd name="T27" fmla="*/ 15 h 19"/>
                  <a:gd name="T28" fmla="*/ 7 w 9"/>
                  <a:gd name="T29" fmla="*/ 2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" h="19">
                    <a:moveTo>
                      <a:pt x="7" y="2"/>
                    </a:moveTo>
                    <a:lnTo>
                      <a:pt x="7" y="2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0" y="1"/>
                    </a:lnTo>
                    <a:lnTo>
                      <a:pt x="0" y="4"/>
                    </a:lnTo>
                    <a:lnTo>
                      <a:pt x="3" y="16"/>
                    </a:lnTo>
                    <a:lnTo>
                      <a:pt x="3" y="16"/>
                    </a:lnTo>
                    <a:lnTo>
                      <a:pt x="3" y="19"/>
                    </a:lnTo>
                    <a:lnTo>
                      <a:pt x="6" y="19"/>
                    </a:lnTo>
                    <a:lnTo>
                      <a:pt x="6" y="19"/>
                    </a:lnTo>
                    <a:lnTo>
                      <a:pt x="9" y="17"/>
                    </a:lnTo>
                    <a:lnTo>
                      <a:pt x="9" y="15"/>
                    </a:lnTo>
                    <a:lnTo>
                      <a:pt x="7" y="2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69" name="îšľïďê">
                <a:extLst>
                  <a:ext uri="{FF2B5EF4-FFF2-40B4-BE49-F238E27FC236}">
                    <a16:creationId xmlns:a16="http://schemas.microsoft.com/office/drawing/2014/main" id="{C73F87B5-8570-3E40-9701-D73956949762}"/>
                  </a:ext>
                </a:extLst>
              </p:cNvPr>
              <p:cNvSpPr/>
              <p:nvPr/>
            </p:nvSpPr>
            <p:spPr bwMode="auto">
              <a:xfrm>
                <a:off x="2212811" y="1680438"/>
                <a:ext cx="196516" cy="213728"/>
              </a:xfrm>
              <a:custGeom>
                <a:avLst/>
                <a:gdLst>
                  <a:gd name="T0" fmla="*/ 105 w 137"/>
                  <a:gd name="T1" fmla="*/ 69 h 149"/>
                  <a:gd name="T2" fmla="*/ 103 w 137"/>
                  <a:gd name="T3" fmla="*/ 51 h 149"/>
                  <a:gd name="T4" fmla="*/ 103 w 137"/>
                  <a:gd name="T5" fmla="*/ 99 h 149"/>
                  <a:gd name="T6" fmla="*/ 116 w 137"/>
                  <a:gd name="T7" fmla="*/ 112 h 149"/>
                  <a:gd name="T8" fmla="*/ 114 w 137"/>
                  <a:gd name="T9" fmla="*/ 118 h 149"/>
                  <a:gd name="T10" fmla="*/ 103 w 137"/>
                  <a:gd name="T11" fmla="*/ 38 h 149"/>
                  <a:gd name="T12" fmla="*/ 114 w 137"/>
                  <a:gd name="T13" fmla="*/ 19 h 149"/>
                  <a:gd name="T14" fmla="*/ 116 w 137"/>
                  <a:gd name="T15" fmla="*/ 26 h 149"/>
                  <a:gd name="T16" fmla="*/ 103 w 137"/>
                  <a:gd name="T17" fmla="*/ 38 h 149"/>
                  <a:gd name="T18" fmla="*/ 112 w 137"/>
                  <a:gd name="T19" fmla="*/ 69 h 149"/>
                  <a:gd name="T20" fmla="*/ 133 w 137"/>
                  <a:gd name="T21" fmla="*/ 65 h 149"/>
                  <a:gd name="T22" fmla="*/ 135 w 137"/>
                  <a:gd name="T23" fmla="*/ 72 h 149"/>
                  <a:gd name="T24" fmla="*/ 114 w 137"/>
                  <a:gd name="T25" fmla="*/ 72 h 149"/>
                  <a:gd name="T26" fmla="*/ 69 w 137"/>
                  <a:gd name="T27" fmla="*/ 31 h 149"/>
                  <a:gd name="T28" fmla="*/ 103 w 137"/>
                  <a:gd name="T29" fmla="*/ 51 h 149"/>
                  <a:gd name="T30" fmla="*/ 89 w 137"/>
                  <a:gd name="T31" fmla="*/ 100 h 149"/>
                  <a:gd name="T32" fmla="*/ 84 w 137"/>
                  <a:gd name="T33" fmla="*/ 144 h 149"/>
                  <a:gd name="T34" fmla="*/ 69 w 137"/>
                  <a:gd name="T35" fmla="*/ 115 h 149"/>
                  <a:gd name="T36" fmla="*/ 81 w 137"/>
                  <a:gd name="T37" fmla="*/ 96 h 149"/>
                  <a:gd name="T38" fmla="*/ 95 w 137"/>
                  <a:gd name="T39" fmla="*/ 84 h 149"/>
                  <a:gd name="T40" fmla="*/ 97 w 137"/>
                  <a:gd name="T41" fmla="*/ 62 h 149"/>
                  <a:gd name="T42" fmla="*/ 89 w 137"/>
                  <a:gd name="T43" fmla="*/ 47 h 149"/>
                  <a:gd name="T44" fmla="*/ 69 w 137"/>
                  <a:gd name="T45" fmla="*/ 39 h 149"/>
                  <a:gd name="T46" fmla="*/ 100 w 137"/>
                  <a:gd name="T47" fmla="*/ 33 h 149"/>
                  <a:gd name="T48" fmla="*/ 100 w 137"/>
                  <a:gd name="T49" fmla="*/ 38 h 149"/>
                  <a:gd name="T50" fmla="*/ 103 w 137"/>
                  <a:gd name="T51" fmla="*/ 99 h 149"/>
                  <a:gd name="T52" fmla="*/ 99 w 137"/>
                  <a:gd name="T53" fmla="*/ 103 h 149"/>
                  <a:gd name="T54" fmla="*/ 103 w 137"/>
                  <a:gd name="T55" fmla="*/ 99 h 149"/>
                  <a:gd name="T56" fmla="*/ 70 w 137"/>
                  <a:gd name="T57" fmla="*/ 1 h 149"/>
                  <a:gd name="T58" fmla="*/ 70 w 137"/>
                  <a:gd name="T59" fmla="*/ 23 h 149"/>
                  <a:gd name="T60" fmla="*/ 66 w 137"/>
                  <a:gd name="T61" fmla="*/ 149 h 149"/>
                  <a:gd name="T62" fmla="*/ 49 w 137"/>
                  <a:gd name="T63" fmla="*/ 137 h 149"/>
                  <a:gd name="T64" fmla="*/ 39 w 137"/>
                  <a:gd name="T65" fmla="*/ 93 h 149"/>
                  <a:gd name="T66" fmla="*/ 40 w 137"/>
                  <a:gd name="T67" fmla="*/ 43 h 149"/>
                  <a:gd name="T68" fmla="*/ 69 w 137"/>
                  <a:gd name="T69" fmla="*/ 31 h 149"/>
                  <a:gd name="T70" fmla="*/ 57 w 137"/>
                  <a:gd name="T71" fmla="*/ 41 h 149"/>
                  <a:gd name="T72" fmla="*/ 43 w 137"/>
                  <a:gd name="T73" fmla="*/ 51 h 149"/>
                  <a:gd name="T74" fmla="*/ 38 w 137"/>
                  <a:gd name="T75" fmla="*/ 69 h 149"/>
                  <a:gd name="T76" fmla="*/ 53 w 137"/>
                  <a:gd name="T77" fmla="*/ 95 h 149"/>
                  <a:gd name="T78" fmla="*/ 55 w 137"/>
                  <a:gd name="T79" fmla="*/ 98 h 149"/>
                  <a:gd name="T80" fmla="*/ 69 w 137"/>
                  <a:gd name="T81" fmla="*/ 149 h 149"/>
                  <a:gd name="T82" fmla="*/ 68 w 137"/>
                  <a:gd name="T83" fmla="*/ 24 h 149"/>
                  <a:gd name="T84" fmla="*/ 65 w 137"/>
                  <a:gd name="T85" fmla="*/ 4 h 149"/>
                  <a:gd name="T86" fmla="*/ 69 w 137"/>
                  <a:gd name="T87" fmla="*/ 0 h 149"/>
                  <a:gd name="T88" fmla="*/ 36 w 137"/>
                  <a:gd name="T89" fmla="*/ 106 h 149"/>
                  <a:gd name="T90" fmla="*/ 34 w 137"/>
                  <a:gd name="T91" fmla="*/ 99 h 149"/>
                  <a:gd name="T92" fmla="*/ 34 w 137"/>
                  <a:gd name="T93" fmla="*/ 38 h 149"/>
                  <a:gd name="T94" fmla="*/ 36 w 137"/>
                  <a:gd name="T95" fmla="*/ 33 h 149"/>
                  <a:gd name="T96" fmla="*/ 34 w 137"/>
                  <a:gd name="T97" fmla="*/ 85 h 149"/>
                  <a:gd name="T98" fmla="*/ 31 w 137"/>
                  <a:gd name="T99" fmla="*/ 61 h 149"/>
                  <a:gd name="T100" fmla="*/ 34 w 137"/>
                  <a:gd name="T101" fmla="*/ 30 h 149"/>
                  <a:gd name="T102" fmla="*/ 31 w 137"/>
                  <a:gd name="T103" fmla="*/ 38 h 149"/>
                  <a:gd name="T104" fmla="*/ 20 w 137"/>
                  <a:gd name="T105" fmla="*/ 20 h 149"/>
                  <a:gd name="T106" fmla="*/ 34 w 137"/>
                  <a:gd name="T107" fmla="*/ 30 h 149"/>
                  <a:gd name="T108" fmla="*/ 24 w 137"/>
                  <a:gd name="T109" fmla="*/ 116 h 149"/>
                  <a:gd name="T110" fmla="*/ 20 w 137"/>
                  <a:gd name="T111" fmla="*/ 116 h 149"/>
                  <a:gd name="T112" fmla="*/ 31 w 137"/>
                  <a:gd name="T113" fmla="*/ 100 h 149"/>
                  <a:gd name="T114" fmla="*/ 4 w 137"/>
                  <a:gd name="T115" fmla="*/ 65 h 149"/>
                  <a:gd name="T116" fmla="*/ 23 w 137"/>
                  <a:gd name="T117" fmla="*/ 66 h 149"/>
                  <a:gd name="T118" fmla="*/ 20 w 137"/>
                  <a:gd name="T119" fmla="*/ 72 h 149"/>
                  <a:gd name="T120" fmla="*/ 0 w 137"/>
                  <a:gd name="T121" fmla="*/ 69 h 149"/>
                  <a:gd name="T122" fmla="*/ 4 w 137"/>
                  <a:gd name="T123" fmla="*/ 65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37" h="149">
                    <a:moveTo>
                      <a:pt x="103" y="51"/>
                    </a:moveTo>
                    <a:lnTo>
                      <a:pt x="103" y="51"/>
                    </a:lnTo>
                    <a:lnTo>
                      <a:pt x="105" y="60"/>
                    </a:lnTo>
                    <a:lnTo>
                      <a:pt x="105" y="69"/>
                    </a:lnTo>
                    <a:lnTo>
                      <a:pt x="105" y="69"/>
                    </a:lnTo>
                    <a:lnTo>
                      <a:pt x="105" y="77"/>
                    </a:lnTo>
                    <a:lnTo>
                      <a:pt x="103" y="85"/>
                    </a:lnTo>
                    <a:lnTo>
                      <a:pt x="103" y="51"/>
                    </a:lnTo>
                    <a:lnTo>
                      <a:pt x="103" y="51"/>
                    </a:lnTo>
                    <a:close/>
                    <a:moveTo>
                      <a:pt x="103" y="108"/>
                    </a:moveTo>
                    <a:lnTo>
                      <a:pt x="103" y="99"/>
                    </a:lnTo>
                    <a:lnTo>
                      <a:pt x="103" y="99"/>
                    </a:lnTo>
                    <a:lnTo>
                      <a:pt x="104" y="100"/>
                    </a:lnTo>
                    <a:lnTo>
                      <a:pt x="104" y="100"/>
                    </a:lnTo>
                    <a:lnTo>
                      <a:pt x="116" y="112"/>
                    </a:lnTo>
                    <a:lnTo>
                      <a:pt x="116" y="112"/>
                    </a:lnTo>
                    <a:lnTo>
                      <a:pt x="118" y="115"/>
                    </a:lnTo>
                    <a:lnTo>
                      <a:pt x="116" y="116"/>
                    </a:lnTo>
                    <a:lnTo>
                      <a:pt x="116" y="116"/>
                    </a:lnTo>
                    <a:lnTo>
                      <a:pt x="114" y="118"/>
                    </a:lnTo>
                    <a:lnTo>
                      <a:pt x="111" y="116"/>
                    </a:lnTo>
                    <a:lnTo>
                      <a:pt x="103" y="108"/>
                    </a:lnTo>
                    <a:lnTo>
                      <a:pt x="103" y="108"/>
                    </a:lnTo>
                    <a:close/>
                    <a:moveTo>
                      <a:pt x="103" y="38"/>
                    </a:moveTo>
                    <a:lnTo>
                      <a:pt x="103" y="30"/>
                    </a:lnTo>
                    <a:lnTo>
                      <a:pt x="111" y="20"/>
                    </a:lnTo>
                    <a:lnTo>
                      <a:pt x="111" y="20"/>
                    </a:lnTo>
                    <a:lnTo>
                      <a:pt x="114" y="19"/>
                    </a:lnTo>
                    <a:lnTo>
                      <a:pt x="116" y="20"/>
                    </a:lnTo>
                    <a:lnTo>
                      <a:pt x="116" y="20"/>
                    </a:lnTo>
                    <a:lnTo>
                      <a:pt x="118" y="23"/>
                    </a:lnTo>
                    <a:lnTo>
                      <a:pt x="116" y="26"/>
                    </a:lnTo>
                    <a:lnTo>
                      <a:pt x="104" y="38"/>
                    </a:lnTo>
                    <a:lnTo>
                      <a:pt x="104" y="38"/>
                    </a:lnTo>
                    <a:lnTo>
                      <a:pt x="104" y="38"/>
                    </a:lnTo>
                    <a:lnTo>
                      <a:pt x="103" y="38"/>
                    </a:lnTo>
                    <a:lnTo>
                      <a:pt x="103" y="38"/>
                    </a:lnTo>
                    <a:close/>
                    <a:moveTo>
                      <a:pt x="112" y="69"/>
                    </a:moveTo>
                    <a:lnTo>
                      <a:pt x="112" y="69"/>
                    </a:lnTo>
                    <a:lnTo>
                      <a:pt x="112" y="69"/>
                    </a:lnTo>
                    <a:lnTo>
                      <a:pt x="114" y="66"/>
                    </a:lnTo>
                    <a:lnTo>
                      <a:pt x="116" y="65"/>
                    </a:lnTo>
                    <a:lnTo>
                      <a:pt x="133" y="65"/>
                    </a:lnTo>
                    <a:lnTo>
                      <a:pt x="133" y="65"/>
                    </a:lnTo>
                    <a:lnTo>
                      <a:pt x="135" y="66"/>
                    </a:lnTo>
                    <a:lnTo>
                      <a:pt x="137" y="69"/>
                    </a:lnTo>
                    <a:lnTo>
                      <a:pt x="137" y="69"/>
                    </a:lnTo>
                    <a:lnTo>
                      <a:pt x="135" y="72"/>
                    </a:lnTo>
                    <a:lnTo>
                      <a:pt x="133" y="72"/>
                    </a:lnTo>
                    <a:lnTo>
                      <a:pt x="116" y="72"/>
                    </a:lnTo>
                    <a:lnTo>
                      <a:pt x="116" y="72"/>
                    </a:lnTo>
                    <a:lnTo>
                      <a:pt x="114" y="72"/>
                    </a:lnTo>
                    <a:lnTo>
                      <a:pt x="112" y="69"/>
                    </a:lnTo>
                    <a:lnTo>
                      <a:pt x="112" y="69"/>
                    </a:lnTo>
                    <a:close/>
                    <a:moveTo>
                      <a:pt x="69" y="31"/>
                    </a:moveTo>
                    <a:lnTo>
                      <a:pt x="69" y="31"/>
                    </a:lnTo>
                    <a:lnTo>
                      <a:pt x="78" y="33"/>
                    </a:lnTo>
                    <a:lnTo>
                      <a:pt x="88" y="37"/>
                    </a:lnTo>
                    <a:lnTo>
                      <a:pt x="96" y="43"/>
                    </a:lnTo>
                    <a:lnTo>
                      <a:pt x="103" y="51"/>
                    </a:lnTo>
                    <a:lnTo>
                      <a:pt x="103" y="85"/>
                    </a:lnTo>
                    <a:lnTo>
                      <a:pt x="103" y="85"/>
                    </a:lnTo>
                    <a:lnTo>
                      <a:pt x="96" y="93"/>
                    </a:lnTo>
                    <a:lnTo>
                      <a:pt x="89" y="100"/>
                    </a:lnTo>
                    <a:lnTo>
                      <a:pt x="89" y="130"/>
                    </a:lnTo>
                    <a:lnTo>
                      <a:pt x="89" y="130"/>
                    </a:lnTo>
                    <a:lnTo>
                      <a:pt x="88" y="137"/>
                    </a:lnTo>
                    <a:lnTo>
                      <a:pt x="84" y="144"/>
                    </a:lnTo>
                    <a:lnTo>
                      <a:pt x="77" y="148"/>
                    </a:lnTo>
                    <a:lnTo>
                      <a:pt x="70" y="149"/>
                    </a:lnTo>
                    <a:lnTo>
                      <a:pt x="69" y="149"/>
                    </a:lnTo>
                    <a:lnTo>
                      <a:pt x="69" y="115"/>
                    </a:lnTo>
                    <a:lnTo>
                      <a:pt x="81" y="115"/>
                    </a:lnTo>
                    <a:lnTo>
                      <a:pt x="81" y="98"/>
                    </a:lnTo>
                    <a:lnTo>
                      <a:pt x="81" y="98"/>
                    </a:lnTo>
                    <a:lnTo>
                      <a:pt x="81" y="96"/>
                    </a:lnTo>
                    <a:lnTo>
                      <a:pt x="82" y="95"/>
                    </a:lnTo>
                    <a:lnTo>
                      <a:pt x="82" y="95"/>
                    </a:lnTo>
                    <a:lnTo>
                      <a:pt x="89" y="89"/>
                    </a:lnTo>
                    <a:lnTo>
                      <a:pt x="95" y="84"/>
                    </a:lnTo>
                    <a:lnTo>
                      <a:pt x="97" y="77"/>
                    </a:lnTo>
                    <a:lnTo>
                      <a:pt x="99" y="69"/>
                    </a:lnTo>
                    <a:lnTo>
                      <a:pt x="99" y="69"/>
                    </a:lnTo>
                    <a:lnTo>
                      <a:pt x="97" y="62"/>
                    </a:lnTo>
                    <a:lnTo>
                      <a:pt x="96" y="57"/>
                    </a:lnTo>
                    <a:lnTo>
                      <a:pt x="93" y="51"/>
                    </a:lnTo>
                    <a:lnTo>
                      <a:pt x="89" y="47"/>
                    </a:lnTo>
                    <a:lnTo>
                      <a:pt x="89" y="47"/>
                    </a:lnTo>
                    <a:lnTo>
                      <a:pt x="85" y="43"/>
                    </a:lnTo>
                    <a:lnTo>
                      <a:pt x="80" y="41"/>
                    </a:lnTo>
                    <a:lnTo>
                      <a:pt x="74" y="39"/>
                    </a:lnTo>
                    <a:lnTo>
                      <a:pt x="69" y="39"/>
                    </a:lnTo>
                    <a:lnTo>
                      <a:pt x="69" y="31"/>
                    </a:lnTo>
                    <a:lnTo>
                      <a:pt x="69" y="31"/>
                    </a:lnTo>
                    <a:close/>
                    <a:moveTo>
                      <a:pt x="103" y="30"/>
                    </a:moveTo>
                    <a:lnTo>
                      <a:pt x="100" y="33"/>
                    </a:lnTo>
                    <a:lnTo>
                      <a:pt x="100" y="33"/>
                    </a:lnTo>
                    <a:lnTo>
                      <a:pt x="99" y="35"/>
                    </a:lnTo>
                    <a:lnTo>
                      <a:pt x="100" y="38"/>
                    </a:lnTo>
                    <a:lnTo>
                      <a:pt x="100" y="38"/>
                    </a:lnTo>
                    <a:lnTo>
                      <a:pt x="103" y="38"/>
                    </a:lnTo>
                    <a:lnTo>
                      <a:pt x="103" y="30"/>
                    </a:lnTo>
                    <a:lnTo>
                      <a:pt x="103" y="30"/>
                    </a:lnTo>
                    <a:close/>
                    <a:moveTo>
                      <a:pt x="103" y="99"/>
                    </a:moveTo>
                    <a:lnTo>
                      <a:pt x="103" y="99"/>
                    </a:lnTo>
                    <a:lnTo>
                      <a:pt x="100" y="100"/>
                    </a:lnTo>
                    <a:lnTo>
                      <a:pt x="100" y="100"/>
                    </a:lnTo>
                    <a:lnTo>
                      <a:pt x="99" y="103"/>
                    </a:lnTo>
                    <a:lnTo>
                      <a:pt x="100" y="106"/>
                    </a:lnTo>
                    <a:lnTo>
                      <a:pt x="103" y="108"/>
                    </a:lnTo>
                    <a:lnTo>
                      <a:pt x="103" y="99"/>
                    </a:lnTo>
                    <a:lnTo>
                      <a:pt x="103" y="99"/>
                    </a:lnTo>
                    <a:close/>
                    <a:moveTo>
                      <a:pt x="69" y="24"/>
                    </a:moveTo>
                    <a:lnTo>
                      <a:pt x="69" y="0"/>
                    </a:lnTo>
                    <a:lnTo>
                      <a:pt x="69" y="0"/>
                    </a:lnTo>
                    <a:lnTo>
                      <a:pt x="70" y="1"/>
                    </a:lnTo>
                    <a:lnTo>
                      <a:pt x="72" y="4"/>
                    </a:lnTo>
                    <a:lnTo>
                      <a:pt x="72" y="20"/>
                    </a:lnTo>
                    <a:lnTo>
                      <a:pt x="72" y="20"/>
                    </a:lnTo>
                    <a:lnTo>
                      <a:pt x="70" y="23"/>
                    </a:lnTo>
                    <a:lnTo>
                      <a:pt x="69" y="24"/>
                    </a:lnTo>
                    <a:lnTo>
                      <a:pt x="69" y="24"/>
                    </a:lnTo>
                    <a:close/>
                    <a:moveTo>
                      <a:pt x="69" y="149"/>
                    </a:moveTo>
                    <a:lnTo>
                      <a:pt x="66" y="149"/>
                    </a:lnTo>
                    <a:lnTo>
                      <a:pt x="66" y="149"/>
                    </a:lnTo>
                    <a:lnTo>
                      <a:pt x="58" y="148"/>
                    </a:lnTo>
                    <a:lnTo>
                      <a:pt x="53" y="144"/>
                    </a:lnTo>
                    <a:lnTo>
                      <a:pt x="49" y="137"/>
                    </a:lnTo>
                    <a:lnTo>
                      <a:pt x="47" y="130"/>
                    </a:lnTo>
                    <a:lnTo>
                      <a:pt x="47" y="100"/>
                    </a:lnTo>
                    <a:lnTo>
                      <a:pt x="47" y="100"/>
                    </a:lnTo>
                    <a:lnTo>
                      <a:pt x="39" y="93"/>
                    </a:lnTo>
                    <a:lnTo>
                      <a:pt x="34" y="85"/>
                    </a:lnTo>
                    <a:lnTo>
                      <a:pt x="34" y="53"/>
                    </a:lnTo>
                    <a:lnTo>
                      <a:pt x="34" y="53"/>
                    </a:lnTo>
                    <a:lnTo>
                      <a:pt x="40" y="43"/>
                    </a:lnTo>
                    <a:lnTo>
                      <a:pt x="47" y="37"/>
                    </a:lnTo>
                    <a:lnTo>
                      <a:pt x="58" y="33"/>
                    </a:lnTo>
                    <a:lnTo>
                      <a:pt x="62" y="31"/>
                    </a:lnTo>
                    <a:lnTo>
                      <a:pt x="69" y="31"/>
                    </a:lnTo>
                    <a:lnTo>
                      <a:pt x="69" y="39"/>
                    </a:lnTo>
                    <a:lnTo>
                      <a:pt x="69" y="39"/>
                    </a:lnTo>
                    <a:lnTo>
                      <a:pt x="62" y="39"/>
                    </a:lnTo>
                    <a:lnTo>
                      <a:pt x="57" y="41"/>
                    </a:lnTo>
                    <a:lnTo>
                      <a:pt x="51" y="43"/>
                    </a:lnTo>
                    <a:lnTo>
                      <a:pt x="47" y="47"/>
                    </a:lnTo>
                    <a:lnTo>
                      <a:pt x="47" y="47"/>
                    </a:lnTo>
                    <a:lnTo>
                      <a:pt x="43" y="51"/>
                    </a:lnTo>
                    <a:lnTo>
                      <a:pt x="40" y="57"/>
                    </a:lnTo>
                    <a:lnTo>
                      <a:pt x="39" y="62"/>
                    </a:lnTo>
                    <a:lnTo>
                      <a:pt x="38" y="69"/>
                    </a:lnTo>
                    <a:lnTo>
                      <a:pt x="38" y="69"/>
                    </a:lnTo>
                    <a:lnTo>
                      <a:pt x="39" y="77"/>
                    </a:lnTo>
                    <a:lnTo>
                      <a:pt x="42" y="84"/>
                    </a:lnTo>
                    <a:lnTo>
                      <a:pt x="47" y="89"/>
                    </a:lnTo>
                    <a:lnTo>
                      <a:pt x="53" y="95"/>
                    </a:lnTo>
                    <a:lnTo>
                      <a:pt x="53" y="95"/>
                    </a:lnTo>
                    <a:lnTo>
                      <a:pt x="53" y="95"/>
                    </a:lnTo>
                    <a:lnTo>
                      <a:pt x="54" y="96"/>
                    </a:lnTo>
                    <a:lnTo>
                      <a:pt x="55" y="98"/>
                    </a:lnTo>
                    <a:lnTo>
                      <a:pt x="55" y="115"/>
                    </a:lnTo>
                    <a:lnTo>
                      <a:pt x="69" y="115"/>
                    </a:lnTo>
                    <a:lnTo>
                      <a:pt x="69" y="149"/>
                    </a:lnTo>
                    <a:lnTo>
                      <a:pt x="69" y="149"/>
                    </a:lnTo>
                    <a:close/>
                    <a:moveTo>
                      <a:pt x="69" y="0"/>
                    </a:moveTo>
                    <a:lnTo>
                      <a:pt x="69" y="24"/>
                    </a:lnTo>
                    <a:lnTo>
                      <a:pt x="68" y="24"/>
                    </a:lnTo>
                    <a:lnTo>
                      <a:pt x="68" y="24"/>
                    </a:lnTo>
                    <a:lnTo>
                      <a:pt x="68" y="24"/>
                    </a:lnTo>
                    <a:lnTo>
                      <a:pt x="66" y="23"/>
                    </a:lnTo>
                    <a:lnTo>
                      <a:pt x="65" y="20"/>
                    </a:lnTo>
                    <a:lnTo>
                      <a:pt x="65" y="4"/>
                    </a:lnTo>
                    <a:lnTo>
                      <a:pt x="65" y="4"/>
                    </a:lnTo>
                    <a:lnTo>
                      <a:pt x="66" y="1"/>
                    </a:lnTo>
                    <a:lnTo>
                      <a:pt x="68" y="0"/>
                    </a:lnTo>
                    <a:lnTo>
                      <a:pt x="69" y="0"/>
                    </a:lnTo>
                    <a:lnTo>
                      <a:pt x="69" y="0"/>
                    </a:lnTo>
                    <a:close/>
                    <a:moveTo>
                      <a:pt x="34" y="107"/>
                    </a:moveTo>
                    <a:lnTo>
                      <a:pt x="36" y="106"/>
                    </a:lnTo>
                    <a:lnTo>
                      <a:pt x="36" y="106"/>
                    </a:lnTo>
                    <a:lnTo>
                      <a:pt x="38" y="103"/>
                    </a:lnTo>
                    <a:lnTo>
                      <a:pt x="36" y="100"/>
                    </a:lnTo>
                    <a:lnTo>
                      <a:pt x="36" y="100"/>
                    </a:lnTo>
                    <a:lnTo>
                      <a:pt x="34" y="99"/>
                    </a:lnTo>
                    <a:lnTo>
                      <a:pt x="34" y="107"/>
                    </a:lnTo>
                    <a:lnTo>
                      <a:pt x="34" y="107"/>
                    </a:lnTo>
                    <a:close/>
                    <a:moveTo>
                      <a:pt x="34" y="38"/>
                    </a:moveTo>
                    <a:lnTo>
                      <a:pt x="34" y="38"/>
                    </a:lnTo>
                    <a:lnTo>
                      <a:pt x="36" y="38"/>
                    </a:lnTo>
                    <a:lnTo>
                      <a:pt x="36" y="38"/>
                    </a:lnTo>
                    <a:lnTo>
                      <a:pt x="38" y="35"/>
                    </a:lnTo>
                    <a:lnTo>
                      <a:pt x="36" y="33"/>
                    </a:lnTo>
                    <a:lnTo>
                      <a:pt x="34" y="30"/>
                    </a:lnTo>
                    <a:lnTo>
                      <a:pt x="34" y="38"/>
                    </a:lnTo>
                    <a:close/>
                    <a:moveTo>
                      <a:pt x="34" y="85"/>
                    </a:moveTo>
                    <a:lnTo>
                      <a:pt x="34" y="85"/>
                    </a:lnTo>
                    <a:lnTo>
                      <a:pt x="31" y="77"/>
                    </a:lnTo>
                    <a:lnTo>
                      <a:pt x="31" y="69"/>
                    </a:lnTo>
                    <a:lnTo>
                      <a:pt x="31" y="69"/>
                    </a:lnTo>
                    <a:lnTo>
                      <a:pt x="31" y="61"/>
                    </a:lnTo>
                    <a:lnTo>
                      <a:pt x="34" y="53"/>
                    </a:lnTo>
                    <a:lnTo>
                      <a:pt x="34" y="85"/>
                    </a:lnTo>
                    <a:lnTo>
                      <a:pt x="34" y="85"/>
                    </a:lnTo>
                    <a:close/>
                    <a:moveTo>
                      <a:pt x="34" y="30"/>
                    </a:moveTo>
                    <a:lnTo>
                      <a:pt x="34" y="38"/>
                    </a:lnTo>
                    <a:lnTo>
                      <a:pt x="34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20" y="26"/>
                    </a:lnTo>
                    <a:lnTo>
                      <a:pt x="20" y="26"/>
                    </a:lnTo>
                    <a:lnTo>
                      <a:pt x="19" y="23"/>
                    </a:lnTo>
                    <a:lnTo>
                      <a:pt x="20" y="20"/>
                    </a:lnTo>
                    <a:lnTo>
                      <a:pt x="20" y="20"/>
                    </a:lnTo>
                    <a:lnTo>
                      <a:pt x="23" y="19"/>
                    </a:lnTo>
                    <a:lnTo>
                      <a:pt x="24" y="20"/>
                    </a:lnTo>
                    <a:lnTo>
                      <a:pt x="34" y="30"/>
                    </a:lnTo>
                    <a:lnTo>
                      <a:pt x="34" y="30"/>
                    </a:lnTo>
                    <a:close/>
                    <a:moveTo>
                      <a:pt x="34" y="99"/>
                    </a:moveTo>
                    <a:lnTo>
                      <a:pt x="34" y="107"/>
                    </a:lnTo>
                    <a:lnTo>
                      <a:pt x="24" y="116"/>
                    </a:lnTo>
                    <a:lnTo>
                      <a:pt x="24" y="116"/>
                    </a:lnTo>
                    <a:lnTo>
                      <a:pt x="23" y="118"/>
                    </a:lnTo>
                    <a:lnTo>
                      <a:pt x="20" y="116"/>
                    </a:lnTo>
                    <a:lnTo>
                      <a:pt x="20" y="116"/>
                    </a:lnTo>
                    <a:lnTo>
                      <a:pt x="19" y="115"/>
                    </a:lnTo>
                    <a:lnTo>
                      <a:pt x="20" y="112"/>
                    </a:lnTo>
                    <a:lnTo>
                      <a:pt x="31" y="100"/>
                    </a:lnTo>
                    <a:lnTo>
                      <a:pt x="31" y="100"/>
                    </a:lnTo>
                    <a:lnTo>
                      <a:pt x="31" y="100"/>
                    </a:lnTo>
                    <a:lnTo>
                      <a:pt x="34" y="99"/>
                    </a:lnTo>
                    <a:lnTo>
                      <a:pt x="34" y="99"/>
                    </a:lnTo>
                    <a:close/>
                    <a:moveTo>
                      <a:pt x="4" y="65"/>
                    </a:moveTo>
                    <a:lnTo>
                      <a:pt x="4" y="65"/>
                    </a:lnTo>
                    <a:lnTo>
                      <a:pt x="20" y="65"/>
                    </a:lnTo>
                    <a:lnTo>
                      <a:pt x="20" y="65"/>
                    </a:lnTo>
                    <a:lnTo>
                      <a:pt x="23" y="66"/>
                    </a:lnTo>
                    <a:lnTo>
                      <a:pt x="24" y="69"/>
                    </a:lnTo>
                    <a:lnTo>
                      <a:pt x="24" y="69"/>
                    </a:lnTo>
                    <a:lnTo>
                      <a:pt x="23" y="72"/>
                    </a:lnTo>
                    <a:lnTo>
                      <a:pt x="20" y="72"/>
                    </a:lnTo>
                    <a:lnTo>
                      <a:pt x="4" y="72"/>
                    </a:lnTo>
                    <a:lnTo>
                      <a:pt x="4" y="72"/>
                    </a:lnTo>
                    <a:lnTo>
                      <a:pt x="1" y="72"/>
                    </a:lnTo>
                    <a:lnTo>
                      <a:pt x="0" y="69"/>
                    </a:lnTo>
                    <a:lnTo>
                      <a:pt x="0" y="69"/>
                    </a:lnTo>
                    <a:lnTo>
                      <a:pt x="1" y="66"/>
                    </a:lnTo>
                    <a:lnTo>
                      <a:pt x="4" y="65"/>
                    </a:lnTo>
                    <a:lnTo>
                      <a:pt x="4" y="65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 fontScale="5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70" name="îŝľiḓè">
                <a:extLst>
                  <a:ext uri="{FF2B5EF4-FFF2-40B4-BE49-F238E27FC236}">
                    <a16:creationId xmlns:a16="http://schemas.microsoft.com/office/drawing/2014/main" id="{890887A3-3B59-6591-5680-D1B774951081}"/>
                  </a:ext>
                </a:extLst>
              </p:cNvPr>
              <p:cNvSpPr/>
              <p:nvPr/>
            </p:nvSpPr>
            <p:spPr bwMode="auto">
              <a:xfrm>
                <a:off x="1383477" y="2333768"/>
                <a:ext cx="516746" cy="492816"/>
              </a:xfrm>
              <a:custGeom>
                <a:avLst/>
                <a:gdLst>
                  <a:gd name="connsiteX0" fmla="*/ 315778 w 607639"/>
                  <a:gd name="connsiteY0" fmla="*/ 173080 h 579502"/>
                  <a:gd name="connsiteX1" fmla="*/ 315778 w 607639"/>
                  <a:gd name="connsiteY1" fmla="*/ 266058 h 579502"/>
                  <a:gd name="connsiteX2" fmla="*/ 303493 w 607639"/>
                  <a:gd name="connsiteY2" fmla="*/ 278325 h 579502"/>
                  <a:gd name="connsiteX3" fmla="*/ 210375 w 607639"/>
                  <a:gd name="connsiteY3" fmla="*/ 278325 h 579502"/>
                  <a:gd name="connsiteX4" fmla="*/ 303493 w 607639"/>
                  <a:gd name="connsiteY4" fmla="*/ 359925 h 579502"/>
                  <a:gd name="connsiteX5" fmla="*/ 397500 w 607639"/>
                  <a:gd name="connsiteY5" fmla="*/ 266058 h 579502"/>
                  <a:gd name="connsiteX6" fmla="*/ 315778 w 607639"/>
                  <a:gd name="connsiteY6" fmla="*/ 173080 h 579502"/>
                  <a:gd name="connsiteX7" fmla="*/ 249814 w 607639"/>
                  <a:gd name="connsiteY7" fmla="*/ 160816 h 579502"/>
                  <a:gd name="connsiteX8" fmla="*/ 198110 w 607639"/>
                  <a:gd name="connsiteY8" fmla="*/ 212449 h 579502"/>
                  <a:gd name="connsiteX9" fmla="*/ 249814 w 607639"/>
                  <a:gd name="connsiteY9" fmla="*/ 212449 h 579502"/>
                  <a:gd name="connsiteX10" fmla="*/ 303493 w 607639"/>
                  <a:gd name="connsiteY10" fmla="*/ 147835 h 579502"/>
                  <a:gd name="connsiteX11" fmla="*/ 421981 w 607639"/>
                  <a:gd name="connsiteY11" fmla="*/ 266058 h 579502"/>
                  <a:gd name="connsiteX12" fmla="*/ 303493 w 607639"/>
                  <a:gd name="connsiteY12" fmla="*/ 384370 h 579502"/>
                  <a:gd name="connsiteX13" fmla="*/ 185093 w 607639"/>
                  <a:gd name="connsiteY13" fmla="*/ 266058 h 579502"/>
                  <a:gd name="connsiteX14" fmla="*/ 197289 w 607639"/>
                  <a:gd name="connsiteY14" fmla="*/ 253880 h 579502"/>
                  <a:gd name="connsiteX15" fmla="*/ 291297 w 607639"/>
                  <a:gd name="connsiteY15" fmla="*/ 253880 h 579502"/>
                  <a:gd name="connsiteX16" fmla="*/ 291297 w 607639"/>
                  <a:gd name="connsiteY16" fmla="*/ 160013 h 579502"/>
                  <a:gd name="connsiteX17" fmla="*/ 303493 w 607639"/>
                  <a:gd name="connsiteY17" fmla="*/ 147835 h 579502"/>
                  <a:gd name="connsiteX18" fmla="*/ 262095 w 607639"/>
                  <a:gd name="connsiteY18" fmla="*/ 135133 h 579502"/>
                  <a:gd name="connsiteX19" fmla="*/ 274287 w 607639"/>
                  <a:gd name="connsiteY19" fmla="*/ 147397 h 579502"/>
                  <a:gd name="connsiteX20" fmla="*/ 274287 w 607639"/>
                  <a:gd name="connsiteY20" fmla="*/ 224713 h 579502"/>
                  <a:gd name="connsiteX21" fmla="*/ 262095 w 607639"/>
                  <a:gd name="connsiteY21" fmla="*/ 236888 h 579502"/>
                  <a:gd name="connsiteX22" fmla="*/ 184672 w 607639"/>
                  <a:gd name="connsiteY22" fmla="*/ 236888 h 579502"/>
                  <a:gd name="connsiteX23" fmla="*/ 172391 w 607639"/>
                  <a:gd name="connsiteY23" fmla="*/ 224713 h 579502"/>
                  <a:gd name="connsiteX24" fmla="*/ 262095 w 607639"/>
                  <a:gd name="connsiteY24" fmla="*/ 135133 h 579502"/>
                  <a:gd name="connsiteX25" fmla="*/ 58120 w 607639"/>
                  <a:gd name="connsiteY25" fmla="*/ 108514 h 579502"/>
                  <a:gd name="connsiteX26" fmla="*/ 58120 w 607639"/>
                  <a:gd name="connsiteY26" fmla="*/ 413970 h 579502"/>
                  <a:gd name="connsiteX27" fmla="*/ 549430 w 607639"/>
                  <a:gd name="connsiteY27" fmla="*/ 413970 h 579502"/>
                  <a:gd name="connsiteX28" fmla="*/ 549430 w 607639"/>
                  <a:gd name="connsiteY28" fmla="*/ 108514 h 579502"/>
                  <a:gd name="connsiteX29" fmla="*/ 27236 w 607639"/>
                  <a:gd name="connsiteY29" fmla="*/ 56079 h 579502"/>
                  <a:gd name="connsiteX30" fmla="*/ 27236 w 607639"/>
                  <a:gd name="connsiteY30" fmla="*/ 81319 h 579502"/>
                  <a:gd name="connsiteX31" fmla="*/ 580403 w 607639"/>
                  <a:gd name="connsiteY31" fmla="*/ 81319 h 579502"/>
                  <a:gd name="connsiteX32" fmla="*/ 580403 w 607639"/>
                  <a:gd name="connsiteY32" fmla="*/ 56079 h 579502"/>
                  <a:gd name="connsiteX33" fmla="*/ 303775 w 607639"/>
                  <a:gd name="connsiteY33" fmla="*/ 0 h 579502"/>
                  <a:gd name="connsiteX34" fmla="*/ 317393 w 607639"/>
                  <a:gd name="connsiteY34" fmla="*/ 13597 h 579502"/>
                  <a:gd name="connsiteX35" fmla="*/ 317393 w 607639"/>
                  <a:gd name="connsiteY35" fmla="*/ 28884 h 579502"/>
                  <a:gd name="connsiteX36" fmla="*/ 580403 w 607639"/>
                  <a:gd name="connsiteY36" fmla="*/ 28884 h 579502"/>
                  <a:gd name="connsiteX37" fmla="*/ 607639 w 607639"/>
                  <a:gd name="connsiteY37" fmla="*/ 56079 h 579502"/>
                  <a:gd name="connsiteX38" fmla="*/ 607639 w 607639"/>
                  <a:gd name="connsiteY38" fmla="*/ 81319 h 579502"/>
                  <a:gd name="connsiteX39" fmla="*/ 580403 w 607639"/>
                  <a:gd name="connsiteY39" fmla="*/ 108514 h 579502"/>
                  <a:gd name="connsiteX40" fmla="*/ 576665 w 607639"/>
                  <a:gd name="connsiteY40" fmla="*/ 108514 h 579502"/>
                  <a:gd name="connsiteX41" fmla="*/ 576665 w 607639"/>
                  <a:gd name="connsiteY41" fmla="*/ 413970 h 579502"/>
                  <a:gd name="connsiteX42" fmla="*/ 549430 w 607639"/>
                  <a:gd name="connsiteY42" fmla="*/ 441165 h 579502"/>
                  <a:gd name="connsiteX43" fmla="*/ 317393 w 607639"/>
                  <a:gd name="connsiteY43" fmla="*/ 441165 h 579502"/>
                  <a:gd name="connsiteX44" fmla="*/ 317393 w 607639"/>
                  <a:gd name="connsiteY44" fmla="*/ 481069 h 579502"/>
                  <a:gd name="connsiteX45" fmla="*/ 418236 w 607639"/>
                  <a:gd name="connsiteY45" fmla="*/ 554923 h 579502"/>
                  <a:gd name="connsiteX46" fmla="*/ 421173 w 607639"/>
                  <a:gd name="connsiteY46" fmla="*/ 573942 h 579502"/>
                  <a:gd name="connsiteX47" fmla="*/ 410225 w 607639"/>
                  <a:gd name="connsiteY47" fmla="*/ 579452 h 579502"/>
                  <a:gd name="connsiteX48" fmla="*/ 402215 w 607639"/>
                  <a:gd name="connsiteY48" fmla="*/ 576874 h 579502"/>
                  <a:gd name="connsiteX49" fmla="*/ 317393 w 607639"/>
                  <a:gd name="connsiteY49" fmla="*/ 514752 h 579502"/>
                  <a:gd name="connsiteX50" fmla="*/ 317393 w 607639"/>
                  <a:gd name="connsiteY50" fmla="*/ 565854 h 579502"/>
                  <a:gd name="connsiteX51" fmla="*/ 303775 w 607639"/>
                  <a:gd name="connsiteY51" fmla="*/ 579452 h 579502"/>
                  <a:gd name="connsiteX52" fmla="*/ 290157 w 607639"/>
                  <a:gd name="connsiteY52" fmla="*/ 565854 h 579502"/>
                  <a:gd name="connsiteX53" fmla="*/ 290157 w 607639"/>
                  <a:gd name="connsiteY53" fmla="*/ 514752 h 579502"/>
                  <a:gd name="connsiteX54" fmla="*/ 205424 w 607639"/>
                  <a:gd name="connsiteY54" fmla="*/ 576874 h 579502"/>
                  <a:gd name="connsiteX55" fmla="*/ 186377 w 607639"/>
                  <a:gd name="connsiteY55" fmla="*/ 573942 h 579502"/>
                  <a:gd name="connsiteX56" fmla="*/ 189314 w 607639"/>
                  <a:gd name="connsiteY56" fmla="*/ 554923 h 579502"/>
                  <a:gd name="connsiteX57" fmla="*/ 290157 w 607639"/>
                  <a:gd name="connsiteY57" fmla="*/ 481069 h 579502"/>
                  <a:gd name="connsiteX58" fmla="*/ 290157 w 607639"/>
                  <a:gd name="connsiteY58" fmla="*/ 441165 h 579502"/>
                  <a:gd name="connsiteX59" fmla="*/ 58120 w 607639"/>
                  <a:gd name="connsiteY59" fmla="*/ 441165 h 579502"/>
                  <a:gd name="connsiteX60" fmla="*/ 30885 w 607639"/>
                  <a:gd name="connsiteY60" fmla="*/ 413970 h 579502"/>
                  <a:gd name="connsiteX61" fmla="*/ 30885 w 607639"/>
                  <a:gd name="connsiteY61" fmla="*/ 108514 h 579502"/>
                  <a:gd name="connsiteX62" fmla="*/ 27236 w 607639"/>
                  <a:gd name="connsiteY62" fmla="*/ 108514 h 579502"/>
                  <a:gd name="connsiteX63" fmla="*/ 0 w 607639"/>
                  <a:gd name="connsiteY63" fmla="*/ 81319 h 579502"/>
                  <a:gd name="connsiteX64" fmla="*/ 0 w 607639"/>
                  <a:gd name="connsiteY64" fmla="*/ 56079 h 579502"/>
                  <a:gd name="connsiteX65" fmla="*/ 27236 w 607639"/>
                  <a:gd name="connsiteY65" fmla="*/ 28884 h 579502"/>
                  <a:gd name="connsiteX66" fmla="*/ 290157 w 607639"/>
                  <a:gd name="connsiteY66" fmla="*/ 28884 h 579502"/>
                  <a:gd name="connsiteX67" fmla="*/ 290157 w 607639"/>
                  <a:gd name="connsiteY67" fmla="*/ 13597 h 579502"/>
                  <a:gd name="connsiteX68" fmla="*/ 303775 w 607639"/>
                  <a:gd name="connsiteY68" fmla="*/ 0 h 5795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</a:cxnLst>
                <a:rect l="l" t="t" r="r" b="b"/>
                <a:pathLst>
                  <a:path w="607639" h="579502">
                    <a:moveTo>
                      <a:pt x="315778" y="173080"/>
                    </a:moveTo>
                    <a:lnTo>
                      <a:pt x="315778" y="266058"/>
                    </a:lnTo>
                    <a:cubicBezTo>
                      <a:pt x="315778" y="272814"/>
                      <a:pt x="310258" y="278325"/>
                      <a:pt x="303493" y="278325"/>
                    </a:cubicBezTo>
                    <a:lnTo>
                      <a:pt x="210375" y="278325"/>
                    </a:lnTo>
                    <a:cubicBezTo>
                      <a:pt x="216429" y="324281"/>
                      <a:pt x="255866" y="359925"/>
                      <a:pt x="303493" y="359925"/>
                    </a:cubicBezTo>
                    <a:cubicBezTo>
                      <a:pt x="355303" y="359925"/>
                      <a:pt x="397500" y="317792"/>
                      <a:pt x="397500" y="266058"/>
                    </a:cubicBezTo>
                    <a:cubicBezTo>
                      <a:pt x="397500" y="218502"/>
                      <a:pt x="361802" y="179124"/>
                      <a:pt x="315778" y="173080"/>
                    </a:cubicBezTo>
                    <a:close/>
                    <a:moveTo>
                      <a:pt x="249814" y="160816"/>
                    </a:moveTo>
                    <a:cubicBezTo>
                      <a:pt x="223740" y="165793"/>
                      <a:pt x="203093" y="186410"/>
                      <a:pt x="198110" y="212449"/>
                    </a:cubicBezTo>
                    <a:lnTo>
                      <a:pt x="249814" y="212449"/>
                    </a:lnTo>
                    <a:close/>
                    <a:moveTo>
                      <a:pt x="303493" y="147835"/>
                    </a:moveTo>
                    <a:cubicBezTo>
                      <a:pt x="368835" y="147835"/>
                      <a:pt x="421981" y="200902"/>
                      <a:pt x="421981" y="266058"/>
                    </a:cubicBezTo>
                    <a:cubicBezTo>
                      <a:pt x="421981" y="331303"/>
                      <a:pt x="368835" y="384370"/>
                      <a:pt x="303493" y="384370"/>
                    </a:cubicBezTo>
                    <a:cubicBezTo>
                      <a:pt x="238239" y="384370"/>
                      <a:pt x="185093" y="331303"/>
                      <a:pt x="185093" y="266058"/>
                    </a:cubicBezTo>
                    <a:cubicBezTo>
                      <a:pt x="185093" y="259303"/>
                      <a:pt x="190523" y="253880"/>
                      <a:pt x="197289" y="253880"/>
                    </a:cubicBezTo>
                    <a:lnTo>
                      <a:pt x="291297" y="253880"/>
                    </a:lnTo>
                    <a:lnTo>
                      <a:pt x="291297" y="160013"/>
                    </a:lnTo>
                    <a:cubicBezTo>
                      <a:pt x="291297" y="153257"/>
                      <a:pt x="296727" y="147835"/>
                      <a:pt x="303493" y="147835"/>
                    </a:cubicBezTo>
                    <a:close/>
                    <a:moveTo>
                      <a:pt x="262095" y="135133"/>
                    </a:moveTo>
                    <a:cubicBezTo>
                      <a:pt x="268859" y="135133"/>
                      <a:pt x="274287" y="140643"/>
                      <a:pt x="274287" y="147397"/>
                    </a:cubicBezTo>
                    <a:lnTo>
                      <a:pt x="274287" y="224713"/>
                    </a:lnTo>
                    <a:cubicBezTo>
                      <a:pt x="274287" y="231467"/>
                      <a:pt x="268859" y="236888"/>
                      <a:pt x="262095" y="236888"/>
                    </a:cubicBezTo>
                    <a:lnTo>
                      <a:pt x="184672" y="236888"/>
                    </a:lnTo>
                    <a:cubicBezTo>
                      <a:pt x="177909" y="236888"/>
                      <a:pt x="172391" y="231467"/>
                      <a:pt x="172391" y="224713"/>
                    </a:cubicBezTo>
                    <a:cubicBezTo>
                      <a:pt x="172391" y="175302"/>
                      <a:pt x="212616" y="135133"/>
                      <a:pt x="262095" y="135133"/>
                    </a:cubicBezTo>
                    <a:close/>
                    <a:moveTo>
                      <a:pt x="58120" y="108514"/>
                    </a:moveTo>
                    <a:lnTo>
                      <a:pt x="58120" y="413970"/>
                    </a:lnTo>
                    <a:lnTo>
                      <a:pt x="549430" y="413970"/>
                    </a:lnTo>
                    <a:lnTo>
                      <a:pt x="549430" y="108514"/>
                    </a:lnTo>
                    <a:close/>
                    <a:moveTo>
                      <a:pt x="27236" y="56079"/>
                    </a:moveTo>
                    <a:lnTo>
                      <a:pt x="27236" y="81319"/>
                    </a:lnTo>
                    <a:lnTo>
                      <a:pt x="580403" y="81319"/>
                    </a:lnTo>
                    <a:lnTo>
                      <a:pt x="580403" y="56079"/>
                    </a:lnTo>
                    <a:close/>
                    <a:moveTo>
                      <a:pt x="303775" y="0"/>
                    </a:moveTo>
                    <a:cubicBezTo>
                      <a:pt x="311341" y="0"/>
                      <a:pt x="317393" y="6132"/>
                      <a:pt x="317393" y="13597"/>
                    </a:cubicBezTo>
                    <a:lnTo>
                      <a:pt x="317393" y="28884"/>
                    </a:lnTo>
                    <a:lnTo>
                      <a:pt x="580403" y="28884"/>
                    </a:lnTo>
                    <a:cubicBezTo>
                      <a:pt x="595356" y="28884"/>
                      <a:pt x="607639" y="41148"/>
                      <a:pt x="607639" y="56079"/>
                    </a:cubicBezTo>
                    <a:lnTo>
                      <a:pt x="607639" y="81319"/>
                    </a:lnTo>
                    <a:cubicBezTo>
                      <a:pt x="607639" y="96338"/>
                      <a:pt x="595356" y="108514"/>
                      <a:pt x="580403" y="108514"/>
                    </a:cubicBezTo>
                    <a:lnTo>
                      <a:pt x="576665" y="108514"/>
                    </a:lnTo>
                    <a:lnTo>
                      <a:pt x="576665" y="413970"/>
                    </a:lnTo>
                    <a:cubicBezTo>
                      <a:pt x="576665" y="428990"/>
                      <a:pt x="564472" y="441165"/>
                      <a:pt x="549430" y="441165"/>
                    </a:cubicBezTo>
                    <a:lnTo>
                      <a:pt x="317393" y="441165"/>
                    </a:lnTo>
                    <a:lnTo>
                      <a:pt x="317393" y="481069"/>
                    </a:lnTo>
                    <a:lnTo>
                      <a:pt x="418236" y="554923"/>
                    </a:lnTo>
                    <a:cubicBezTo>
                      <a:pt x="424377" y="559366"/>
                      <a:pt x="425623" y="567898"/>
                      <a:pt x="421173" y="573942"/>
                    </a:cubicBezTo>
                    <a:cubicBezTo>
                      <a:pt x="418503" y="577585"/>
                      <a:pt x="414409" y="579452"/>
                      <a:pt x="410225" y="579452"/>
                    </a:cubicBezTo>
                    <a:cubicBezTo>
                      <a:pt x="407466" y="579452"/>
                      <a:pt x="404618" y="578652"/>
                      <a:pt x="402215" y="576874"/>
                    </a:cubicBezTo>
                    <a:lnTo>
                      <a:pt x="317393" y="514752"/>
                    </a:lnTo>
                    <a:lnTo>
                      <a:pt x="317393" y="565854"/>
                    </a:lnTo>
                    <a:cubicBezTo>
                      <a:pt x="317393" y="573408"/>
                      <a:pt x="311341" y="579452"/>
                      <a:pt x="303775" y="579452"/>
                    </a:cubicBezTo>
                    <a:cubicBezTo>
                      <a:pt x="296299" y="579452"/>
                      <a:pt x="290157" y="573408"/>
                      <a:pt x="290157" y="565854"/>
                    </a:cubicBezTo>
                    <a:lnTo>
                      <a:pt x="290157" y="514752"/>
                    </a:lnTo>
                    <a:lnTo>
                      <a:pt x="205424" y="576874"/>
                    </a:lnTo>
                    <a:cubicBezTo>
                      <a:pt x="199372" y="581318"/>
                      <a:pt x="190827" y="579985"/>
                      <a:pt x="186377" y="573942"/>
                    </a:cubicBezTo>
                    <a:cubicBezTo>
                      <a:pt x="181927" y="567898"/>
                      <a:pt x="183262" y="559366"/>
                      <a:pt x="189314" y="554923"/>
                    </a:cubicBezTo>
                    <a:lnTo>
                      <a:pt x="290157" y="481069"/>
                    </a:lnTo>
                    <a:lnTo>
                      <a:pt x="290157" y="441165"/>
                    </a:lnTo>
                    <a:lnTo>
                      <a:pt x="58120" y="441165"/>
                    </a:lnTo>
                    <a:cubicBezTo>
                      <a:pt x="43167" y="441165"/>
                      <a:pt x="30885" y="428990"/>
                      <a:pt x="30885" y="413970"/>
                    </a:cubicBezTo>
                    <a:lnTo>
                      <a:pt x="30885" y="108514"/>
                    </a:lnTo>
                    <a:lnTo>
                      <a:pt x="27236" y="108514"/>
                    </a:lnTo>
                    <a:cubicBezTo>
                      <a:pt x="12194" y="108514"/>
                      <a:pt x="0" y="96338"/>
                      <a:pt x="0" y="81319"/>
                    </a:cubicBezTo>
                    <a:lnTo>
                      <a:pt x="0" y="56079"/>
                    </a:lnTo>
                    <a:cubicBezTo>
                      <a:pt x="0" y="41148"/>
                      <a:pt x="12194" y="28884"/>
                      <a:pt x="27236" y="28884"/>
                    </a:cubicBezTo>
                    <a:lnTo>
                      <a:pt x="290157" y="28884"/>
                    </a:lnTo>
                    <a:lnTo>
                      <a:pt x="290157" y="13597"/>
                    </a:lnTo>
                    <a:cubicBezTo>
                      <a:pt x="290157" y="6132"/>
                      <a:pt x="296299" y="0"/>
                      <a:pt x="30377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wrap="square" lIns="91440" tIns="45720" rIns="91440" bIns="45720">
                <a:normAutofit/>
              </a:bodyPr>
              <a:lstStyle/>
              <a:p>
                <a:endParaRPr lang="zh-CN" altLang="en-US"/>
              </a:p>
            </p:txBody>
          </p:sp>
          <p:sp>
            <p:nvSpPr>
              <p:cNvPr id="371" name="išḷïdè">
                <a:extLst>
                  <a:ext uri="{FF2B5EF4-FFF2-40B4-BE49-F238E27FC236}">
                    <a16:creationId xmlns:a16="http://schemas.microsoft.com/office/drawing/2014/main" id="{2344ED8D-9FD5-3677-6159-F60641FD6C83}"/>
                  </a:ext>
                </a:extLst>
              </p:cNvPr>
              <p:cNvSpPr/>
              <p:nvPr/>
            </p:nvSpPr>
            <p:spPr bwMode="auto">
              <a:xfrm>
                <a:off x="2133375" y="3525097"/>
                <a:ext cx="609685" cy="608691"/>
              </a:xfrm>
              <a:custGeom>
                <a:avLst/>
                <a:gdLst>
                  <a:gd name="connsiteX0" fmla="*/ 139649 w 606580"/>
                  <a:gd name="connsiteY0" fmla="*/ 323260 h 605592"/>
                  <a:gd name="connsiteX1" fmla="*/ 274852 w 606580"/>
                  <a:gd name="connsiteY1" fmla="*/ 323260 h 605592"/>
                  <a:gd name="connsiteX2" fmla="*/ 274852 w 606580"/>
                  <a:gd name="connsiteY2" fmla="*/ 349440 h 605592"/>
                  <a:gd name="connsiteX3" fmla="*/ 139649 w 606580"/>
                  <a:gd name="connsiteY3" fmla="*/ 349440 h 605592"/>
                  <a:gd name="connsiteX4" fmla="*/ 66294 w 606580"/>
                  <a:gd name="connsiteY4" fmla="*/ 26233 h 605592"/>
                  <a:gd name="connsiteX5" fmla="*/ 66294 w 606580"/>
                  <a:gd name="connsiteY5" fmla="*/ 375703 h 605592"/>
                  <a:gd name="connsiteX6" fmla="*/ 540286 w 606580"/>
                  <a:gd name="connsiteY6" fmla="*/ 375703 h 605592"/>
                  <a:gd name="connsiteX7" fmla="*/ 540286 w 606580"/>
                  <a:gd name="connsiteY7" fmla="*/ 26233 h 605592"/>
                  <a:gd name="connsiteX8" fmla="*/ 39925 w 606580"/>
                  <a:gd name="connsiteY8" fmla="*/ 0 h 605592"/>
                  <a:gd name="connsiteX9" fmla="*/ 566655 w 606580"/>
                  <a:gd name="connsiteY9" fmla="*/ 0 h 605592"/>
                  <a:gd name="connsiteX10" fmla="*/ 566655 w 606580"/>
                  <a:gd name="connsiteY10" fmla="*/ 375703 h 605592"/>
                  <a:gd name="connsiteX11" fmla="*/ 606580 w 606580"/>
                  <a:gd name="connsiteY11" fmla="*/ 375703 h 605592"/>
                  <a:gd name="connsiteX12" fmla="*/ 606580 w 606580"/>
                  <a:gd name="connsiteY12" fmla="*/ 401936 h 605592"/>
                  <a:gd name="connsiteX13" fmla="*/ 373716 w 606580"/>
                  <a:gd name="connsiteY13" fmla="*/ 401936 h 605592"/>
                  <a:gd name="connsiteX14" fmla="*/ 413269 w 606580"/>
                  <a:gd name="connsiteY14" fmla="*/ 600587 h 605592"/>
                  <a:gd name="connsiteX15" fmla="*/ 387364 w 606580"/>
                  <a:gd name="connsiteY15" fmla="*/ 605592 h 605592"/>
                  <a:gd name="connsiteX16" fmla="*/ 346790 w 606580"/>
                  <a:gd name="connsiteY16" fmla="*/ 401936 h 605592"/>
                  <a:gd name="connsiteX17" fmla="*/ 316521 w 606580"/>
                  <a:gd name="connsiteY17" fmla="*/ 401936 h 605592"/>
                  <a:gd name="connsiteX18" fmla="*/ 316521 w 606580"/>
                  <a:gd name="connsiteY18" fmla="*/ 551828 h 605592"/>
                  <a:gd name="connsiteX19" fmla="*/ 290059 w 606580"/>
                  <a:gd name="connsiteY19" fmla="*/ 551828 h 605592"/>
                  <a:gd name="connsiteX20" fmla="*/ 290059 w 606580"/>
                  <a:gd name="connsiteY20" fmla="*/ 401936 h 605592"/>
                  <a:gd name="connsiteX21" fmla="*/ 247163 w 606580"/>
                  <a:gd name="connsiteY21" fmla="*/ 401936 h 605592"/>
                  <a:gd name="connsiteX22" fmla="*/ 206588 w 606580"/>
                  <a:gd name="connsiteY22" fmla="*/ 605592 h 605592"/>
                  <a:gd name="connsiteX23" fmla="*/ 180591 w 606580"/>
                  <a:gd name="connsiteY23" fmla="*/ 600494 h 605592"/>
                  <a:gd name="connsiteX24" fmla="*/ 220237 w 606580"/>
                  <a:gd name="connsiteY24" fmla="*/ 401936 h 605592"/>
                  <a:gd name="connsiteX25" fmla="*/ 0 w 606580"/>
                  <a:gd name="connsiteY25" fmla="*/ 401936 h 605592"/>
                  <a:gd name="connsiteX26" fmla="*/ 0 w 606580"/>
                  <a:gd name="connsiteY26" fmla="*/ 375703 h 605592"/>
                  <a:gd name="connsiteX27" fmla="*/ 39925 w 606580"/>
                  <a:gd name="connsiteY27" fmla="*/ 375703 h 605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606580" h="605592">
                    <a:moveTo>
                      <a:pt x="139649" y="323260"/>
                    </a:moveTo>
                    <a:lnTo>
                      <a:pt x="274852" y="323260"/>
                    </a:lnTo>
                    <a:lnTo>
                      <a:pt x="274852" y="349440"/>
                    </a:lnTo>
                    <a:lnTo>
                      <a:pt x="139649" y="349440"/>
                    </a:lnTo>
                    <a:close/>
                    <a:moveTo>
                      <a:pt x="66294" y="26233"/>
                    </a:moveTo>
                    <a:lnTo>
                      <a:pt x="66294" y="375703"/>
                    </a:lnTo>
                    <a:lnTo>
                      <a:pt x="540286" y="375703"/>
                    </a:lnTo>
                    <a:lnTo>
                      <a:pt x="540286" y="26233"/>
                    </a:lnTo>
                    <a:close/>
                    <a:moveTo>
                      <a:pt x="39925" y="0"/>
                    </a:moveTo>
                    <a:lnTo>
                      <a:pt x="566655" y="0"/>
                    </a:lnTo>
                    <a:lnTo>
                      <a:pt x="566655" y="375703"/>
                    </a:lnTo>
                    <a:lnTo>
                      <a:pt x="606580" y="375703"/>
                    </a:lnTo>
                    <a:lnTo>
                      <a:pt x="606580" y="401936"/>
                    </a:lnTo>
                    <a:lnTo>
                      <a:pt x="373716" y="401936"/>
                    </a:lnTo>
                    <a:lnTo>
                      <a:pt x="413269" y="600587"/>
                    </a:lnTo>
                    <a:lnTo>
                      <a:pt x="387364" y="605592"/>
                    </a:lnTo>
                    <a:lnTo>
                      <a:pt x="346790" y="401936"/>
                    </a:lnTo>
                    <a:lnTo>
                      <a:pt x="316521" y="401936"/>
                    </a:lnTo>
                    <a:lnTo>
                      <a:pt x="316521" y="551828"/>
                    </a:lnTo>
                    <a:lnTo>
                      <a:pt x="290059" y="551828"/>
                    </a:lnTo>
                    <a:lnTo>
                      <a:pt x="290059" y="401936"/>
                    </a:lnTo>
                    <a:lnTo>
                      <a:pt x="247163" y="401936"/>
                    </a:lnTo>
                    <a:lnTo>
                      <a:pt x="206588" y="605592"/>
                    </a:lnTo>
                    <a:lnTo>
                      <a:pt x="180591" y="600494"/>
                    </a:lnTo>
                    <a:lnTo>
                      <a:pt x="220237" y="401936"/>
                    </a:lnTo>
                    <a:lnTo>
                      <a:pt x="0" y="401936"/>
                    </a:lnTo>
                    <a:lnTo>
                      <a:pt x="0" y="375703"/>
                    </a:lnTo>
                    <a:lnTo>
                      <a:pt x="39925" y="375703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72" name="ïsḻîdé">
                <a:extLst>
                  <a:ext uri="{FF2B5EF4-FFF2-40B4-BE49-F238E27FC236}">
                    <a16:creationId xmlns:a16="http://schemas.microsoft.com/office/drawing/2014/main" id="{4BE4E5AF-3148-BECD-A52E-6FCD134A59D8}"/>
                  </a:ext>
                </a:extLst>
              </p:cNvPr>
              <p:cNvSpPr/>
              <p:nvPr/>
            </p:nvSpPr>
            <p:spPr bwMode="auto">
              <a:xfrm>
                <a:off x="3207799" y="3360994"/>
                <a:ext cx="387032" cy="386440"/>
              </a:xfrm>
              <a:custGeom>
                <a:avLst/>
                <a:gdLst>
                  <a:gd name="connsiteX0" fmla="*/ 424725 w 607004"/>
                  <a:gd name="connsiteY0" fmla="*/ 67461 h 606075"/>
                  <a:gd name="connsiteX1" fmla="*/ 522693 w 607004"/>
                  <a:gd name="connsiteY1" fmla="*/ 67461 h 606075"/>
                  <a:gd name="connsiteX2" fmla="*/ 539544 w 607004"/>
                  <a:gd name="connsiteY2" fmla="*/ 84287 h 606075"/>
                  <a:gd name="connsiteX3" fmla="*/ 539544 w 607004"/>
                  <a:gd name="connsiteY3" fmla="*/ 182109 h 606075"/>
                  <a:gd name="connsiteX4" fmla="*/ 522693 w 607004"/>
                  <a:gd name="connsiteY4" fmla="*/ 198935 h 606075"/>
                  <a:gd name="connsiteX5" fmla="*/ 505843 w 607004"/>
                  <a:gd name="connsiteY5" fmla="*/ 182109 h 606075"/>
                  <a:gd name="connsiteX6" fmla="*/ 505843 w 607004"/>
                  <a:gd name="connsiteY6" fmla="*/ 124830 h 606075"/>
                  <a:gd name="connsiteX7" fmla="*/ 332046 w 607004"/>
                  <a:gd name="connsiteY7" fmla="*/ 298457 h 606075"/>
                  <a:gd name="connsiteX8" fmla="*/ 308204 w 607004"/>
                  <a:gd name="connsiteY8" fmla="*/ 298457 h 606075"/>
                  <a:gd name="connsiteX9" fmla="*/ 233450 w 607004"/>
                  <a:gd name="connsiteY9" fmla="*/ 223905 h 606075"/>
                  <a:gd name="connsiteX10" fmla="*/ 96134 w 607004"/>
                  <a:gd name="connsiteY10" fmla="*/ 361017 h 606075"/>
                  <a:gd name="connsiteX11" fmla="*/ 72381 w 607004"/>
                  <a:gd name="connsiteY11" fmla="*/ 361106 h 606075"/>
                  <a:gd name="connsiteX12" fmla="*/ 72381 w 607004"/>
                  <a:gd name="connsiteY12" fmla="*/ 337210 h 606075"/>
                  <a:gd name="connsiteX13" fmla="*/ 221529 w 607004"/>
                  <a:gd name="connsiteY13" fmla="*/ 188105 h 606075"/>
                  <a:gd name="connsiteX14" fmla="*/ 245461 w 607004"/>
                  <a:gd name="connsiteY14" fmla="*/ 188105 h 606075"/>
                  <a:gd name="connsiteX15" fmla="*/ 320125 w 607004"/>
                  <a:gd name="connsiteY15" fmla="*/ 262658 h 606075"/>
                  <a:gd name="connsiteX16" fmla="*/ 481911 w 607004"/>
                  <a:gd name="connsiteY16" fmla="*/ 101113 h 606075"/>
                  <a:gd name="connsiteX17" fmla="*/ 424725 w 607004"/>
                  <a:gd name="connsiteY17" fmla="*/ 101113 h 606075"/>
                  <a:gd name="connsiteX18" fmla="*/ 407875 w 607004"/>
                  <a:gd name="connsiteY18" fmla="*/ 84287 h 606075"/>
                  <a:gd name="connsiteX19" fmla="*/ 424725 w 607004"/>
                  <a:gd name="connsiteY19" fmla="*/ 67461 h 606075"/>
                  <a:gd name="connsiteX20" fmla="*/ 33697 w 607004"/>
                  <a:gd name="connsiteY20" fmla="*/ 33647 h 606075"/>
                  <a:gd name="connsiteX21" fmla="*/ 33697 w 607004"/>
                  <a:gd name="connsiteY21" fmla="*/ 399644 h 606075"/>
                  <a:gd name="connsiteX22" fmla="*/ 573307 w 607004"/>
                  <a:gd name="connsiteY22" fmla="*/ 399644 h 606075"/>
                  <a:gd name="connsiteX23" fmla="*/ 573307 w 607004"/>
                  <a:gd name="connsiteY23" fmla="*/ 33647 h 606075"/>
                  <a:gd name="connsiteX24" fmla="*/ 16849 w 607004"/>
                  <a:gd name="connsiteY24" fmla="*/ 0 h 606075"/>
                  <a:gd name="connsiteX25" fmla="*/ 590155 w 607004"/>
                  <a:gd name="connsiteY25" fmla="*/ 0 h 606075"/>
                  <a:gd name="connsiteX26" fmla="*/ 607004 w 607004"/>
                  <a:gd name="connsiteY26" fmla="*/ 16823 h 606075"/>
                  <a:gd name="connsiteX27" fmla="*/ 607004 w 607004"/>
                  <a:gd name="connsiteY27" fmla="*/ 416468 h 606075"/>
                  <a:gd name="connsiteX28" fmla="*/ 590155 w 607004"/>
                  <a:gd name="connsiteY28" fmla="*/ 433291 h 606075"/>
                  <a:gd name="connsiteX29" fmla="*/ 320396 w 607004"/>
                  <a:gd name="connsiteY29" fmla="*/ 433291 h 606075"/>
                  <a:gd name="connsiteX30" fmla="*/ 320396 w 607004"/>
                  <a:gd name="connsiteY30" fmla="*/ 503448 h 606075"/>
                  <a:gd name="connsiteX31" fmla="*/ 456441 w 607004"/>
                  <a:gd name="connsiteY31" fmla="*/ 577990 h 606075"/>
                  <a:gd name="connsiteX32" fmla="*/ 455276 w 607004"/>
                  <a:gd name="connsiteY32" fmla="*/ 601704 h 606075"/>
                  <a:gd name="connsiteX33" fmla="*/ 431526 w 607004"/>
                  <a:gd name="connsiteY33" fmla="*/ 600540 h 606075"/>
                  <a:gd name="connsiteX34" fmla="*/ 320396 w 607004"/>
                  <a:gd name="connsiteY34" fmla="*/ 537184 h 606075"/>
                  <a:gd name="connsiteX35" fmla="*/ 320396 w 607004"/>
                  <a:gd name="connsiteY35" fmla="*/ 589175 h 606075"/>
                  <a:gd name="connsiteX36" fmla="*/ 303547 w 607004"/>
                  <a:gd name="connsiteY36" fmla="*/ 605999 h 606075"/>
                  <a:gd name="connsiteX37" fmla="*/ 286698 w 607004"/>
                  <a:gd name="connsiteY37" fmla="*/ 589175 h 606075"/>
                  <a:gd name="connsiteX38" fmla="*/ 286698 w 607004"/>
                  <a:gd name="connsiteY38" fmla="*/ 537184 h 606075"/>
                  <a:gd name="connsiteX39" fmla="*/ 175568 w 607004"/>
                  <a:gd name="connsiteY39" fmla="*/ 600540 h 606075"/>
                  <a:gd name="connsiteX40" fmla="*/ 151729 w 607004"/>
                  <a:gd name="connsiteY40" fmla="*/ 601704 h 606075"/>
                  <a:gd name="connsiteX41" fmla="*/ 150564 w 607004"/>
                  <a:gd name="connsiteY41" fmla="*/ 577990 h 606075"/>
                  <a:gd name="connsiteX42" fmla="*/ 286698 w 607004"/>
                  <a:gd name="connsiteY42" fmla="*/ 503448 h 606075"/>
                  <a:gd name="connsiteX43" fmla="*/ 286698 w 607004"/>
                  <a:gd name="connsiteY43" fmla="*/ 433291 h 606075"/>
                  <a:gd name="connsiteX44" fmla="*/ 16849 w 607004"/>
                  <a:gd name="connsiteY44" fmla="*/ 433291 h 606075"/>
                  <a:gd name="connsiteX45" fmla="*/ 0 w 607004"/>
                  <a:gd name="connsiteY45" fmla="*/ 416468 h 606075"/>
                  <a:gd name="connsiteX46" fmla="*/ 0 w 607004"/>
                  <a:gd name="connsiteY46" fmla="*/ 16823 h 606075"/>
                  <a:gd name="connsiteX47" fmla="*/ 16849 w 607004"/>
                  <a:gd name="connsiteY47" fmla="*/ 0 h 606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607004" h="606075">
                    <a:moveTo>
                      <a:pt x="424725" y="67461"/>
                    </a:moveTo>
                    <a:lnTo>
                      <a:pt x="522693" y="67461"/>
                    </a:lnTo>
                    <a:cubicBezTo>
                      <a:pt x="532015" y="67461"/>
                      <a:pt x="539544" y="74979"/>
                      <a:pt x="539544" y="84287"/>
                    </a:cubicBezTo>
                    <a:lnTo>
                      <a:pt x="539544" y="182109"/>
                    </a:lnTo>
                    <a:cubicBezTo>
                      <a:pt x="539544" y="191417"/>
                      <a:pt x="532015" y="198935"/>
                      <a:pt x="522693" y="198935"/>
                    </a:cubicBezTo>
                    <a:cubicBezTo>
                      <a:pt x="513372" y="198935"/>
                      <a:pt x="505843" y="191417"/>
                      <a:pt x="505843" y="182109"/>
                    </a:cubicBezTo>
                    <a:lnTo>
                      <a:pt x="505843" y="124830"/>
                    </a:lnTo>
                    <a:lnTo>
                      <a:pt x="332046" y="298457"/>
                    </a:lnTo>
                    <a:cubicBezTo>
                      <a:pt x="325772" y="304811"/>
                      <a:pt x="314478" y="304811"/>
                      <a:pt x="308204" y="298457"/>
                    </a:cubicBezTo>
                    <a:lnTo>
                      <a:pt x="233450" y="223905"/>
                    </a:lnTo>
                    <a:lnTo>
                      <a:pt x="96134" y="361017"/>
                    </a:lnTo>
                    <a:cubicBezTo>
                      <a:pt x="92907" y="364328"/>
                      <a:pt x="80717" y="369340"/>
                      <a:pt x="72381" y="361106"/>
                    </a:cubicBezTo>
                    <a:cubicBezTo>
                      <a:pt x="65838" y="354394"/>
                      <a:pt x="65838" y="343833"/>
                      <a:pt x="72381" y="337210"/>
                    </a:cubicBezTo>
                    <a:lnTo>
                      <a:pt x="221529" y="188105"/>
                    </a:lnTo>
                    <a:cubicBezTo>
                      <a:pt x="227893" y="181751"/>
                      <a:pt x="239097" y="181751"/>
                      <a:pt x="245461" y="188105"/>
                    </a:cubicBezTo>
                    <a:lnTo>
                      <a:pt x="320125" y="262658"/>
                    </a:lnTo>
                    <a:lnTo>
                      <a:pt x="481911" y="101113"/>
                    </a:lnTo>
                    <a:lnTo>
                      <a:pt x="424725" y="101113"/>
                    </a:lnTo>
                    <a:cubicBezTo>
                      <a:pt x="415404" y="101113"/>
                      <a:pt x="407875" y="93595"/>
                      <a:pt x="407875" y="84287"/>
                    </a:cubicBezTo>
                    <a:cubicBezTo>
                      <a:pt x="407875" y="74979"/>
                      <a:pt x="415404" y="67461"/>
                      <a:pt x="424725" y="67461"/>
                    </a:cubicBezTo>
                    <a:close/>
                    <a:moveTo>
                      <a:pt x="33697" y="33647"/>
                    </a:moveTo>
                    <a:lnTo>
                      <a:pt x="33697" y="399644"/>
                    </a:lnTo>
                    <a:lnTo>
                      <a:pt x="573307" y="399644"/>
                    </a:lnTo>
                    <a:lnTo>
                      <a:pt x="573307" y="33647"/>
                    </a:lnTo>
                    <a:close/>
                    <a:moveTo>
                      <a:pt x="16849" y="0"/>
                    </a:moveTo>
                    <a:lnTo>
                      <a:pt x="590155" y="0"/>
                    </a:lnTo>
                    <a:cubicBezTo>
                      <a:pt x="599476" y="0"/>
                      <a:pt x="607004" y="7517"/>
                      <a:pt x="607004" y="16823"/>
                    </a:cubicBezTo>
                    <a:lnTo>
                      <a:pt x="607004" y="416468"/>
                    </a:lnTo>
                    <a:cubicBezTo>
                      <a:pt x="607004" y="425774"/>
                      <a:pt x="599476" y="433291"/>
                      <a:pt x="590155" y="433291"/>
                    </a:cubicBezTo>
                    <a:lnTo>
                      <a:pt x="320396" y="433291"/>
                    </a:lnTo>
                    <a:lnTo>
                      <a:pt x="320396" y="503448"/>
                    </a:lnTo>
                    <a:cubicBezTo>
                      <a:pt x="369598" y="508191"/>
                      <a:pt x="416290" y="533694"/>
                      <a:pt x="456441" y="577990"/>
                    </a:cubicBezTo>
                    <a:cubicBezTo>
                      <a:pt x="462714" y="584791"/>
                      <a:pt x="462176" y="595529"/>
                      <a:pt x="455276" y="601704"/>
                    </a:cubicBezTo>
                    <a:cubicBezTo>
                      <a:pt x="448375" y="607968"/>
                      <a:pt x="437710" y="607431"/>
                      <a:pt x="431526" y="600540"/>
                    </a:cubicBezTo>
                    <a:cubicBezTo>
                      <a:pt x="398008" y="563672"/>
                      <a:pt x="359919" y="541927"/>
                      <a:pt x="320396" y="537184"/>
                    </a:cubicBezTo>
                    <a:lnTo>
                      <a:pt x="320396" y="589175"/>
                    </a:lnTo>
                    <a:cubicBezTo>
                      <a:pt x="320396" y="598482"/>
                      <a:pt x="312868" y="605999"/>
                      <a:pt x="303547" y="605999"/>
                    </a:cubicBezTo>
                    <a:cubicBezTo>
                      <a:pt x="294226" y="605999"/>
                      <a:pt x="286698" y="598482"/>
                      <a:pt x="286698" y="589175"/>
                    </a:cubicBezTo>
                    <a:lnTo>
                      <a:pt x="286698" y="537184"/>
                    </a:lnTo>
                    <a:cubicBezTo>
                      <a:pt x="247086" y="542106"/>
                      <a:pt x="208997" y="563672"/>
                      <a:pt x="175568" y="600540"/>
                    </a:cubicBezTo>
                    <a:cubicBezTo>
                      <a:pt x="172162" y="604209"/>
                      <a:pt x="159436" y="608415"/>
                      <a:pt x="151729" y="601704"/>
                    </a:cubicBezTo>
                    <a:cubicBezTo>
                      <a:pt x="144828" y="595619"/>
                      <a:pt x="144380" y="584880"/>
                      <a:pt x="150564" y="577990"/>
                    </a:cubicBezTo>
                    <a:cubicBezTo>
                      <a:pt x="190714" y="533605"/>
                      <a:pt x="237407" y="508191"/>
                      <a:pt x="286698" y="503448"/>
                    </a:cubicBezTo>
                    <a:lnTo>
                      <a:pt x="286698" y="433291"/>
                    </a:lnTo>
                    <a:lnTo>
                      <a:pt x="16849" y="433291"/>
                    </a:lnTo>
                    <a:cubicBezTo>
                      <a:pt x="7528" y="433291"/>
                      <a:pt x="0" y="425774"/>
                      <a:pt x="0" y="416468"/>
                    </a:cubicBezTo>
                    <a:lnTo>
                      <a:pt x="0" y="16823"/>
                    </a:lnTo>
                    <a:cubicBezTo>
                      <a:pt x="0" y="7517"/>
                      <a:pt x="7528" y="0"/>
                      <a:pt x="16849" y="0"/>
                    </a:cubicBez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</p:grpSp>
        <p:sp>
          <p:nvSpPr>
            <p:cNvPr id="192" name="işliḋé">
              <a:extLst>
                <a:ext uri="{FF2B5EF4-FFF2-40B4-BE49-F238E27FC236}">
                  <a16:creationId xmlns:a16="http://schemas.microsoft.com/office/drawing/2014/main" id="{72EE71F8-9873-82BE-F403-7E01115D09EC}"/>
                </a:ext>
              </a:extLst>
            </p:cNvPr>
            <p:cNvSpPr/>
            <p:nvPr/>
          </p:nvSpPr>
          <p:spPr bwMode="auto">
            <a:xfrm>
              <a:off x="4752499" y="4036757"/>
              <a:ext cx="311058" cy="296654"/>
            </a:xfrm>
            <a:custGeom>
              <a:avLst/>
              <a:gdLst>
                <a:gd name="connsiteX0" fmla="*/ 315778 w 607639"/>
                <a:gd name="connsiteY0" fmla="*/ 173080 h 579502"/>
                <a:gd name="connsiteX1" fmla="*/ 315778 w 607639"/>
                <a:gd name="connsiteY1" fmla="*/ 266058 h 579502"/>
                <a:gd name="connsiteX2" fmla="*/ 303493 w 607639"/>
                <a:gd name="connsiteY2" fmla="*/ 278325 h 579502"/>
                <a:gd name="connsiteX3" fmla="*/ 210375 w 607639"/>
                <a:gd name="connsiteY3" fmla="*/ 278325 h 579502"/>
                <a:gd name="connsiteX4" fmla="*/ 303493 w 607639"/>
                <a:gd name="connsiteY4" fmla="*/ 359925 h 579502"/>
                <a:gd name="connsiteX5" fmla="*/ 397500 w 607639"/>
                <a:gd name="connsiteY5" fmla="*/ 266058 h 579502"/>
                <a:gd name="connsiteX6" fmla="*/ 315778 w 607639"/>
                <a:gd name="connsiteY6" fmla="*/ 173080 h 579502"/>
                <a:gd name="connsiteX7" fmla="*/ 249814 w 607639"/>
                <a:gd name="connsiteY7" fmla="*/ 160816 h 579502"/>
                <a:gd name="connsiteX8" fmla="*/ 198110 w 607639"/>
                <a:gd name="connsiteY8" fmla="*/ 212449 h 579502"/>
                <a:gd name="connsiteX9" fmla="*/ 249814 w 607639"/>
                <a:gd name="connsiteY9" fmla="*/ 212449 h 579502"/>
                <a:gd name="connsiteX10" fmla="*/ 303493 w 607639"/>
                <a:gd name="connsiteY10" fmla="*/ 147835 h 579502"/>
                <a:gd name="connsiteX11" fmla="*/ 421981 w 607639"/>
                <a:gd name="connsiteY11" fmla="*/ 266058 h 579502"/>
                <a:gd name="connsiteX12" fmla="*/ 303493 w 607639"/>
                <a:gd name="connsiteY12" fmla="*/ 384370 h 579502"/>
                <a:gd name="connsiteX13" fmla="*/ 185093 w 607639"/>
                <a:gd name="connsiteY13" fmla="*/ 266058 h 579502"/>
                <a:gd name="connsiteX14" fmla="*/ 197289 w 607639"/>
                <a:gd name="connsiteY14" fmla="*/ 253880 h 579502"/>
                <a:gd name="connsiteX15" fmla="*/ 291297 w 607639"/>
                <a:gd name="connsiteY15" fmla="*/ 253880 h 579502"/>
                <a:gd name="connsiteX16" fmla="*/ 291297 w 607639"/>
                <a:gd name="connsiteY16" fmla="*/ 160013 h 579502"/>
                <a:gd name="connsiteX17" fmla="*/ 303493 w 607639"/>
                <a:gd name="connsiteY17" fmla="*/ 147835 h 579502"/>
                <a:gd name="connsiteX18" fmla="*/ 262095 w 607639"/>
                <a:gd name="connsiteY18" fmla="*/ 135133 h 579502"/>
                <a:gd name="connsiteX19" fmla="*/ 274287 w 607639"/>
                <a:gd name="connsiteY19" fmla="*/ 147397 h 579502"/>
                <a:gd name="connsiteX20" fmla="*/ 274287 w 607639"/>
                <a:gd name="connsiteY20" fmla="*/ 224713 h 579502"/>
                <a:gd name="connsiteX21" fmla="*/ 262095 w 607639"/>
                <a:gd name="connsiteY21" fmla="*/ 236888 h 579502"/>
                <a:gd name="connsiteX22" fmla="*/ 184672 w 607639"/>
                <a:gd name="connsiteY22" fmla="*/ 236888 h 579502"/>
                <a:gd name="connsiteX23" fmla="*/ 172391 w 607639"/>
                <a:gd name="connsiteY23" fmla="*/ 224713 h 579502"/>
                <a:gd name="connsiteX24" fmla="*/ 262095 w 607639"/>
                <a:gd name="connsiteY24" fmla="*/ 135133 h 579502"/>
                <a:gd name="connsiteX25" fmla="*/ 58120 w 607639"/>
                <a:gd name="connsiteY25" fmla="*/ 108514 h 579502"/>
                <a:gd name="connsiteX26" fmla="*/ 58120 w 607639"/>
                <a:gd name="connsiteY26" fmla="*/ 413970 h 579502"/>
                <a:gd name="connsiteX27" fmla="*/ 549430 w 607639"/>
                <a:gd name="connsiteY27" fmla="*/ 413970 h 579502"/>
                <a:gd name="connsiteX28" fmla="*/ 549430 w 607639"/>
                <a:gd name="connsiteY28" fmla="*/ 108514 h 579502"/>
                <a:gd name="connsiteX29" fmla="*/ 27236 w 607639"/>
                <a:gd name="connsiteY29" fmla="*/ 56079 h 579502"/>
                <a:gd name="connsiteX30" fmla="*/ 27236 w 607639"/>
                <a:gd name="connsiteY30" fmla="*/ 81319 h 579502"/>
                <a:gd name="connsiteX31" fmla="*/ 580403 w 607639"/>
                <a:gd name="connsiteY31" fmla="*/ 81319 h 579502"/>
                <a:gd name="connsiteX32" fmla="*/ 580403 w 607639"/>
                <a:gd name="connsiteY32" fmla="*/ 56079 h 579502"/>
                <a:gd name="connsiteX33" fmla="*/ 303775 w 607639"/>
                <a:gd name="connsiteY33" fmla="*/ 0 h 579502"/>
                <a:gd name="connsiteX34" fmla="*/ 317393 w 607639"/>
                <a:gd name="connsiteY34" fmla="*/ 13597 h 579502"/>
                <a:gd name="connsiteX35" fmla="*/ 317393 w 607639"/>
                <a:gd name="connsiteY35" fmla="*/ 28884 h 579502"/>
                <a:gd name="connsiteX36" fmla="*/ 580403 w 607639"/>
                <a:gd name="connsiteY36" fmla="*/ 28884 h 579502"/>
                <a:gd name="connsiteX37" fmla="*/ 607639 w 607639"/>
                <a:gd name="connsiteY37" fmla="*/ 56079 h 579502"/>
                <a:gd name="connsiteX38" fmla="*/ 607639 w 607639"/>
                <a:gd name="connsiteY38" fmla="*/ 81319 h 579502"/>
                <a:gd name="connsiteX39" fmla="*/ 580403 w 607639"/>
                <a:gd name="connsiteY39" fmla="*/ 108514 h 579502"/>
                <a:gd name="connsiteX40" fmla="*/ 576665 w 607639"/>
                <a:gd name="connsiteY40" fmla="*/ 108514 h 579502"/>
                <a:gd name="connsiteX41" fmla="*/ 576665 w 607639"/>
                <a:gd name="connsiteY41" fmla="*/ 413970 h 579502"/>
                <a:gd name="connsiteX42" fmla="*/ 549430 w 607639"/>
                <a:gd name="connsiteY42" fmla="*/ 441165 h 579502"/>
                <a:gd name="connsiteX43" fmla="*/ 317393 w 607639"/>
                <a:gd name="connsiteY43" fmla="*/ 441165 h 579502"/>
                <a:gd name="connsiteX44" fmla="*/ 317393 w 607639"/>
                <a:gd name="connsiteY44" fmla="*/ 481069 h 579502"/>
                <a:gd name="connsiteX45" fmla="*/ 418236 w 607639"/>
                <a:gd name="connsiteY45" fmla="*/ 554923 h 579502"/>
                <a:gd name="connsiteX46" fmla="*/ 421173 w 607639"/>
                <a:gd name="connsiteY46" fmla="*/ 573942 h 579502"/>
                <a:gd name="connsiteX47" fmla="*/ 410225 w 607639"/>
                <a:gd name="connsiteY47" fmla="*/ 579452 h 579502"/>
                <a:gd name="connsiteX48" fmla="*/ 402215 w 607639"/>
                <a:gd name="connsiteY48" fmla="*/ 576874 h 579502"/>
                <a:gd name="connsiteX49" fmla="*/ 317393 w 607639"/>
                <a:gd name="connsiteY49" fmla="*/ 514752 h 579502"/>
                <a:gd name="connsiteX50" fmla="*/ 317393 w 607639"/>
                <a:gd name="connsiteY50" fmla="*/ 565854 h 579502"/>
                <a:gd name="connsiteX51" fmla="*/ 303775 w 607639"/>
                <a:gd name="connsiteY51" fmla="*/ 579452 h 579502"/>
                <a:gd name="connsiteX52" fmla="*/ 290157 w 607639"/>
                <a:gd name="connsiteY52" fmla="*/ 565854 h 579502"/>
                <a:gd name="connsiteX53" fmla="*/ 290157 w 607639"/>
                <a:gd name="connsiteY53" fmla="*/ 514752 h 579502"/>
                <a:gd name="connsiteX54" fmla="*/ 205424 w 607639"/>
                <a:gd name="connsiteY54" fmla="*/ 576874 h 579502"/>
                <a:gd name="connsiteX55" fmla="*/ 186377 w 607639"/>
                <a:gd name="connsiteY55" fmla="*/ 573942 h 579502"/>
                <a:gd name="connsiteX56" fmla="*/ 189314 w 607639"/>
                <a:gd name="connsiteY56" fmla="*/ 554923 h 579502"/>
                <a:gd name="connsiteX57" fmla="*/ 290157 w 607639"/>
                <a:gd name="connsiteY57" fmla="*/ 481069 h 579502"/>
                <a:gd name="connsiteX58" fmla="*/ 290157 w 607639"/>
                <a:gd name="connsiteY58" fmla="*/ 441165 h 579502"/>
                <a:gd name="connsiteX59" fmla="*/ 58120 w 607639"/>
                <a:gd name="connsiteY59" fmla="*/ 441165 h 579502"/>
                <a:gd name="connsiteX60" fmla="*/ 30885 w 607639"/>
                <a:gd name="connsiteY60" fmla="*/ 413970 h 579502"/>
                <a:gd name="connsiteX61" fmla="*/ 30885 w 607639"/>
                <a:gd name="connsiteY61" fmla="*/ 108514 h 579502"/>
                <a:gd name="connsiteX62" fmla="*/ 27236 w 607639"/>
                <a:gd name="connsiteY62" fmla="*/ 108514 h 579502"/>
                <a:gd name="connsiteX63" fmla="*/ 0 w 607639"/>
                <a:gd name="connsiteY63" fmla="*/ 81319 h 579502"/>
                <a:gd name="connsiteX64" fmla="*/ 0 w 607639"/>
                <a:gd name="connsiteY64" fmla="*/ 56079 h 579502"/>
                <a:gd name="connsiteX65" fmla="*/ 27236 w 607639"/>
                <a:gd name="connsiteY65" fmla="*/ 28884 h 579502"/>
                <a:gd name="connsiteX66" fmla="*/ 290157 w 607639"/>
                <a:gd name="connsiteY66" fmla="*/ 28884 h 579502"/>
                <a:gd name="connsiteX67" fmla="*/ 290157 w 607639"/>
                <a:gd name="connsiteY67" fmla="*/ 13597 h 579502"/>
                <a:gd name="connsiteX68" fmla="*/ 303775 w 607639"/>
                <a:gd name="connsiteY68" fmla="*/ 0 h 57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607639" h="579502">
                  <a:moveTo>
                    <a:pt x="315778" y="173080"/>
                  </a:moveTo>
                  <a:lnTo>
                    <a:pt x="315778" y="266058"/>
                  </a:lnTo>
                  <a:cubicBezTo>
                    <a:pt x="315778" y="272814"/>
                    <a:pt x="310258" y="278325"/>
                    <a:pt x="303493" y="278325"/>
                  </a:cubicBezTo>
                  <a:lnTo>
                    <a:pt x="210375" y="278325"/>
                  </a:lnTo>
                  <a:cubicBezTo>
                    <a:pt x="216429" y="324281"/>
                    <a:pt x="255866" y="359925"/>
                    <a:pt x="303493" y="359925"/>
                  </a:cubicBezTo>
                  <a:cubicBezTo>
                    <a:pt x="355303" y="359925"/>
                    <a:pt x="397500" y="317792"/>
                    <a:pt x="397500" y="266058"/>
                  </a:cubicBezTo>
                  <a:cubicBezTo>
                    <a:pt x="397500" y="218502"/>
                    <a:pt x="361802" y="179124"/>
                    <a:pt x="315778" y="173080"/>
                  </a:cubicBezTo>
                  <a:close/>
                  <a:moveTo>
                    <a:pt x="249814" y="160816"/>
                  </a:moveTo>
                  <a:cubicBezTo>
                    <a:pt x="223740" y="165793"/>
                    <a:pt x="203093" y="186410"/>
                    <a:pt x="198110" y="212449"/>
                  </a:cubicBezTo>
                  <a:lnTo>
                    <a:pt x="249814" y="212449"/>
                  </a:lnTo>
                  <a:close/>
                  <a:moveTo>
                    <a:pt x="303493" y="147835"/>
                  </a:moveTo>
                  <a:cubicBezTo>
                    <a:pt x="368835" y="147835"/>
                    <a:pt x="421981" y="200902"/>
                    <a:pt x="421981" y="266058"/>
                  </a:cubicBezTo>
                  <a:cubicBezTo>
                    <a:pt x="421981" y="331303"/>
                    <a:pt x="368835" y="384370"/>
                    <a:pt x="303493" y="384370"/>
                  </a:cubicBezTo>
                  <a:cubicBezTo>
                    <a:pt x="238239" y="384370"/>
                    <a:pt x="185093" y="331303"/>
                    <a:pt x="185093" y="266058"/>
                  </a:cubicBezTo>
                  <a:cubicBezTo>
                    <a:pt x="185093" y="259303"/>
                    <a:pt x="190523" y="253880"/>
                    <a:pt x="197289" y="253880"/>
                  </a:cubicBezTo>
                  <a:lnTo>
                    <a:pt x="291297" y="253880"/>
                  </a:lnTo>
                  <a:lnTo>
                    <a:pt x="291297" y="160013"/>
                  </a:lnTo>
                  <a:cubicBezTo>
                    <a:pt x="291297" y="153257"/>
                    <a:pt x="296727" y="147835"/>
                    <a:pt x="303493" y="147835"/>
                  </a:cubicBezTo>
                  <a:close/>
                  <a:moveTo>
                    <a:pt x="262095" y="135133"/>
                  </a:moveTo>
                  <a:cubicBezTo>
                    <a:pt x="268859" y="135133"/>
                    <a:pt x="274287" y="140643"/>
                    <a:pt x="274287" y="147397"/>
                  </a:cubicBezTo>
                  <a:lnTo>
                    <a:pt x="274287" y="224713"/>
                  </a:lnTo>
                  <a:cubicBezTo>
                    <a:pt x="274287" y="231467"/>
                    <a:pt x="268859" y="236888"/>
                    <a:pt x="262095" y="236888"/>
                  </a:cubicBezTo>
                  <a:lnTo>
                    <a:pt x="184672" y="236888"/>
                  </a:lnTo>
                  <a:cubicBezTo>
                    <a:pt x="177909" y="236888"/>
                    <a:pt x="172391" y="231467"/>
                    <a:pt x="172391" y="224713"/>
                  </a:cubicBezTo>
                  <a:cubicBezTo>
                    <a:pt x="172391" y="175302"/>
                    <a:pt x="212616" y="135133"/>
                    <a:pt x="262095" y="135133"/>
                  </a:cubicBezTo>
                  <a:close/>
                  <a:moveTo>
                    <a:pt x="58120" y="108514"/>
                  </a:moveTo>
                  <a:lnTo>
                    <a:pt x="58120" y="413970"/>
                  </a:lnTo>
                  <a:lnTo>
                    <a:pt x="549430" y="413970"/>
                  </a:lnTo>
                  <a:lnTo>
                    <a:pt x="549430" y="108514"/>
                  </a:lnTo>
                  <a:close/>
                  <a:moveTo>
                    <a:pt x="27236" y="56079"/>
                  </a:moveTo>
                  <a:lnTo>
                    <a:pt x="27236" y="81319"/>
                  </a:lnTo>
                  <a:lnTo>
                    <a:pt x="580403" y="81319"/>
                  </a:lnTo>
                  <a:lnTo>
                    <a:pt x="580403" y="56079"/>
                  </a:lnTo>
                  <a:close/>
                  <a:moveTo>
                    <a:pt x="303775" y="0"/>
                  </a:moveTo>
                  <a:cubicBezTo>
                    <a:pt x="311341" y="0"/>
                    <a:pt x="317393" y="6132"/>
                    <a:pt x="317393" y="13597"/>
                  </a:cubicBezTo>
                  <a:lnTo>
                    <a:pt x="317393" y="28884"/>
                  </a:lnTo>
                  <a:lnTo>
                    <a:pt x="580403" y="28884"/>
                  </a:lnTo>
                  <a:cubicBezTo>
                    <a:pt x="595356" y="28884"/>
                    <a:pt x="607639" y="41148"/>
                    <a:pt x="607639" y="56079"/>
                  </a:cubicBezTo>
                  <a:lnTo>
                    <a:pt x="607639" y="81319"/>
                  </a:lnTo>
                  <a:cubicBezTo>
                    <a:pt x="607639" y="96338"/>
                    <a:pt x="595356" y="108514"/>
                    <a:pt x="580403" y="108514"/>
                  </a:cubicBezTo>
                  <a:lnTo>
                    <a:pt x="576665" y="108514"/>
                  </a:lnTo>
                  <a:lnTo>
                    <a:pt x="576665" y="413970"/>
                  </a:lnTo>
                  <a:cubicBezTo>
                    <a:pt x="576665" y="428990"/>
                    <a:pt x="564472" y="441165"/>
                    <a:pt x="549430" y="441165"/>
                  </a:cubicBezTo>
                  <a:lnTo>
                    <a:pt x="317393" y="441165"/>
                  </a:lnTo>
                  <a:lnTo>
                    <a:pt x="317393" y="481069"/>
                  </a:lnTo>
                  <a:lnTo>
                    <a:pt x="418236" y="554923"/>
                  </a:lnTo>
                  <a:cubicBezTo>
                    <a:pt x="424377" y="559366"/>
                    <a:pt x="425623" y="567898"/>
                    <a:pt x="421173" y="573942"/>
                  </a:cubicBezTo>
                  <a:cubicBezTo>
                    <a:pt x="418503" y="577585"/>
                    <a:pt x="414409" y="579452"/>
                    <a:pt x="410225" y="579452"/>
                  </a:cubicBezTo>
                  <a:cubicBezTo>
                    <a:pt x="407466" y="579452"/>
                    <a:pt x="404618" y="578652"/>
                    <a:pt x="402215" y="576874"/>
                  </a:cubicBezTo>
                  <a:lnTo>
                    <a:pt x="317393" y="514752"/>
                  </a:lnTo>
                  <a:lnTo>
                    <a:pt x="317393" y="565854"/>
                  </a:lnTo>
                  <a:cubicBezTo>
                    <a:pt x="317393" y="573408"/>
                    <a:pt x="311341" y="579452"/>
                    <a:pt x="303775" y="579452"/>
                  </a:cubicBezTo>
                  <a:cubicBezTo>
                    <a:pt x="296299" y="579452"/>
                    <a:pt x="290157" y="573408"/>
                    <a:pt x="290157" y="565854"/>
                  </a:cubicBezTo>
                  <a:lnTo>
                    <a:pt x="290157" y="514752"/>
                  </a:lnTo>
                  <a:lnTo>
                    <a:pt x="205424" y="576874"/>
                  </a:lnTo>
                  <a:cubicBezTo>
                    <a:pt x="199372" y="581318"/>
                    <a:pt x="190827" y="579985"/>
                    <a:pt x="186377" y="573942"/>
                  </a:cubicBezTo>
                  <a:cubicBezTo>
                    <a:pt x="181927" y="567898"/>
                    <a:pt x="183262" y="559366"/>
                    <a:pt x="189314" y="554923"/>
                  </a:cubicBezTo>
                  <a:lnTo>
                    <a:pt x="290157" y="481069"/>
                  </a:lnTo>
                  <a:lnTo>
                    <a:pt x="290157" y="441165"/>
                  </a:lnTo>
                  <a:lnTo>
                    <a:pt x="58120" y="441165"/>
                  </a:lnTo>
                  <a:cubicBezTo>
                    <a:pt x="43167" y="441165"/>
                    <a:pt x="30885" y="428990"/>
                    <a:pt x="30885" y="413970"/>
                  </a:cubicBezTo>
                  <a:lnTo>
                    <a:pt x="30885" y="108514"/>
                  </a:lnTo>
                  <a:lnTo>
                    <a:pt x="27236" y="108514"/>
                  </a:lnTo>
                  <a:cubicBezTo>
                    <a:pt x="12194" y="108514"/>
                    <a:pt x="0" y="96338"/>
                    <a:pt x="0" y="81319"/>
                  </a:cubicBezTo>
                  <a:lnTo>
                    <a:pt x="0" y="56079"/>
                  </a:lnTo>
                  <a:cubicBezTo>
                    <a:pt x="0" y="41148"/>
                    <a:pt x="12194" y="28884"/>
                    <a:pt x="27236" y="28884"/>
                  </a:cubicBezTo>
                  <a:lnTo>
                    <a:pt x="290157" y="28884"/>
                  </a:lnTo>
                  <a:lnTo>
                    <a:pt x="290157" y="13597"/>
                  </a:lnTo>
                  <a:cubicBezTo>
                    <a:pt x="290157" y="6132"/>
                    <a:pt x="296299" y="0"/>
                    <a:pt x="30377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square" lIns="91440" tIns="45720" rIns="91440" bIns="45720" anchor="ctr">
              <a:normAutofit fontScale="8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193" name="iSḷîdé">
              <a:extLst>
                <a:ext uri="{FF2B5EF4-FFF2-40B4-BE49-F238E27FC236}">
                  <a16:creationId xmlns:a16="http://schemas.microsoft.com/office/drawing/2014/main" id="{8ECDC285-E9CD-C9D7-FF6E-67C25B85656A}"/>
                </a:ext>
              </a:extLst>
            </p:cNvPr>
            <p:cNvSpPr/>
            <p:nvPr/>
          </p:nvSpPr>
          <p:spPr bwMode="auto">
            <a:xfrm>
              <a:off x="7224340" y="4029809"/>
              <a:ext cx="311058" cy="310551"/>
            </a:xfrm>
            <a:custGeom>
              <a:avLst/>
              <a:gdLst>
                <a:gd name="connsiteX0" fmla="*/ 139649 w 606580"/>
                <a:gd name="connsiteY0" fmla="*/ 323260 h 605592"/>
                <a:gd name="connsiteX1" fmla="*/ 274852 w 606580"/>
                <a:gd name="connsiteY1" fmla="*/ 323260 h 605592"/>
                <a:gd name="connsiteX2" fmla="*/ 274852 w 606580"/>
                <a:gd name="connsiteY2" fmla="*/ 349440 h 605592"/>
                <a:gd name="connsiteX3" fmla="*/ 139649 w 606580"/>
                <a:gd name="connsiteY3" fmla="*/ 349440 h 605592"/>
                <a:gd name="connsiteX4" fmla="*/ 66294 w 606580"/>
                <a:gd name="connsiteY4" fmla="*/ 26233 h 605592"/>
                <a:gd name="connsiteX5" fmla="*/ 66294 w 606580"/>
                <a:gd name="connsiteY5" fmla="*/ 375703 h 605592"/>
                <a:gd name="connsiteX6" fmla="*/ 540286 w 606580"/>
                <a:gd name="connsiteY6" fmla="*/ 375703 h 605592"/>
                <a:gd name="connsiteX7" fmla="*/ 540286 w 606580"/>
                <a:gd name="connsiteY7" fmla="*/ 26233 h 605592"/>
                <a:gd name="connsiteX8" fmla="*/ 39925 w 606580"/>
                <a:gd name="connsiteY8" fmla="*/ 0 h 605592"/>
                <a:gd name="connsiteX9" fmla="*/ 566655 w 606580"/>
                <a:gd name="connsiteY9" fmla="*/ 0 h 605592"/>
                <a:gd name="connsiteX10" fmla="*/ 566655 w 606580"/>
                <a:gd name="connsiteY10" fmla="*/ 375703 h 605592"/>
                <a:gd name="connsiteX11" fmla="*/ 606580 w 606580"/>
                <a:gd name="connsiteY11" fmla="*/ 375703 h 605592"/>
                <a:gd name="connsiteX12" fmla="*/ 606580 w 606580"/>
                <a:gd name="connsiteY12" fmla="*/ 401936 h 605592"/>
                <a:gd name="connsiteX13" fmla="*/ 373716 w 606580"/>
                <a:gd name="connsiteY13" fmla="*/ 401936 h 605592"/>
                <a:gd name="connsiteX14" fmla="*/ 413269 w 606580"/>
                <a:gd name="connsiteY14" fmla="*/ 600587 h 605592"/>
                <a:gd name="connsiteX15" fmla="*/ 387364 w 606580"/>
                <a:gd name="connsiteY15" fmla="*/ 605592 h 605592"/>
                <a:gd name="connsiteX16" fmla="*/ 346790 w 606580"/>
                <a:gd name="connsiteY16" fmla="*/ 401936 h 605592"/>
                <a:gd name="connsiteX17" fmla="*/ 316521 w 606580"/>
                <a:gd name="connsiteY17" fmla="*/ 401936 h 605592"/>
                <a:gd name="connsiteX18" fmla="*/ 316521 w 606580"/>
                <a:gd name="connsiteY18" fmla="*/ 551828 h 605592"/>
                <a:gd name="connsiteX19" fmla="*/ 290059 w 606580"/>
                <a:gd name="connsiteY19" fmla="*/ 551828 h 605592"/>
                <a:gd name="connsiteX20" fmla="*/ 290059 w 606580"/>
                <a:gd name="connsiteY20" fmla="*/ 401936 h 605592"/>
                <a:gd name="connsiteX21" fmla="*/ 247163 w 606580"/>
                <a:gd name="connsiteY21" fmla="*/ 401936 h 605592"/>
                <a:gd name="connsiteX22" fmla="*/ 206588 w 606580"/>
                <a:gd name="connsiteY22" fmla="*/ 605592 h 605592"/>
                <a:gd name="connsiteX23" fmla="*/ 180591 w 606580"/>
                <a:gd name="connsiteY23" fmla="*/ 600494 h 605592"/>
                <a:gd name="connsiteX24" fmla="*/ 220237 w 606580"/>
                <a:gd name="connsiteY24" fmla="*/ 401936 h 605592"/>
                <a:gd name="connsiteX25" fmla="*/ 0 w 606580"/>
                <a:gd name="connsiteY25" fmla="*/ 401936 h 605592"/>
                <a:gd name="connsiteX26" fmla="*/ 0 w 606580"/>
                <a:gd name="connsiteY26" fmla="*/ 375703 h 605592"/>
                <a:gd name="connsiteX27" fmla="*/ 39925 w 606580"/>
                <a:gd name="connsiteY27" fmla="*/ 375703 h 60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606580" h="605592">
                  <a:moveTo>
                    <a:pt x="139649" y="323260"/>
                  </a:moveTo>
                  <a:lnTo>
                    <a:pt x="274852" y="323260"/>
                  </a:lnTo>
                  <a:lnTo>
                    <a:pt x="274852" y="349440"/>
                  </a:lnTo>
                  <a:lnTo>
                    <a:pt x="139649" y="349440"/>
                  </a:lnTo>
                  <a:close/>
                  <a:moveTo>
                    <a:pt x="66294" y="26233"/>
                  </a:moveTo>
                  <a:lnTo>
                    <a:pt x="66294" y="375703"/>
                  </a:lnTo>
                  <a:lnTo>
                    <a:pt x="540286" y="375703"/>
                  </a:lnTo>
                  <a:lnTo>
                    <a:pt x="540286" y="26233"/>
                  </a:lnTo>
                  <a:close/>
                  <a:moveTo>
                    <a:pt x="39925" y="0"/>
                  </a:moveTo>
                  <a:lnTo>
                    <a:pt x="566655" y="0"/>
                  </a:lnTo>
                  <a:lnTo>
                    <a:pt x="566655" y="375703"/>
                  </a:lnTo>
                  <a:lnTo>
                    <a:pt x="606580" y="375703"/>
                  </a:lnTo>
                  <a:lnTo>
                    <a:pt x="606580" y="401936"/>
                  </a:lnTo>
                  <a:lnTo>
                    <a:pt x="373716" y="401936"/>
                  </a:lnTo>
                  <a:lnTo>
                    <a:pt x="413269" y="600587"/>
                  </a:lnTo>
                  <a:lnTo>
                    <a:pt x="387364" y="605592"/>
                  </a:lnTo>
                  <a:lnTo>
                    <a:pt x="346790" y="401936"/>
                  </a:lnTo>
                  <a:lnTo>
                    <a:pt x="316521" y="401936"/>
                  </a:lnTo>
                  <a:lnTo>
                    <a:pt x="316521" y="551828"/>
                  </a:lnTo>
                  <a:lnTo>
                    <a:pt x="290059" y="551828"/>
                  </a:lnTo>
                  <a:lnTo>
                    <a:pt x="290059" y="401936"/>
                  </a:lnTo>
                  <a:lnTo>
                    <a:pt x="247163" y="401936"/>
                  </a:lnTo>
                  <a:lnTo>
                    <a:pt x="206588" y="605592"/>
                  </a:lnTo>
                  <a:lnTo>
                    <a:pt x="180591" y="600494"/>
                  </a:lnTo>
                  <a:lnTo>
                    <a:pt x="220237" y="401936"/>
                  </a:lnTo>
                  <a:lnTo>
                    <a:pt x="0" y="401936"/>
                  </a:lnTo>
                  <a:lnTo>
                    <a:pt x="0" y="375703"/>
                  </a:lnTo>
                  <a:lnTo>
                    <a:pt x="39925" y="3757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square" lIns="91440" tIns="45720" rIns="91440" bIns="45720" anchor="ctr">
              <a:normAutofit fontScale="92500" lnSpcReduction="20000"/>
            </a:bodyPr>
            <a:lstStyle/>
            <a:p>
              <a:pPr algn="ctr"/>
              <a:endParaRPr/>
            </a:p>
          </p:txBody>
        </p:sp>
        <p:sp>
          <p:nvSpPr>
            <p:cNvPr id="194" name="i$liḓe">
              <a:extLst>
                <a:ext uri="{FF2B5EF4-FFF2-40B4-BE49-F238E27FC236}">
                  <a16:creationId xmlns:a16="http://schemas.microsoft.com/office/drawing/2014/main" id="{791A27E1-5328-23B4-65DF-689153482ABE}"/>
                </a:ext>
              </a:extLst>
            </p:cNvPr>
            <p:cNvSpPr/>
            <p:nvPr/>
          </p:nvSpPr>
          <p:spPr bwMode="auto">
            <a:xfrm>
              <a:off x="9696181" y="4029794"/>
              <a:ext cx="311058" cy="310581"/>
            </a:xfrm>
            <a:custGeom>
              <a:avLst/>
              <a:gdLst>
                <a:gd name="connsiteX0" fmla="*/ 424725 w 607004"/>
                <a:gd name="connsiteY0" fmla="*/ 67461 h 606075"/>
                <a:gd name="connsiteX1" fmla="*/ 522693 w 607004"/>
                <a:gd name="connsiteY1" fmla="*/ 67461 h 606075"/>
                <a:gd name="connsiteX2" fmla="*/ 539544 w 607004"/>
                <a:gd name="connsiteY2" fmla="*/ 84287 h 606075"/>
                <a:gd name="connsiteX3" fmla="*/ 539544 w 607004"/>
                <a:gd name="connsiteY3" fmla="*/ 182109 h 606075"/>
                <a:gd name="connsiteX4" fmla="*/ 522693 w 607004"/>
                <a:gd name="connsiteY4" fmla="*/ 198935 h 606075"/>
                <a:gd name="connsiteX5" fmla="*/ 505843 w 607004"/>
                <a:gd name="connsiteY5" fmla="*/ 182109 h 606075"/>
                <a:gd name="connsiteX6" fmla="*/ 505843 w 607004"/>
                <a:gd name="connsiteY6" fmla="*/ 124830 h 606075"/>
                <a:gd name="connsiteX7" fmla="*/ 332046 w 607004"/>
                <a:gd name="connsiteY7" fmla="*/ 298457 h 606075"/>
                <a:gd name="connsiteX8" fmla="*/ 308204 w 607004"/>
                <a:gd name="connsiteY8" fmla="*/ 298457 h 606075"/>
                <a:gd name="connsiteX9" fmla="*/ 233450 w 607004"/>
                <a:gd name="connsiteY9" fmla="*/ 223905 h 606075"/>
                <a:gd name="connsiteX10" fmla="*/ 96134 w 607004"/>
                <a:gd name="connsiteY10" fmla="*/ 361017 h 606075"/>
                <a:gd name="connsiteX11" fmla="*/ 72381 w 607004"/>
                <a:gd name="connsiteY11" fmla="*/ 361106 h 606075"/>
                <a:gd name="connsiteX12" fmla="*/ 72381 w 607004"/>
                <a:gd name="connsiteY12" fmla="*/ 337210 h 606075"/>
                <a:gd name="connsiteX13" fmla="*/ 221529 w 607004"/>
                <a:gd name="connsiteY13" fmla="*/ 188105 h 606075"/>
                <a:gd name="connsiteX14" fmla="*/ 245461 w 607004"/>
                <a:gd name="connsiteY14" fmla="*/ 188105 h 606075"/>
                <a:gd name="connsiteX15" fmla="*/ 320125 w 607004"/>
                <a:gd name="connsiteY15" fmla="*/ 262658 h 606075"/>
                <a:gd name="connsiteX16" fmla="*/ 481911 w 607004"/>
                <a:gd name="connsiteY16" fmla="*/ 101113 h 606075"/>
                <a:gd name="connsiteX17" fmla="*/ 424725 w 607004"/>
                <a:gd name="connsiteY17" fmla="*/ 101113 h 606075"/>
                <a:gd name="connsiteX18" fmla="*/ 407875 w 607004"/>
                <a:gd name="connsiteY18" fmla="*/ 84287 h 606075"/>
                <a:gd name="connsiteX19" fmla="*/ 424725 w 607004"/>
                <a:gd name="connsiteY19" fmla="*/ 67461 h 606075"/>
                <a:gd name="connsiteX20" fmla="*/ 33697 w 607004"/>
                <a:gd name="connsiteY20" fmla="*/ 33647 h 606075"/>
                <a:gd name="connsiteX21" fmla="*/ 33697 w 607004"/>
                <a:gd name="connsiteY21" fmla="*/ 399644 h 606075"/>
                <a:gd name="connsiteX22" fmla="*/ 573307 w 607004"/>
                <a:gd name="connsiteY22" fmla="*/ 399644 h 606075"/>
                <a:gd name="connsiteX23" fmla="*/ 573307 w 607004"/>
                <a:gd name="connsiteY23" fmla="*/ 33647 h 606075"/>
                <a:gd name="connsiteX24" fmla="*/ 16849 w 607004"/>
                <a:gd name="connsiteY24" fmla="*/ 0 h 606075"/>
                <a:gd name="connsiteX25" fmla="*/ 590155 w 607004"/>
                <a:gd name="connsiteY25" fmla="*/ 0 h 606075"/>
                <a:gd name="connsiteX26" fmla="*/ 607004 w 607004"/>
                <a:gd name="connsiteY26" fmla="*/ 16823 h 606075"/>
                <a:gd name="connsiteX27" fmla="*/ 607004 w 607004"/>
                <a:gd name="connsiteY27" fmla="*/ 416468 h 606075"/>
                <a:gd name="connsiteX28" fmla="*/ 590155 w 607004"/>
                <a:gd name="connsiteY28" fmla="*/ 433291 h 606075"/>
                <a:gd name="connsiteX29" fmla="*/ 320396 w 607004"/>
                <a:gd name="connsiteY29" fmla="*/ 433291 h 606075"/>
                <a:gd name="connsiteX30" fmla="*/ 320396 w 607004"/>
                <a:gd name="connsiteY30" fmla="*/ 503448 h 606075"/>
                <a:gd name="connsiteX31" fmla="*/ 456441 w 607004"/>
                <a:gd name="connsiteY31" fmla="*/ 577990 h 606075"/>
                <a:gd name="connsiteX32" fmla="*/ 455276 w 607004"/>
                <a:gd name="connsiteY32" fmla="*/ 601704 h 606075"/>
                <a:gd name="connsiteX33" fmla="*/ 431526 w 607004"/>
                <a:gd name="connsiteY33" fmla="*/ 600540 h 606075"/>
                <a:gd name="connsiteX34" fmla="*/ 320396 w 607004"/>
                <a:gd name="connsiteY34" fmla="*/ 537184 h 606075"/>
                <a:gd name="connsiteX35" fmla="*/ 320396 w 607004"/>
                <a:gd name="connsiteY35" fmla="*/ 589175 h 606075"/>
                <a:gd name="connsiteX36" fmla="*/ 303547 w 607004"/>
                <a:gd name="connsiteY36" fmla="*/ 605999 h 606075"/>
                <a:gd name="connsiteX37" fmla="*/ 286698 w 607004"/>
                <a:gd name="connsiteY37" fmla="*/ 589175 h 606075"/>
                <a:gd name="connsiteX38" fmla="*/ 286698 w 607004"/>
                <a:gd name="connsiteY38" fmla="*/ 537184 h 606075"/>
                <a:gd name="connsiteX39" fmla="*/ 175568 w 607004"/>
                <a:gd name="connsiteY39" fmla="*/ 600540 h 606075"/>
                <a:gd name="connsiteX40" fmla="*/ 151729 w 607004"/>
                <a:gd name="connsiteY40" fmla="*/ 601704 h 606075"/>
                <a:gd name="connsiteX41" fmla="*/ 150564 w 607004"/>
                <a:gd name="connsiteY41" fmla="*/ 577990 h 606075"/>
                <a:gd name="connsiteX42" fmla="*/ 286698 w 607004"/>
                <a:gd name="connsiteY42" fmla="*/ 503448 h 606075"/>
                <a:gd name="connsiteX43" fmla="*/ 286698 w 607004"/>
                <a:gd name="connsiteY43" fmla="*/ 433291 h 606075"/>
                <a:gd name="connsiteX44" fmla="*/ 16849 w 607004"/>
                <a:gd name="connsiteY44" fmla="*/ 433291 h 606075"/>
                <a:gd name="connsiteX45" fmla="*/ 0 w 607004"/>
                <a:gd name="connsiteY45" fmla="*/ 416468 h 606075"/>
                <a:gd name="connsiteX46" fmla="*/ 0 w 607004"/>
                <a:gd name="connsiteY46" fmla="*/ 16823 h 606075"/>
                <a:gd name="connsiteX47" fmla="*/ 16849 w 607004"/>
                <a:gd name="connsiteY47" fmla="*/ 0 h 606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607004" h="606075">
                  <a:moveTo>
                    <a:pt x="424725" y="67461"/>
                  </a:moveTo>
                  <a:lnTo>
                    <a:pt x="522693" y="67461"/>
                  </a:lnTo>
                  <a:cubicBezTo>
                    <a:pt x="532015" y="67461"/>
                    <a:pt x="539544" y="74979"/>
                    <a:pt x="539544" y="84287"/>
                  </a:cubicBezTo>
                  <a:lnTo>
                    <a:pt x="539544" y="182109"/>
                  </a:lnTo>
                  <a:cubicBezTo>
                    <a:pt x="539544" y="191417"/>
                    <a:pt x="532015" y="198935"/>
                    <a:pt x="522693" y="198935"/>
                  </a:cubicBezTo>
                  <a:cubicBezTo>
                    <a:pt x="513372" y="198935"/>
                    <a:pt x="505843" y="191417"/>
                    <a:pt x="505843" y="182109"/>
                  </a:cubicBezTo>
                  <a:lnTo>
                    <a:pt x="505843" y="124830"/>
                  </a:lnTo>
                  <a:lnTo>
                    <a:pt x="332046" y="298457"/>
                  </a:lnTo>
                  <a:cubicBezTo>
                    <a:pt x="325772" y="304811"/>
                    <a:pt x="314478" y="304811"/>
                    <a:pt x="308204" y="298457"/>
                  </a:cubicBezTo>
                  <a:lnTo>
                    <a:pt x="233450" y="223905"/>
                  </a:lnTo>
                  <a:lnTo>
                    <a:pt x="96134" y="361017"/>
                  </a:lnTo>
                  <a:cubicBezTo>
                    <a:pt x="92907" y="364328"/>
                    <a:pt x="80717" y="369340"/>
                    <a:pt x="72381" y="361106"/>
                  </a:cubicBezTo>
                  <a:cubicBezTo>
                    <a:pt x="65838" y="354394"/>
                    <a:pt x="65838" y="343833"/>
                    <a:pt x="72381" y="337210"/>
                  </a:cubicBezTo>
                  <a:lnTo>
                    <a:pt x="221529" y="188105"/>
                  </a:lnTo>
                  <a:cubicBezTo>
                    <a:pt x="227893" y="181751"/>
                    <a:pt x="239097" y="181751"/>
                    <a:pt x="245461" y="188105"/>
                  </a:cubicBezTo>
                  <a:lnTo>
                    <a:pt x="320125" y="262658"/>
                  </a:lnTo>
                  <a:lnTo>
                    <a:pt x="481911" y="101113"/>
                  </a:lnTo>
                  <a:lnTo>
                    <a:pt x="424725" y="101113"/>
                  </a:lnTo>
                  <a:cubicBezTo>
                    <a:pt x="415404" y="101113"/>
                    <a:pt x="407875" y="93595"/>
                    <a:pt x="407875" y="84287"/>
                  </a:cubicBezTo>
                  <a:cubicBezTo>
                    <a:pt x="407875" y="74979"/>
                    <a:pt x="415404" y="67461"/>
                    <a:pt x="424725" y="67461"/>
                  </a:cubicBezTo>
                  <a:close/>
                  <a:moveTo>
                    <a:pt x="33697" y="33647"/>
                  </a:moveTo>
                  <a:lnTo>
                    <a:pt x="33697" y="399644"/>
                  </a:lnTo>
                  <a:lnTo>
                    <a:pt x="573307" y="399644"/>
                  </a:lnTo>
                  <a:lnTo>
                    <a:pt x="573307" y="33647"/>
                  </a:lnTo>
                  <a:close/>
                  <a:moveTo>
                    <a:pt x="16849" y="0"/>
                  </a:moveTo>
                  <a:lnTo>
                    <a:pt x="590155" y="0"/>
                  </a:lnTo>
                  <a:cubicBezTo>
                    <a:pt x="599476" y="0"/>
                    <a:pt x="607004" y="7517"/>
                    <a:pt x="607004" y="16823"/>
                  </a:cubicBezTo>
                  <a:lnTo>
                    <a:pt x="607004" y="416468"/>
                  </a:lnTo>
                  <a:cubicBezTo>
                    <a:pt x="607004" y="425774"/>
                    <a:pt x="599476" y="433291"/>
                    <a:pt x="590155" y="433291"/>
                  </a:cubicBezTo>
                  <a:lnTo>
                    <a:pt x="320396" y="433291"/>
                  </a:lnTo>
                  <a:lnTo>
                    <a:pt x="320396" y="503448"/>
                  </a:lnTo>
                  <a:cubicBezTo>
                    <a:pt x="369598" y="508191"/>
                    <a:pt x="416290" y="533694"/>
                    <a:pt x="456441" y="577990"/>
                  </a:cubicBezTo>
                  <a:cubicBezTo>
                    <a:pt x="462714" y="584791"/>
                    <a:pt x="462176" y="595529"/>
                    <a:pt x="455276" y="601704"/>
                  </a:cubicBezTo>
                  <a:cubicBezTo>
                    <a:pt x="448375" y="607968"/>
                    <a:pt x="437710" y="607431"/>
                    <a:pt x="431526" y="600540"/>
                  </a:cubicBezTo>
                  <a:cubicBezTo>
                    <a:pt x="398008" y="563672"/>
                    <a:pt x="359919" y="541927"/>
                    <a:pt x="320396" y="537184"/>
                  </a:cubicBezTo>
                  <a:lnTo>
                    <a:pt x="320396" y="589175"/>
                  </a:lnTo>
                  <a:cubicBezTo>
                    <a:pt x="320396" y="598482"/>
                    <a:pt x="312868" y="605999"/>
                    <a:pt x="303547" y="605999"/>
                  </a:cubicBezTo>
                  <a:cubicBezTo>
                    <a:pt x="294226" y="605999"/>
                    <a:pt x="286698" y="598482"/>
                    <a:pt x="286698" y="589175"/>
                  </a:cubicBezTo>
                  <a:lnTo>
                    <a:pt x="286698" y="537184"/>
                  </a:lnTo>
                  <a:cubicBezTo>
                    <a:pt x="247086" y="542106"/>
                    <a:pt x="208997" y="563672"/>
                    <a:pt x="175568" y="600540"/>
                  </a:cubicBezTo>
                  <a:cubicBezTo>
                    <a:pt x="172162" y="604209"/>
                    <a:pt x="159436" y="608415"/>
                    <a:pt x="151729" y="601704"/>
                  </a:cubicBezTo>
                  <a:cubicBezTo>
                    <a:pt x="144828" y="595619"/>
                    <a:pt x="144380" y="584880"/>
                    <a:pt x="150564" y="577990"/>
                  </a:cubicBezTo>
                  <a:cubicBezTo>
                    <a:pt x="190714" y="533605"/>
                    <a:pt x="237407" y="508191"/>
                    <a:pt x="286698" y="503448"/>
                  </a:cubicBezTo>
                  <a:lnTo>
                    <a:pt x="286698" y="433291"/>
                  </a:lnTo>
                  <a:lnTo>
                    <a:pt x="16849" y="433291"/>
                  </a:lnTo>
                  <a:cubicBezTo>
                    <a:pt x="7528" y="433291"/>
                    <a:pt x="0" y="425774"/>
                    <a:pt x="0" y="416468"/>
                  </a:cubicBezTo>
                  <a:lnTo>
                    <a:pt x="0" y="16823"/>
                  </a:lnTo>
                  <a:cubicBezTo>
                    <a:pt x="0" y="7517"/>
                    <a:pt x="7528" y="0"/>
                    <a:pt x="1684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square" lIns="91440" tIns="45720" rIns="91440" bIns="45720" anchor="ctr">
              <a:normAutofit fontScale="92500" lnSpcReduction="20000"/>
            </a:bodyPr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100819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46D52-8CFE-14E8-AC5E-ADB820EBF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9374E38E-867D-0015-B69E-B0494DAFD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646545"/>
          </a:xfrm>
        </p:spPr>
        <p:txBody>
          <a:bodyPr/>
          <a:lstStyle/>
          <a:p>
            <a:r>
              <a:rPr lang="en-US" altLang="zh-CN"/>
              <a:t>Lab5</a:t>
            </a:r>
            <a:r>
              <a:rPr lang="zh-CN" altLang="en-US"/>
              <a:t>相应改进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9FD7F4F-668C-1C8E-CBC6-76B1D6EE2CF2}"/>
              </a:ext>
            </a:extLst>
          </p:cNvPr>
          <p:cNvSpPr txBox="1"/>
          <p:nvPr/>
        </p:nvSpPr>
        <p:spPr>
          <a:xfrm>
            <a:off x="421831" y="735776"/>
            <a:ext cx="11412206" cy="3325654"/>
          </a:xfrm>
          <a:prstGeom prst="rect">
            <a:avLst/>
          </a:prstGeom>
          <a:noFill/>
          <a:ln>
            <a:solidFill>
              <a:srgbClr val="1A191F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Game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gameId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gameType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player1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player2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currentPlayer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gameOver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b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核心抽象方法定义游戏必须实现的功能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placePiece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isGameOver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[]&gt;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getValidMoves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800"/>
              </a:lnSpc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0D9A51D-A5C4-D10C-41E8-C2CBB0098899}"/>
              </a:ext>
            </a:extLst>
          </p:cNvPr>
          <p:cNvSpPr txBox="1"/>
          <p:nvPr/>
        </p:nvSpPr>
        <p:spPr>
          <a:xfrm>
            <a:off x="8514464" y="1565961"/>
            <a:ext cx="2933257" cy="877869"/>
          </a:xfrm>
          <a:custGeom>
            <a:avLst/>
            <a:gdLst>
              <a:gd name="connsiteX0" fmla="*/ 0 w 2933257"/>
              <a:gd name="connsiteY0" fmla="*/ 0 h 877869"/>
              <a:gd name="connsiteX1" fmla="*/ 615984 w 2933257"/>
              <a:gd name="connsiteY1" fmla="*/ 0 h 877869"/>
              <a:gd name="connsiteX2" fmla="*/ 1231968 w 2933257"/>
              <a:gd name="connsiteY2" fmla="*/ 0 h 877869"/>
              <a:gd name="connsiteX3" fmla="*/ 1730622 w 2933257"/>
              <a:gd name="connsiteY3" fmla="*/ 0 h 877869"/>
              <a:gd name="connsiteX4" fmla="*/ 2375938 w 2933257"/>
              <a:gd name="connsiteY4" fmla="*/ 0 h 877869"/>
              <a:gd name="connsiteX5" fmla="*/ 2933257 w 2933257"/>
              <a:gd name="connsiteY5" fmla="*/ 0 h 877869"/>
              <a:gd name="connsiteX6" fmla="*/ 2933257 w 2933257"/>
              <a:gd name="connsiteY6" fmla="*/ 421377 h 877869"/>
              <a:gd name="connsiteX7" fmla="*/ 2933257 w 2933257"/>
              <a:gd name="connsiteY7" fmla="*/ 877869 h 877869"/>
              <a:gd name="connsiteX8" fmla="*/ 2405271 w 2933257"/>
              <a:gd name="connsiteY8" fmla="*/ 877869 h 877869"/>
              <a:gd name="connsiteX9" fmla="*/ 1847952 w 2933257"/>
              <a:gd name="connsiteY9" fmla="*/ 877869 h 877869"/>
              <a:gd name="connsiteX10" fmla="*/ 1261301 w 2933257"/>
              <a:gd name="connsiteY10" fmla="*/ 877869 h 877869"/>
              <a:gd name="connsiteX11" fmla="*/ 762647 w 2933257"/>
              <a:gd name="connsiteY11" fmla="*/ 877869 h 877869"/>
              <a:gd name="connsiteX12" fmla="*/ 0 w 2933257"/>
              <a:gd name="connsiteY12" fmla="*/ 877869 h 877869"/>
              <a:gd name="connsiteX13" fmla="*/ 0 w 2933257"/>
              <a:gd name="connsiteY13" fmla="*/ 465271 h 877869"/>
              <a:gd name="connsiteX14" fmla="*/ 0 w 2933257"/>
              <a:gd name="connsiteY14" fmla="*/ 0 h 87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933257" h="877869" extrusionOk="0">
                <a:moveTo>
                  <a:pt x="0" y="0"/>
                </a:moveTo>
                <a:cubicBezTo>
                  <a:pt x="169089" y="30508"/>
                  <a:pt x="403348" y="-11439"/>
                  <a:pt x="615984" y="0"/>
                </a:cubicBezTo>
                <a:cubicBezTo>
                  <a:pt x="828620" y="11439"/>
                  <a:pt x="1021641" y="-13972"/>
                  <a:pt x="1231968" y="0"/>
                </a:cubicBezTo>
                <a:cubicBezTo>
                  <a:pt x="1442295" y="13972"/>
                  <a:pt x="1604472" y="16746"/>
                  <a:pt x="1730622" y="0"/>
                </a:cubicBezTo>
                <a:cubicBezTo>
                  <a:pt x="1856772" y="-16746"/>
                  <a:pt x="2159152" y="-1888"/>
                  <a:pt x="2375938" y="0"/>
                </a:cubicBezTo>
                <a:cubicBezTo>
                  <a:pt x="2592724" y="1888"/>
                  <a:pt x="2674183" y="-11449"/>
                  <a:pt x="2933257" y="0"/>
                </a:cubicBezTo>
                <a:cubicBezTo>
                  <a:pt x="2937613" y="164530"/>
                  <a:pt x="2940333" y="278579"/>
                  <a:pt x="2933257" y="421377"/>
                </a:cubicBezTo>
                <a:cubicBezTo>
                  <a:pt x="2926181" y="564175"/>
                  <a:pt x="2910451" y="693544"/>
                  <a:pt x="2933257" y="877869"/>
                </a:cubicBezTo>
                <a:cubicBezTo>
                  <a:pt x="2759544" y="885856"/>
                  <a:pt x="2603391" y="899394"/>
                  <a:pt x="2405271" y="877869"/>
                </a:cubicBezTo>
                <a:cubicBezTo>
                  <a:pt x="2207151" y="856344"/>
                  <a:pt x="2067266" y="863115"/>
                  <a:pt x="1847952" y="877869"/>
                </a:cubicBezTo>
                <a:cubicBezTo>
                  <a:pt x="1628638" y="892623"/>
                  <a:pt x="1409776" y="876787"/>
                  <a:pt x="1261301" y="877869"/>
                </a:cubicBezTo>
                <a:cubicBezTo>
                  <a:pt x="1112826" y="878951"/>
                  <a:pt x="881528" y="856872"/>
                  <a:pt x="762647" y="877869"/>
                </a:cubicBezTo>
                <a:cubicBezTo>
                  <a:pt x="643766" y="898866"/>
                  <a:pt x="218177" y="915852"/>
                  <a:pt x="0" y="877869"/>
                </a:cubicBezTo>
                <a:cubicBezTo>
                  <a:pt x="-15717" y="680865"/>
                  <a:pt x="-5680" y="668609"/>
                  <a:pt x="0" y="465271"/>
                </a:cubicBezTo>
                <a:cubicBezTo>
                  <a:pt x="5680" y="261933"/>
                  <a:pt x="11803" y="152816"/>
                  <a:pt x="0" y="0"/>
                </a:cubicBezTo>
                <a:close/>
              </a:path>
            </a:pathLst>
          </a:custGeom>
          <a:noFill/>
          <a:ln w="19050">
            <a:solidFill>
              <a:srgbClr val="1A191F"/>
            </a:solidFill>
            <a:extLst>
              <a:ext uri="{C807C97D-BFC1-408E-A445-0C87EB9F89A2}">
                <ask:lineSketchStyleProps xmlns:ask="http://schemas.microsoft.com/office/drawing/2018/sketchyshapes" sd="110033365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800" b="1" i="0" u="none" strike="noStrike" cap="none" normalizeH="0" baseline="0">
                <a:ln>
                  <a:noFill/>
                </a:ln>
                <a:solidFill>
                  <a:srgbClr val="0F4A85"/>
                </a:solidFill>
                <a:effectLst/>
                <a:latin typeface="Consolas" panose="020B0609020204030204" pitchFamily="49" charset="0"/>
                <a:ea typeface="Segoe WPC"/>
              </a:rPr>
              <a:t>引入抽象基类</a:t>
            </a:r>
            <a:r>
              <a:rPr kumimoji="0" lang="zh-CN" altLang="en-US" sz="1800" b="1" i="0" u="none" strike="noStrike" cap="none" normalizeH="0" baseline="0">
                <a:ln>
                  <a:noFill/>
                </a:ln>
                <a:solidFill>
                  <a:srgbClr val="0F4A85"/>
                </a:solidFill>
                <a:effectLst/>
                <a:latin typeface="Consolas" panose="020B0609020204030204" pitchFamily="49" charset="0"/>
                <a:ea typeface="var(--augment-monospace-font-family)"/>
              </a:rPr>
              <a:t>和继承体系</a:t>
            </a:r>
            <a:r>
              <a:rPr kumimoji="0" lang="zh-CN" altLang="en-US" sz="1800" b="0" i="0" u="none" strike="noStrike" cap="none" normalizeH="0" baseline="0">
                <a:ln>
                  <a:noFill/>
                </a:ln>
                <a:effectLst/>
                <a:latin typeface="Consolas" panose="020B0609020204030204" pitchFamily="49" charset="0"/>
                <a:ea typeface="var(--augment-monospace-font-family)"/>
              </a:rPr>
              <a:t>，代替原来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5E2CBC"/>
                </a:solidFill>
                <a:effectLst/>
                <a:latin typeface="Consolas" panose="020B0609020204030204" pitchFamily="49" charset="0"/>
                <a:ea typeface="var(--augment-monospace-font-family)"/>
              </a:rPr>
              <a:t>instanceof</a:t>
            </a:r>
            <a:r>
              <a:rPr kumimoji="0" lang="zh-CN" altLang="en-US" sz="1800" b="0" i="0" u="none" strike="noStrike" cap="none" normalizeH="0" baseline="0">
                <a:ln>
                  <a:noFill/>
                </a:ln>
                <a:effectLst/>
                <a:latin typeface="Consolas" panose="020B0609020204030204" pitchFamily="49" charset="0"/>
                <a:ea typeface="var(--augment-monospace-font-family)"/>
              </a:rPr>
              <a:t>判断</a:t>
            </a:r>
            <a:endParaRPr kumimoji="0" lang="zh-CN" altLang="zh-CN" sz="1800" b="0" i="0" u="none" strike="noStrike" cap="none" normalizeH="0" baseline="0">
              <a:ln>
                <a:noFill/>
              </a:ln>
              <a:effectLst/>
              <a:latin typeface="Consolas" panose="020B0609020204030204" pitchFamily="49" charset="0"/>
              <a:ea typeface="Segoe WPC"/>
            </a:endParaRPr>
          </a:p>
        </p:txBody>
      </p:sp>
    </p:spTree>
    <p:extLst>
      <p:ext uri="{BB962C8B-B14F-4D97-AF65-F5344CB8AC3E}">
        <p14:creationId xmlns:p14="http://schemas.microsoft.com/office/powerpoint/2010/main" val="33941843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2AB11-FDE0-FEA3-3B10-2F8798916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464470A-9C10-5C69-5D48-B03E01259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646545"/>
          </a:xfrm>
        </p:spPr>
        <p:txBody>
          <a:bodyPr/>
          <a:lstStyle/>
          <a:p>
            <a:r>
              <a:rPr lang="en-US" altLang="zh-CN"/>
              <a:t>Lab5</a:t>
            </a:r>
            <a:r>
              <a:rPr lang="zh-CN" altLang="en-US"/>
              <a:t>相应改进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CCA0CD6-AACD-8D25-B0E8-5786962F1C73}"/>
              </a:ext>
            </a:extLst>
          </p:cNvPr>
          <p:cNvSpPr txBox="1"/>
          <p:nvPr/>
        </p:nvSpPr>
        <p:spPr>
          <a:xfrm>
            <a:off x="598477" y="683821"/>
            <a:ext cx="11412206" cy="6095643"/>
          </a:xfrm>
          <a:prstGeom prst="rect">
            <a:avLst/>
          </a:prstGeom>
          <a:noFill/>
          <a:ln>
            <a:solidFill>
              <a:srgbClr val="1A191F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GameManager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Game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games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currentGameIndex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Game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getCurrentGame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games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(currentGameIndex);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switchGame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gameType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 i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games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 i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games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(i).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getGameType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equalsIgnoreCase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(gameType))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currentGameIndex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i;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addNewGame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gameType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newGameId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games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gameType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equalsIgnoreCase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"reversi"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games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ReversiGame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(newGameId));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gameType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equalsIgnoreCase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"peace"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games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PeaceGame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(newGameId));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gameType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equalsIgnoreCase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"gomoku"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games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GomokuGame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(newGameId));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800"/>
              </a:lnSpc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9784350-F5BD-64AD-0F85-E6C55ADF7A32}"/>
              </a:ext>
            </a:extLst>
          </p:cNvPr>
          <p:cNvSpPr txBox="1"/>
          <p:nvPr/>
        </p:nvSpPr>
        <p:spPr>
          <a:xfrm>
            <a:off x="8436533" y="3429000"/>
            <a:ext cx="2933257" cy="1293367"/>
          </a:xfrm>
          <a:custGeom>
            <a:avLst/>
            <a:gdLst>
              <a:gd name="connsiteX0" fmla="*/ 0 w 2933257"/>
              <a:gd name="connsiteY0" fmla="*/ 0 h 1293367"/>
              <a:gd name="connsiteX1" fmla="*/ 615984 w 2933257"/>
              <a:gd name="connsiteY1" fmla="*/ 0 h 1293367"/>
              <a:gd name="connsiteX2" fmla="*/ 1231968 w 2933257"/>
              <a:gd name="connsiteY2" fmla="*/ 0 h 1293367"/>
              <a:gd name="connsiteX3" fmla="*/ 1730622 w 2933257"/>
              <a:gd name="connsiteY3" fmla="*/ 0 h 1293367"/>
              <a:gd name="connsiteX4" fmla="*/ 2375938 w 2933257"/>
              <a:gd name="connsiteY4" fmla="*/ 0 h 1293367"/>
              <a:gd name="connsiteX5" fmla="*/ 2933257 w 2933257"/>
              <a:gd name="connsiteY5" fmla="*/ 0 h 1293367"/>
              <a:gd name="connsiteX6" fmla="*/ 2933257 w 2933257"/>
              <a:gd name="connsiteY6" fmla="*/ 620816 h 1293367"/>
              <a:gd name="connsiteX7" fmla="*/ 2933257 w 2933257"/>
              <a:gd name="connsiteY7" fmla="*/ 1293367 h 1293367"/>
              <a:gd name="connsiteX8" fmla="*/ 2405271 w 2933257"/>
              <a:gd name="connsiteY8" fmla="*/ 1293367 h 1293367"/>
              <a:gd name="connsiteX9" fmla="*/ 1847952 w 2933257"/>
              <a:gd name="connsiteY9" fmla="*/ 1293367 h 1293367"/>
              <a:gd name="connsiteX10" fmla="*/ 1261301 w 2933257"/>
              <a:gd name="connsiteY10" fmla="*/ 1293367 h 1293367"/>
              <a:gd name="connsiteX11" fmla="*/ 762647 w 2933257"/>
              <a:gd name="connsiteY11" fmla="*/ 1293367 h 1293367"/>
              <a:gd name="connsiteX12" fmla="*/ 0 w 2933257"/>
              <a:gd name="connsiteY12" fmla="*/ 1293367 h 1293367"/>
              <a:gd name="connsiteX13" fmla="*/ 0 w 2933257"/>
              <a:gd name="connsiteY13" fmla="*/ 685485 h 1293367"/>
              <a:gd name="connsiteX14" fmla="*/ 0 w 2933257"/>
              <a:gd name="connsiteY14" fmla="*/ 0 h 1293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933257" h="1293367" extrusionOk="0">
                <a:moveTo>
                  <a:pt x="0" y="0"/>
                </a:moveTo>
                <a:cubicBezTo>
                  <a:pt x="169089" y="30508"/>
                  <a:pt x="403348" y="-11439"/>
                  <a:pt x="615984" y="0"/>
                </a:cubicBezTo>
                <a:cubicBezTo>
                  <a:pt x="828620" y="11439"/>
                  <a:pt x="1021641" y="-13972"/>
                  <a:pt x="1231968" y="0"/>
                </a:cubicBezTo>
                <a:cubicBezTo>
                  <a:pt x="1442295" y="13972"/>
                  <a:pt x="1604472" y="16746"/>
                  <a:pt x="1730622" y="0"/>
                </a:cubicBezTo>
                <a:cubicBezTo>
                  <a:pt x="1856772" y="-16746"/>
                  <a:pt x="2159152" y="-1888"/>
                  <a:pt x="2375938" y="0"/>
                </a:cubicBezTo>
                <a:cubicBezTo>
                  <a:pt x="2592724" y="1888"/>
                  <a:pt x="2674183" y="-11449"/>
                  <a:pt x="2933257" y="0"/>
                </a:cubicBezTo>
                <a:cubicBezTo>
                  <a:pt x="2911911" y="288155"/>
                  <a:pt x="2943456" y="426901"/>
                  <a:pt x="2933257" y="620816"/>
                </a:cubicBezTo>
                <a:cubicBezTo>
                  <a:pt x="2923058" y="814731"/>
                  <a:pt x="2953627" y="1112196"/>
                  <a:pt x="2933257" y="1293367"/>
                </a:cubicBezTo>
                <a:cubicBezTo>
                  <a:pt x="2759544" y="1301354"/>
                  <a:pt x="2603391" y="1314892"/>
                  <a:pt x="2405271" y="1293367"/>
                </a:cubicBezTo>
                <a:cubicBezTo>
                  <a:pt x="2207151" y="1271842"/>
                  <a:pt x="2067266" y="1278613"/>
                  <a:pt x="1847952" y="1293367"/>
                </a:cubicBezTo>
                <a:cubicBezTo>
                  <a:pt x="1628638" y="1308121"/>
                  <a:pt x="1409776" y="1292285"/>
                  <a:pt x="1261301" y="1293367"/>
                </a:cubicBezTo>
                <a:cubicBezTo>
                  <a:pt x="1112826" y="1294449"/>
                  <a:pt x="881528" y="1272370"/>
                  <a:pt x="762647" y="1293367"/>
                </a:cubicBezTo>
                <a:cubicBezTo>
                  <a:pt x="643766" y="1314364"/>
                  <a:pt x="218177" y="1331350"/>
                  <a:pt x="0" y="1293367"/>
                </a:cubicBezTo>
                <a:cubicBezTo>
                  <a:pt x="5408" y="1094776"/>
                  <a:pt x="-17646" y="853283"/>
                  <a:pt x="0" y="685485"/>
                </a:cubicBezTo>
                <a:cubicBezTo>
                  <a:pt x="17646" y="517687"/>
                  <a:pt x="-12503" y="199034"/>
                  <a:pt x="0" y="0"/>
                </a:cubicBezTo>
                <a:close/>
              </a:path>
            </a:pathLst>
          </a:custGeom>
          <a:noFill/>
          <a:ln w="19050">
            <a:solidFill>
              <a:srgbClr val="1A191F"/>
            </a:solidFill>
            <a:extLst>
              <a:ext uri="{C807C97D-BFC1-408E-A445-0C87EB9F89A2}">
                <ask:lineSketchStyleProps xmlns:ask="http://schemas.microsoft.com/office/drawing/2018/sketchyshapes" sd="110033365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800" b="1" i="0" u="none" strike="noStrike" cap="none" normalizeH="0" baseline="0">
                <a:ln>
                  <a:noFill/>
                </a:ln>
                <a:solidFill>
                  <a:srgbClr val="0F4A85"/>
                </a:solidFill>
                <a:effectLst/>
                <a:latin typeface="Consolas" panose="020B0609020204030204" pitchFamily="49" charset="0"/>
                <a:ea typeface="Segoe WPC"/>
              </a:rPr>
              <a:t>职责分离</a:t>
            </a:r>
            <a:r>
              <a:rPr kumimoji="0" lang="zh-CN" altLang="en-US" sz="1800" b="0" i="0" u="none" strike="noStrike" cap="none" normalizeH="0" baseline="0">
                <a:ln>
                  <a:noFill/>
                </a:ln>
                <a:effectLst/>
                <a:latin typeface="Consolas" panose="020B0609020204030204" pitchFamily="49" charset="0"/>
                <a:ea typeface="var(--augment-monospace-font-family)"/>
              </a:rPr>
              <a:t>，</a:t>
            </a:r>
            <a:endParaRPr kumimoji="0" lang="en-US" altLang="zh-CN" sz="1800" b="0" i="0" u="none" strike="noStrike" cap="none" normalizeH="0" baseline="0">
              <a:ln>
                <a:noFill/>
              </a:ln>
              <a:effectLst/>
              <a:latin typeface="Consolas" panose="020B0609020204030204" pitchFamily="49" charset="0"/>
              <a:ea typeface="var(--augment-monospace-font-family)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185E73"/>
                </a:solidFill>
                <a:effectLst/>
                <a:latin typeface="Consolas" panose="020B0609020204030204" pitchFamily="49" charset="0"/>
                <a:ea typeface="var(--augment-monospace-font-family)"/>
              </a:rPr>
              <a:t>Gamemanager</a:t>
            </a:r>
            <a:r>
              <a:rPr kumimoji="0" lang="zh-CN" altLang="en-US" sz="1800" b="0" i="0" u="none" strike="noStrike" cap="none" normalizeH="0" baseline="0">
                <a:ln>
                  <a:noFill/>
                </a:ln>
                <a:effectLst/>
                <a:latin typeface="Consolas" panose="020B0609020204030204" pitchFamily="49" charset="0"/>
                <a:ea typeface="var(--augment-monospace-font-family)"/>
              </a:rPr>
              <a:t>专注于游戏管理</a:t>
            </a:r>
            <a:endParaRPr kumimoji="0" lang="zh-CN" altLang="zh-CN" sz="1800" b="0" i="0" u="none" strike="noStrike" cap="none" normalizeH="0" baseline="0">
              <a:ln>
                <a:noFill/>
              </a:ln>
              <a:effectLst/>
              <a:latin typeface="Consolas" panose="020B0609020204030204" pitchFamily="49" charset="0"/>
              <a:ea typeface="Segoe WPC"/>
            </a:endParaRPr>
          </a:p>
        </p:txBody>
      </p:sp>
    </p:spTree>
    <p:extLst>
      <p:ext uri="{BB962C8B-B14F-4D97-AF65-F5344CB8AC3E}">
        <p14:creationId xmlns:p14="http://schemas.microsoft.com/office/powerpoint/2010/main" val="6613403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057DF-0CCC-F795-A747-FA4843115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0EB232C-0B7F-A353-186A-FC1A730EA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646545"/>
          </a:xfrm>
        </p:spPr>
        <p:txBody>
          <a:bodyPr/>
          <a:lstStyle/>
          <a:p>
            <a:r>
              <a:rPr lang="en-US" altLang="zh-CN"/>
              <a:t>Lab5</a:t>
            </a:r>
            <a:r>
              <a:rPr lang="zh-CN" altLang="en-US"/>
              <a:t>相应改进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2820EBB-9B1A-6FEB-6BFD-8CD16BC444A3}"/>
              </a:ext>
            </a:extLst>
          </p:cNvPr>
          <p:cNvSpPr txBox="1"/>
          <p:nvPr/>
        </p:nvSpPr>
        <p:spPr>
          <a:xfrm>
            <a:off x="598477" y="683821"/>
            <a:ext cx="11412206" cy="6095643"/>
          </a:xfrm>
          <a:prstGeom prst="rect">
            <a:avLst/>
          </a:prstGeom>
          <a:noFill/>
          <a:ln>
            <a:solidFill>
              <a:srgbClr val="1A191F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GomokuGame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Game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GomokuGame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gameId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(gameId,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"gomoku"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800"/>
              </a:lnSpc>
              <a:buNone/>
            </a:pPr>
            <a:endParaRPr lang="en-US" altLang="zh-CN">
              <a:solidFill>
                <a:srgbClr val="292929"/>
              </a:solidFill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placePiece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isValidMove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(row, col))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setPiece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(row, col,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currentPlayer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checkWin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(row, col))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gameOver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switchPlayer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800"/>
              </a:lnSpc>
              <a:buNone/>
            </a:pPr>
            <a:b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isGameOver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gameOver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isFull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800"/>
              </a:lnSpc>
              <a:buNone/>
            </a:pPr>
            <a:b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checkWin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五子棋特有的获胜判定逻辑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检查横向、纵向、对角线是否有五子连珠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>
              <a:solidFill>
                <a:srgbClr val="292929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33CB3C2-B8D8-EF78-AF0A-28FEF430DD25}"/>
              </a:ext>
            </a:extLst>
          </p:cNvPr>
          <p:cNvSpPr txBox="1"/>
          <p:nvPr/>
        </p:nvSpPr>
        <p:spPr>
          <a:xfrm>
            <a:off x="8436533" y="3429000"/>
            <a:ext cx="2933257" cy="877869"/>
          </a:xfrm>
          <a:custGeom>
            <a:avLst/>
            <a:gdLst>
              <a:gd name="connsiteX0" fmla="*/ 0 w 2933257"/>
              <a:gd name="connsiteY0" fmla="*/ 0 h 877869"/>
              <a:gd name="connsiteX1" fmla="*/ 615984 w 2933257"/>
              <a:gd name="connsiteY1" fmla="*/ 0 h 877869"/>
              <a:gd name="connsiteX2" fmla="*/ 1231968 w 2933257"/>
              <a:gd name="connsiteY2" fmla="*/ 0 h 877869"/>
              <a:gd name="connsiteX3" fmla="*/ 1730622 w 2933257"/>
              <a:gd name="connsiteY3" fmla="*/ 0 h 877869"/>
              <a:gd name="connsiteX4" fmla="*/ 2375938 w 2933257"/>
              <a:gd name="connsiteY4" fmla="*/ 0 h 877869"/>
              <a:gd name="connsiteX5" fmla="*/ 2933257 w 2933257"/>
              <a:gd name="connsiteY5" fmla="*/ 0 h 877869"/>
              <a:gd name="connsiteX6" fmla="*/ 2933257 w 2933257"/>
              <a:gd name="connsiteY6" fmla="*/ 421377 h 877869"/>
              <a:gd name="connsiteX7" fmla="*/ 2933257 w 2933257"/>
              <a:gd name="connsiteY7" fmla="*/ 877869 h 877869"/>
              <a:gd name="connsiteX8" fmla="*/ 2405271 w 2933257"/>
              <a:gd name="connsiteY8" fmla="*/ 877869 h 877869"/>
              <a:gd name="connsiteX9" fmla="*/ 1847952 w 2933257"/>
              <a:gd name="connsiteY9" fmla="*/ 877869 h 877869"/>
              <a:gd name="connsiteX10" fmla="*/ 1261301 w 2933257"/>
              <a:gd name="connsiteY10" fmla="*/ 877869 h 877869"/>
              <a:gd name="connsiteX11" fmla="*/ 762647 w 2933257"/>
              <a:gd name="connsiteY11" fmla="*/ 877869 h 877869"/>
              <a:gd name="connsiteX12" fmla="*/ 0 w 2933257"/>
              <a:gd name="connsiteY12" fmla="*/ 877869 h 877869"/>
              <a:gd name="connsiteX13" fmla="*/ 0 w 2933257"/>
              <a:gd name="connsiteY13" fmla="*/ 465271 h 877869"/>
              <a:gd name="connsiteX14" fmla="*/ 0 w 2933257"/>
              <a:gd name="connsiteY14" fmla="*/ 0 h 87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933257" h="877869" extrusionOk="0">
                <a:moveTo>
                  <a:pt x="0" y="0"/>
                </a:moveTo>
                <a:cubicBezTo>
                  <a:pt x="169089" y="30508"/>
                  <a:pt x="403348" y="-11439"/>
                  <a:pt x="615984" y="0"/>
                </a:cubicBezTo>
                <a:cubicBezTo>
                  <a:pt x="828620" y="11439"/>
                  <a:pt x="1021641" y="-13972"/>
                  <a:pt x="1231968" y="0"/>
                </a:cubicBezTo>
                <a:cubicBezTo>
                  <a:pt x="1442295" y="13972"/>
                  <a:pt x="1604472" y="16746"/>
                  <a:pt x="1730622" y="0"/>
                </a:cubicBezTo>
                <a:cubicBezTo>
                  <a:pt x="1856772" y="-16746"/>
                  <a:pt x="2159152" y="-1888"/>
                  <a:pt x="2375938" y="0"/>
                </a:cubicBezTo>
                <a:cubicBezTo>
                  <a:pt x="2592724" y="1888"/>
                  <a:pt x="2674183" y="-11449"/>
                  <a:pt x="2933257" y="0"/>
                </a:cubicBezTo>
                <a:cubicBezTo>
                  <a:pt x="2937613" y="164530"/>
                  <a:pt x="2940333" y="278579"/>
                  <a:pt x="2933257" y="421377"/>
                </a:cubicBezTo>
                <a:cubicBezTo>
                  <a:pt x="2926181" y="564175"/>
                  <a:pt x="2910451" y="693544"/>
                  <a:pt x="2933257" y="877869"/>
                </a:cubicBezTo>
                <a:cubicBezTo>
                  <a:pt x="2759544" y="885856"/>
                  <a:pt x="2603391" y="899394"/>
                  <a:pt x="2405271" y="877869"/>
                </a:cubicBezTo>
                <a:cubicBezTo>
                  <a:pt x="2207151" y="856344"/>
                  <a:pt x="2067266" y="863115"/>
                  <a:pt x="1847952" y="877869"/>
                </a:cubicBezTo>
                <a:cubicBezTo>
                  <a:pt x="1628638" y="892623"/>
                  <a:pt x="1409776" y="876787"/>
                  <a:pt x="1261301" y="877869"/>
                </a:cubicBezTo>
                <a:cubicBezTo>
                  <a:pt x="1112826" y="878951"/>
                  <a:pt x="881528" y="856872"/>
                  <a:pt x="762647" y="877869"/>
                </a:cubicBezTo>
                <a:cubicBezTo>
                  <a:pt x="643766" y="898866"/>
                  <a:pt x="218177" y="915852"/>
                  <a:pt x="0" y="877869"/>
                </a:cubicBezTo>
                <a:cubicBezTo>
                  <a:pt x="-15717" y="680865"/>
                  <a:pt x="-5680" y="668609"/>
                  <a:pt x="0" y="465271"/>
                </a:cubicBezTo>
                <a:cubicBezTo>
                  <a:pt x="5680" y="261933"/>
                  <a:pt x="11803" y="152816"/>
                  <a:pt x="0" y="0"/>
                </a:cubicBezTo>
                <a:close/>
              </a:path>
            </a:pathLst>
          </a:custGeom>
          <a:noFill/>
          <a:ln w="19050">
            <a:solidFill>
              <a:srgbClr val="1A191F"/>
            </a:solidFill>
            <a:extLst>
              <a:ext uri="{C807C97D-BFC1-408E-A445-0C87EB9F89A2}">
                <ask:lineSketchStyleProps xmlns:ask="http://schemas.microsoft.com/office/drawing/2018/sketchyshapes" sd="110033365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1800" b="1" i="0" u="none" strike="noStrike" cap="none" normalizeH="0" baseline="0">
                <a:ln>
                  <a:noFill/>
                </a:ln>
                <a:solidFill>
                  <a:srgbClr val="0F4A85"/>
                </a:solidFill>
                <a:effectLst/>
                <a:latin typeface="Consolas" panose="020B0609020204030204" pitchFamily="49" charset="0"/>
                <a:ea typeface="Segoe WPC"/>
              </a:rPr>
              <a:t>具体游戏类实现自己的规则逻辑</a:t>
            </a:r>
            <a:r>
              <a:rPr kumimoji="0" lang="zh-CN" altLang="en-US" sz="1800" b="0" i="0" u="none" strike="noStrike" cap="none" normalizeH="0" baseline="0">
                <a:ln>
                  <a:noFill/>
                </a:ln>
                <a:effectLst/>
                <a:latin typeface="Consolas" panose="020B0609020204030204" pitchFamily="49" charset="0"/>
                <a:ea typeface="var(--augment-monospace-font-family)"/>
              </a:rPr>
              <a:t>，以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effectLst/>
                <a:latin typeface="Consolas" panose="020B0609020204030204" pitchFamily="49" charset="0"/>
                <a:ea typeface="var(--augment-monospace-font-family)"/>
              </a:rPr>
              <a:t>Gomoku</a:t>
            </a:r>
            <a:r>
              <a:rPr kumimoji="0" lang="zh-CN" altLang="en-US" sz="1800" b="0" i="0" u="none" strike="noStrike" cap="none" normalizeH="0" baseline="0">
                <a:ln>
                  <a:noFill/>
                </a:ln>
                <a:effectLst/>
                <a:latin typeface="Consolas" panose="020B0609020204030204" pitchFamily="49" charset="0"/>
                <a:ea typeface="var(--augment-monospace-font-family)"/>
              </a:rPr>
              <a:t>模式为例</a:t>
            </a:r>
            <a:endParaRPr kumimoji="0" lang="en-US" altLang="zh-CN" sz="1800" b="0" i="0" u="none" strike="noStrike" cap="none" normalizeH="0" baseline="0">
              <a:ln>
                <a:noFill/>
              </a:ln>
              <a:effectLst/>
              <a:latin typeface="Consolas" panose="020B0609020204030204" pitchFamily="49" charset="0"/>
              <a:ea typeface="var(--augment-monospace-font-family)"/>
            </a:endParaRPr>
          </a:p>
        </p:txBody>
      </p:sp>
    </p:spTree>
    <p:extLst>
      <p:ext uri="{BB962C8B-B14F-4D97-AF65-F5344CB8AC3E}">
        <p14:creationId xmlns:p14="http://schemas.microsoft.com/office/powerpoint/2010/main" val="31957640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A631E-3B34-8729-E18B-C2ECE503E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986EE6D-B509-83D0-9DF0-D94ED874B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646545"/>
          </a:xfrm>
        </p:spPr>
        <p:txBody>
          <a:bodyPr/>
          <a:lstStyle/>
          <a:p>
            <a:r>
              <a:rPr lang="en-US" altLang="zh-CN"/>
              <a:t>Lab5</a:t>
            </a:r>
            <a:r>
              <a:rPr lang="zh-CN" altLang="en-US"/>
              <a:t>相应改进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A0A7609-BA55-88D2-0CB0-68DE57F91B26}"/>
              </a:ext>
            </a:extLst>
          </p:cNvPr>
          <p:cNvSpPr txBox="1"/>
          <p:nvPr/>
        </p:nvSpPr>
        <p:spPr>
          <a:xfrm>
            <a:off x="598477" y="683821"/>
            <a:ext cx="11412206" cy="6095643"/>
          </a:xfrm>
          <a:prstGeom prst="rect">
            <a:avLst/>
          </a:prstGeom>
          <a:noFill/>
          <a:ln>
            <a:solidFill>
              <a:srgbClr val="1A191F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[][]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grid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b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grid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[SIZE][SIZE];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initializeBoard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800"/>
              </a:lnSpc>
              <a:buNone/>
            </a:pPr>
            <a:b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setPiece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isValidPosition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(row, col))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grid[row][col]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piece;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800"/>
              </a:lnSpc>
              <a:buNone/>
            </a:pPr>
            <a:b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getPiece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isValidPosition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(row, col))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grid[row][col];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800"/>
              </a:lnSpc>
              <a:buNone/>
            </a:pPr>
            <a:b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isValidPosition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row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row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SIZE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col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col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SIZE;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800"/>
              </a:lnSpc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71C910-D7ED-3D18-F140-C8B76DB483BE}"/>
              </a:ext>
            </a:extLst>
          </p:cNvPr>
          <p:cNvSpPr txBox="1"/>
          <p:nvPr/>
        </p:nvSpPr>
        <p:spPr>
          <a:xfrm>
            <a:off x="8436533" y="3429000"/>
            <a:ext cx="3156990" cy="1294329"/>
          </a:xfrm>
          <a:custGeom>
            <a:avLst/>
            <a:gdLst>
              <a:gd name="connsiteX0" fmla="*/ 0 w 3156990"/>
              <a:gd name="connsiteY0" fmla="*/ 0 h 1294329"/>
              <a:gd name="connsiteX1" fmla="*/ 662968 w 3156990"/>
              <a:gd name="connsiteY1" fmla="*/ 0 h 1294329"/>
              <a:gd name="connsiteX2" fmla="*/ 1325936 w 3156990"/>
              <a:gd name="connsiteY2" fmla="*/ 0 h 1294329"/>
              <a:gd name="connsiteX3" fmla="*/ 1862624 w 3156990"/>
              <a:gd name="connsiteY3" fmla="*/ 0 h 1294329"/>
              <a:gd name="connsiteX4" fmla="*/ 2557162 w 3156990"/>
              <a:gd name="connsiteY4" fmla="*/ 0 h 1294329"/>
              <a:gd name="connsiteX5" fmla="*/ 3156990 w 3156990"/>
              <a:gd name="connsiteY5" fmla="*/ 0 h 1294329"/>
              <a:gd name="connsiteX6" fmla="*/ 3156990 w 3156990"/>
              <a:gd name="connsiteY6" fmla="*/ 621278 h 1294329"/>
              <a:gd name="connsiteX7" fmla="*/ 3156990 w 3156990"/>
              <a:gd name="connsiteY7" fmla="*/ 1294329 h 1294329"/>
              <a:gd name="connsiteX8" fmla="*/ 2588732 w 3156990"/>
              <a:gd name="connsiteY8" fmla="*/ 1294329 h 1294329"/>
              <a:gd name="connsiteX9" fmla="*/ 1988904 w 3156990"/>
              <a:gd name="connsiteY9" fmla="*/ 1294329 h 1294329"/>
              <a:gd name="connsiteX10" fmla="*/ 1357506 w 3156990"/>
              <a:gd name="connsiteY10" fmla="*/ 1294329 h 1294329"/>
              <a:gd name="connsiteX11" fmla="*/ 820817 w 3156990"/>
              <a:gd name="connsiteY11" fmla="*/ 1294329 h 1294329"/>
              <a:gd name="connsiteX12" fmla="*/ 0 w 3156990"/>
              <a:gd name="connsiteY12" fmla="*/ 1294329 h 1294329"/>
              <a:gd name="connsiteX13" fmla="*/ 0 w 3156990"/>
              <a:gd name="connsiteY13" fmla="*/ 685994 h 1294329"/>
              <a:gd name="connsiteX14" fmla="*/ 0 w 3156990"/>
              <a:gd name="connsiteY14" fmla="*/ 0 h 129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156990" h="1294329" extrusionOk="0">
                <a:moveTo>
                  <a:pt x="0" y="0"/>
                </a:moveTo>
                <a:cubicBezTo>
                  <a:pt x="315434" y="-13537"/>
                  <a:pt x="344775" y="23813"/>
                  <a:pt x="662968" y="0"/>
                </a:cubicBezTo>
                <a:cubicBezTo>
                  <a:pt x="981161" y="-23813"/>
                  <a:pt x="1185969" y="27412"/>
                  <a:pt x="1325936" y="0"/>
                </a:cubicBezTo>
                <a:cubicBezTo>
                  <a:pt x="1465903" y="-27412"/>
                  <a:pt x="1674283" y="14542"/>
                  <a:pt x="1862624" y="0"/>
                </a:cubicBezTo>
                <a:cubicBezTo>
                  <a:pt x="2050965" y="-14542"/>
                  <a:pt x="2290928" y="-18333"/>
                  <a:pt x="2557162" y="0"/>
                </a:cubicBezTo>
                <a:cubicBezTo>
                  <a:pt x="2823396" y="18333"/>
                  <a:pt x="2968078" y="7944"/>
                  <a:pt x="3156990" y="0"/>
                </a:cubicBezTo>
                <a:cubicBezTo>
                  <a:pt x="3149871" y="182936"/>
                  <a:pt x="3138186" y="421890"/>
                  <a:pt x="3156990" y="621278"/>
                </a:cubicBezTo>
                <a:cubicBezTo>
                  <a:pt x="3175794" y="820666"/>
                  <a:pt x="3151600" y="1071371"/>
                  <a:pt x="3156990" y="1294329"/>
                </a:cubicBezTo>
                <a:cubicBezTo>
                  <a:pt x="2992961" y="1268826"/>
                  <a:pt x="2805724" y="1302352"/>
                  <a:pt x="2588732" y="1294329"/>
                </a:cubicBezTo>
                <a:cubicBezTo>
                  <a:pt x="2371740" y="1286306"/>
                  <a:pt x="2148023" y="1279559"/>
                  <a:pt x="1988904" y="1294329"/>
                </a:cubicBezTo>
                <a:cubicBezTo>
                  <a:pt x="1829785" y="1309099"/>
                  <a:pt x="1509888" y="1293380"/>
                  <a:pt x="1357506" y="1294329"/>
                </a:cubicBezTo>
                <a:cubicBezTo>
                  <a:pt x="1205124" y="1295278"/>
                  <a:pt x="974620" y="1290317"/>
                  <a:pt x="820817" y="1294329"/>
                </a:cubicBezTo>
                <a:cubicBezTo>
                  <a:pt x="667014" y="1298341"/>
                  <a:pt x="266748" y="1273947"/>
                  <a:pt x="0" y="1294329"/>
                </a:cubicBezTo>
                <a:cubicBezTo>
                  <a:pt x="-13052" y="1135935"/>
                  <a:pt x="-4293" y="857329"/>
                  <a:pt x="0" y="685994"/>
                </a:cubicBezTo>
                <a:cubicBezTo>
                  <a:pt x="4293" y="514660"/>
                  <a:pt x="-13670" y="222750"/>
                  <a:pt x="0" y="0"/>
                </a:cubicBezTo>
                <a:close/>
              </a:path>
            </a:pathLst>
          </a:custGeom>
          <a:noFill/>
          <a:ln w="19050">
            <a:solidFill>
              <a:srgbClr val="1A191F"/>
            </a:solidFill>
            <a:extLst>
              <a:ext uri="{C807C97D-BFC1-408E-A445-0C87EB9F89A2}">
                <ask:lineSketchStyleProps xmlns:ask="http://schemas.microsoft.com/office/drawing/2018/sketchyshapes" sd="110033365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en-US" b="1">
                <a:solidFill>
                  <a:srgbClr val="0F4A85"/>
                </a:solidFill>
                <a:latin typeface="Consolas" panose="020B0609020204030204" pitchFamily="49" charset="0"/>
                <a:ea typeface="var(--augment-monospace-font-family)"/>
              </a:rPr>
              <a:t>更好的封装</a:t>
            </a:r>
            <a:r>
              <a:rPr kumimoji="0" lang="zh-CN" altLang="en-US" sz="1800" b="0" i="0" u="none" strike="noStrike" cap="none" normalizeH="0" baseline="0">
                <a:ln>
                  <a:noFill/>
                </a:ln>
                <a:effectLst/>
                <a:latin typeface="Consolas" panose="020B0609020204030204" pitchFamily="49" charset="0"/>
                <a:ea typeface="var(--augment-monospace-font-family)"/>
              </a:rPr>
              <a:t>，</a:t>
            </a:r>
            <a:endParaRPr kumimoji="0" lang="en-US" altLang="zh-CN" sz="1800" b="0" i="0" u="none" strike="noStrike" cap="none" normalizeH="0" baseline="0">
              <a:ln>
                <a:noFill/>
              </a:ln>
              <a:effectLst/>
              <a:latin typeface="Consolas" panose="020B0609020204030204" pitchFamily="49" charset="0"/>
              <a:ea typeface="var(--augment-monospace-font-family)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185E73"/>
                </a:solidFill>
                <a:effectLst/>
                <a:latin typeface="Consolas" panose="020B0609020204030204" pitchFamily="49" charset="0"/>
                <a:ea typeface="var(--augment-monospace-font-family)"/>
              </a:rPr>
              <a:t>Board</a:t>
            </a:r>
            <a:r>
              <a:rPr kumimoji="0" lang="zh-CN" altLang="en-US" sz="1800" b="0" i="0" u="none" strike="noStrike" cap="none" normalizeH="0" baseline="0">
                <a:ln>
                  <a:noFill/>
                </a:ln>
                <a:effectLst/>
                <a:latin typeface="Consolas" panose="020B0609020204030204" pitchFamily="49" charset="0"/>
                <a:ea typeface="var(--augment-monospace-font-family)"/>
              </a:rPr>
              <a:t>专注于棋盘数据结构，将其他功能分离出去</a:t>
            </a:r>
            <a:endParaRPr kumimoji="0" lang="zh-CN" altLang="zh-CN" sz="1800" b="0" i="0" u="none" strike="noStrike" cap="none" normalizeH="0" baseline="0">
              <a:ln>
                <a:noFill/>
              </a:ln>
              <a:effectLst/>
              <a:latin typeface="Consolas" panose="020B0609020204030204" pitchFamily="49" charset="0"/>
              <a:ea typeface="Segoe WPC"/>
            </a:endParaRPr>
          </a:p>
        </p:txBody>
      </p:sp>
    </p:spTree>
    <p:extLst>
      <p:ext uri="{BB962C8B-B14F-4D97-AF65-F5344CB8AC3E}">
        <p14:creationId xmlns:p14="http://schemas.microsoft.com/office/powerpoint/2010/main" val="25729874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787FDC-B9AC-2F38-794A-CA571A573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93CB0F9-F104-25FE-8EBB-213A5E255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513" y="305929"/>
            <a:ext cx="10850563" cy="646545"/>
          </a:xfrm>
        </p:spPr>
        <p:txBody>
          <a:bodyPr/>
          <a:lstStyle/>
          <a:p>
            <a:r>
              <a:rPr lang="en-US" altLang="zh-CN"/>
              <a:t>Lab5</a:t>
            </a:r>
            <a:r>
              <a:rPr lang="zh-CN" altLang="en-US"/>
              <a:t>相应改进</a:t>
            </a:r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B1D702-50B1-459C-63FD-CF247526616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71513" y="1148650"/>
            <a:ext cx="6328064" cy="188410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effectLst/>
                <a:latin typeface="Consolas" panose="020B0609020204030204" pitchFamily="49" charset="0"/>
                <a:ea typeface="Segoe WPC"/>
              </a:rPr>
              <a:t>引入抽象基类</a:t>
            </a:r>
            <a:r>
              <a:rPr kumimoji="0" lang="zh-CN" altLang="en-US" sz="2000" b="0" i="0" u="none" strike="noStrike" cap="none" normalizeH="0" baseline="0">
                <a:ln>
                  <a:noFill/>
                </a:ln>
                <a:effectLst/>
                <a:latin typeface="Consolas" panose="020B0609020204030204" pitchFamily="49" charset="0"/>
                <a:ea typeface="var(--augment-monospace-font-family)"/>
              </a:rPr>
              <a:t>和继承体系</a:t>
            </a:r>
            <a:endParaRPr kumimoji="0" lang="zh-CN" altLang="zh-CN" sz="2000" b="0" i="0" u="none" strike="noStrike" cap="none" normalizeH="0" baseline="0">
              <a:ln>
                <a:noFill/>
              </a:ln>
              <a:effectLst/>
              <a:latin typeface="Consolas" panose="020B0609020204030204" pitchFamily="49" charset="0"/>
              <a:ea typeface="Segoe WPC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en-US" sz="2000" b="0" i="0" u="none" strike="noStrike" cap="none" normalizeH="0" baseline="0">
                <a:ln>
                  <a:noFill/>
                </a:ln>
                <a:solidFill>
                  <a:srgbClr val="292929"/>
                </a:solidFill>
                <a:effectLst/>
                <a:latin typeface="Consolas" panose="020B0609020204030204" pitchFamily="49" charset="0"/>
                <a:ea typeface="Segoe WPC"/>
              </a:rPr>
              <a:t>职责分离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292929"/>
              </a:solidFill>
              <a:effectLst/>
              <a:latin typeface="Consolas" panose="020B0609020204030204" pitchFamily="49" charset="0"/>
              <a:ea typeface="Segoe WPC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en-US" sz="2000" b="0" i="0" u="none" strike="noStrike" cap="none" normalizeH="0" baseline="0">
                <a:ln>
                  <a:noFill/>
                </a:ln>
                <a:solidFill>
                  <a:srgbClr val="292929"/>
                </a:solidFill>
                <a:effectLst/>
                <a:latin typeface="Consolas" panose="020B0609020204030204" pitchFamily="49" charset="0"/>
                <a:ea typeface="Segoe WPC"/>
              </a:rPr>
              <a:t>具体游戏类实现自己的规则逻辑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292929"/>
              </a:solidFill>
              <a:effectLst/>
              <a:latin typeface="Consolas" panose="020B0609020204030204" pitchFamily="49" charset="0"/>
              <a:ea typeface="Segoe WPC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292929"/>
                </a:solidFill>
                <a:effectLst/>
                <a:latin typeface="Consolas" panose="020B0609020204030204" pitchFamily="49" charset="0"/>
                <a:ea typeface="Segoe WPC"/>
              </a:rPr>
              <a:t>更好的封装</a:t>
            </a:r>
            <a:endParaRPr kumimoji="0" lang="zh-CN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5" name="2f5142ed-cedd-4101-b125-39cec74acf0a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0138F85B-1BAE-9DD8-DC61-D4E31E5C8A62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8718910" y="857052"/>
            <a:ext cx="9142779" cy="4800993"/>
            <a:chOff x="864460" y="1268760"/>
            <a:chExt cx="9142779" cy="4800993"/>
          </a:xfrm>
        </p:grpSpPr>
        <p:grpSp>
          <p:nvGrpSpPr>
            <p:cNvPr id="6" name="îsļídè">
              <a:extLst>
                <a:ext uri="{FF2B5EF4-FFF2-40B4-BE49-F238E27FC236}">
                  <a16:creationId xmlns:a16="http://schemas.microsoft.com/office/drawing/2014/main" id="{789E9E9A-CA3C-632E-478A-23AE346E928B}"/>
                </a:ext>
              </a:extLst>
            </p:cNvPr>
            <p:cNvGrpSpPr/>
            <p:nvPr/>
          </p:nvGrpSpPr>
          <p:grpSpPr>
            <a:xfrm>
              <a:off x="864460" y="1268760"/>
              <a:ext cx="2983586" cy="4800993"/>
              <a:chOff x="864460" y="1268760"/>
              <a:chExt cx="2983586" cy="4800993"/>
            </a:xfrm>
          </p:grpSpPr>
          <p:sp>
            <p:nvSpPr>
              <p:cNvPr id="10" name="íṩḷiḍe">
                <a:extLst>
                  <a:ext uri="{FF2B5EF4-FFF2-40B4-BE49-F238E27FC236}">
                    <a16:creationId xmlns:a16="http://schemas.microsoft.com/office/drawing/2014/main" id="{B18BEE75-7209-813F-3C45-FB677729CA5F}"/>
                  </a:ext>
                </a:extLst>
              </p:cNvPr>
              <p:cNvSpPr/>
              <p:nvPr/>
            </p:nvSpPr>
            <p:spPr bwMode="auto">
              <a:xfrm>
                <a:off x="2303194" y="4221614"/>
                <a:ext cx="157786" cy="469055"/>
              </a:xfrm>
              <a:custGeom>
                <a:avLst/>
                <a:gdLst>
                  <a:gd name="T0" fmla="*/ 34 w 110"/>
                  <a:gd name="T1" fmla="*/ 267 h 327"/>
                  <a:gd name="T2" fmla="*/ 67 w 110"/>
                  <a:gd name="T3" fmla="*/ 327 h 327"/>
                  <a:gd name="T4" fmla="*/ 95 w 110"/>
                  <a:gd name="T5" fmla="*/ 323 h 327"/>
                  <a:gd name="T6" fmla="*/ 110 w 110"/>
                  <a:gd name="T7" fmla="*/ 256 h 327"/>
                  <a:gd name="T8" fmla="*/ 76 w 110"/>
                  <a:gd name="T9" fmla="*/ 0 h 327"/>
                  <a:gd name="T10" fmla="*/ 0 w 110"/>
                  <a:gd name="T11" fmla="*/ 10 h 327"/>
                  <a:gd name="T12" fmla="*/ 34 w 110"/>
                  <a:gd name="T13" fmla="*/ 267 h 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0" h="327">
                    <a:moveTo>
                      <a:pt x="34" y="267"/>
                    </a:moveTo>
                    <a:lnTo>
                      <a:pt x="67" y="327"/>
                    </a:lnTo>
                    <a:lnTo>
                      <a:pt x="95" y="323"/>
                    </a:lnTo>
                    <a:lnTo>
                      <a:pt x="110" y="256"/>
                    </a:lnTo>
                    <a:lnTo>
                      <a:pt x="76" y="0"/>
                    </a:lnTo>
                    <a:lnTo>
                      <a:pt x="0" y="10"/>
                    </a:lnTo>
                    <a:lnTo>
                      <a:pt x="34" y="267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1" name="îṣliḓê">
                <a:extLst>
                  <a:ext uri="{FF2B5EF4-FFF2-40B4-BE49-F238E27FC236}">
                    <a16:creationId xmlns:a16="http://schemas.microsoft.com/office/drawing/2014/main" id="{53CDAE7B-4392-A957-E93B-C46A0F4A04A7}"/>
                  </a:ext>
                </a:extLst>
              </p:cNvPr>
              <p:cNvSpPr/>
              <p:nvPr/>
            </p:nvSpPr>
            <p:spPr bwMode="auto">
              <a:xfrm>
                <a:off x="2296021" y="4147024"/>
                <a:ext cx="116189" cy="131967"/>
              </a:xfrm>
              <a:custGeom>
                <a:avLst/>
                <a:gdLst>
                  <a:gd name="T0" fmla="*/ 5 w 81"/>
                  <a:gd name="T1" fmla="*/ 58 h 92"/>
                  <a:gd name="T2" fmla="*/ 5 w 81"/>
                  <a:gd name="T3" fmla="*/ 58 h 92"/>
                  <a:gd name="T4" fmla="*/ 7 w 81"/>
                  <a:gd name="T5" fmla="*/ 66 h 92"/>
                  <a:gd name="T6" fmla="*/ 10 w 81"/>
                  <a:gd name="T7" fmla="*/ 73 h 92"/>
                  <a:gd name="T8" fmla="*/ 15 w 81"/>
                  <a:gd name="T9" fmla="*/ 78 h 92"/>
                  <a:gd name="T10" fmla="*/ 20 w 81"/>
                  <a:gd name="T11" fmla="*/ 84 h 92"/>
                  <a:gd name="T12" fmla="*/ 26 w 81"/>
                  <a:gd name="T13" fmla="*/ 88 h 92"/>
                  <a:gd name="T14" fmla="*/ 33 w 81"/>
                  <a:gd name="T15" fmla="*/ 90 h 92"/>
                  <a:gd name="T16" fmla="*/ 39 w 81"/>
                  <a:gd name="T17" fmla="*/ 92 h 92"/>
                  <a:gd name="T18" fmla="*/ 47 w 81"/>
                  <a:gd name="T19" fmla="*/ 90 h 92"/>
                  <a:gd name="T20" fmla="*/ 49 w 81"/>
                  <a:gd name="T21" fmla="*/ 90 h 92"/>
                  <a:gd name="T22" fmla="*/ 49 w 81"/>
                  <a:gd name="T23" fmla="*/ 90 h 92"/>
                  <a:gd name="T24" fmla="*/ 56 w 81"/>
                  <a:gd name="T25" fmla="*/ 89 h 92"/>
                  <a:gd name="T26" fmla="*/ 62 w 81"/>
                  <a:gd name="T27" fmla="*/ 86 h 92"/>
                  <a:gd name="T28" fmla="*/ 69 w 81"/>
                  <a:gd name="T29" fmla="*/ 81 h 92"/>
                  <a:gd name="T30" fmla="*/ 73 w 81"/>
                  <a:gd name="T31" fmla="*/ 77 h 92"/>
                  <a:gd name="T32" fmla="*/ 77 w 81"/>
                  <a:gd name="T33" fmla="*/ 70 h 92"/>
                  <a:gd name="T34" fmla="*/ 80 w 81"/>
                  <a:gd name="T35" fmla="*/ 63 h 92"/>
                  <a:gd name="T36" fmla="*/ 81 w 81"/>
                  <a:gd name="T37" fmla="*/ 56 h 92"/>
                  <a:gd name="T38" fmla="*/ 81 w 81"/>
                  <a:gd name="T39" fmla="*/ 48 h 92"/>
                  <a:gd name="T40" fmla="*/ 76 w 81"/>
                  <a:gd name="T41" fmla="*/ 13 h 92"/>
                  <a:gd name="T42" fmla="*/ 76 w 81"/>
                  <a:gd name="T43" fmla="*/ 13 h 92"/>
                  <a:gd name="T44" fmla="*/ 75 w 81"/>
                  <a:gd name="T45" fmla="*/ 8 h 92"/>
                  <a:gd name="T46" fmla="*/ 72 w 81"/>
                  <a:gd name="T47" fmla="*/ 2 h 92"/>
                  <a:gd name="T48" fmla="*/ 68 w 81"/>
                  <a:gd name="T49" fmla="*/ 1 h 92"/>
                  <a:gd name="T50" fmla="*/ 64 w 81"/>
                  <a:gd name="T51" fmla="*/ 0 h 92"/>
                  <a:gd name="T52" fmla="*/ 51 w 81"/>
                  <a:gd name="T53" fmla="*/ 0 h 92"/>
                  <a:gd name="T54" fmla="*/ 37 w 81"/>
                  <a:gd name="T55" fmla="*/ 2 h 92"/>
                  <a:gd name="T56" fmla="*/ 35 w 81"/>
                  <a:gd name="T57" fmla="*/ 2 h 92"/>
                  <a:gd name="T58" fmla="*/ 35 w 81"/>
                  <a:gd name="T59" fmla="*/ 2 h 92"/>
                  <a:gd name="T60" fmla="*/ 22 w 81"/>
                  <a:gd name="T61" fmla="*/ 4 h 92"/>
                  <a:gd name="T62" fmla="*/ 10 w 81"/>
                  <a:gd name="T63" fmla="*/ 6 h 92"/>
                  <a:gd name="T64" fmla="*/ 5 w 81"/>
                  <a:gd name="T65" fmla="*/ 9 h 92"/>
                  <a:gd name="T66" fmla="*/ 3 w 81"/>
                  <a:gd name="T67" fmla="*/ 12 h 92"/>
                  <a:gd name="T68" fmla="*/ 0 w 81"/>
                  <a:gd name="T69" fmla="*/ 17 h 92"/>
                  <a:gd name="T70" fmla="*/ 0 w 81"/>
                  <a:gd name="T71" fmla="*/ 24 h 92"/>
                  <a:gd name="T72" fmla="*/ 5 w 81"/>
                  <a:gd name="T73" fmla="*/ 58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81" h="92">
                    <a:moveTo>
                      <a:pt x="5" y="58"/>
                    </a:moveTo>
                    <a:lnTo>
                      <a:pt x="5" y="58"/>
                    </a:lnTo>
                    <a:lnTo>
                      <a:pt x="7" y="66"/>
                    </a:lnTo>
                    <a:lnTo>
                      <a:pt x="10" y="73"/>
                    </a:lnTo>
                    <a:lnTo>
                      <a:pt x="15" y="78"/>
                    </a:lnTo>
                    <a:lnTo>
                      <a:pt x="20" y="84"/>
                    </a:lnTo>
                    <a:lnTo>
                      <a:pt x="26" y="88"/>
                    </a:lnTo>
                    <a:lnTo>
                      <a:pt x="33" y="90"/>
                    </a:lnTo>
                    <a:lnTo>
                      <a:pt x="39" y="92"/>
                    </a:lnTo>
                    <a:lnTo>
                      <a:pt x="47" y="90"/>
                    </a:lnTo>
                    <a:lnTo>
                      <a:pt x="49" y="90"/>
                    </a:lnTo>
                    <a:lnTo>
                      <a:pt x="49" y="90"/>
                    </a:lnTo>
                    <a:lnTo>
                      <a:pt x="56" y="89"/>
                    </a:lnTo>
                    <a:lnTo>
                      <a:pt x="62" y="86"/>
                    </a:lnTo>
                    <a:lnTo>
                      <a:pt x="69" y="81"/>
                    </a:lnTo>
                    <a:lnTo>
                      <a:pt x="73" y="77"/>
                    </a:lnTo>
                    <a:lnTo>
                      <a:pt x="77" y="70"/>
                    </a:lnTo>
                    <a:lnTo>
                      <a:pt x="80" y="63"/>
                    </a:lnTo>
                    <a:lnTo>
                      <a:pt x="81" y="56"/>
                    </a:lnTo>
                    <a:lnTo>
                      <a:pt x="81" y="48"/>
                    </a:lnTo>
                    <a:lnTo>
                      <a:pt x="76" y="13"/>
                    </a:lnTo>
                    <a:lnTo>
                      <a:pt x="76" y="13"/>
                    </a:lnTo>
                    <a:lnTo>
                      <a:pt x="75" y="8"/>
                    </a:lnTo>
                    <a:lnTo>
                      <a:pt x="72" y="2"/>
                    </a:lnTo>
                    <a:lnTo>
                      <a:pt x="68" y="1"/>
                    </a:lnTo>
                    <a:lnTo>
                      <a:pt x="64" y="0"/>
                    </a:lnTo>
                    <a:lnTo>
                      <a:pt x="51" y="0"/>
                    </a:lnTo>
                    <a:lnTo>
                      <a:pt x="37" y="2"/>
                    </a:lnTo>
                    <a:lnTo>
                      <a:pt x="35" y="2"/>
                    </a:lnTo>
                    <a:lnTo>
                      <a:pt x="35" y="2"/>
                    </a:lnTo>
                    <a:lnTo>
                      <a:pt x="22" y="4"/>
                    </a:lnTo>
                    <a:lnTo>
                      <a:pt x="10" y="6"/>
                    </a:lnTo>
                    <a:lnTo>
                      <a:pt x="5" y="9"/>
                    </a:lnTo>
                    <a:lnTo>
                      <a:pt x="3" y="12"/>
                    </a:lnTo>
                    <a:lnTo>
                      <a:pt x="0" y="17"/>
                    </a:lnTo>
                    <a:lnTo>
                      <a:pt x="0" y="24"/>
                    </a:lnTo>
                    <a:lnTo>
                      <a:pt x="5" y="58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2" name="îşḻíḍé">
                <a:extLst>
                  <a:ext uri="{FF2B5EF4-FFF2-40B4-BE49-F238E27FC236}">
                    <a16:creationId xmlns:a16="http://schemas.microsoft.com/office/drawing/2014/main" id="{A76137D9-D2D9-0817-6944-544DF1E25CAE}"/>
                  </a:ext>
                </a:extLst>
              </p:cNvPr>
              <p:cNvSpPr/>
              <p:nvPr/>
            </p:nvSpPr>
            <p:spPr bwMode="auto">
              <a:xfrm>
                <a:off x="2294587" y="4191491"/>
                <a:ext cx="134836" cy="129098"/>
              </a:xfrm>
              <a:custGeom>
                <a:avLst/>
                <a:gdLst>
                  <a:gd name="T0" fmla="*/ 11 w 94"/>
                  <a:gd name="T1" fmla="*/ 90 h 90"/>
                  <a:gd name="T2" fmla="*/ 94 w 94"/>
                  <a:gd name="T3" fmla="*/ 80 h 90"/>
                  <a:gd name="T4" fmla="*/ 84 w 94"/>
                  <a:gd name="T5" fmla="*/ 0 h 90"/>
                  <a:gd name="T6" fmla="*/ 0 w 94"/>
                  <a:gd name="T7" fmla="*/ 11 h 90"/>
                  <a:gd name="T8" fmla="*/ 11 w 94"/>
                  <a:gd name="T9" fmla="*/ 9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4" h="90">
                    <a:moveTo>
                      <a:pt x="11" y="90"/>
                    </a:moveTo>
                    <a:lnTo>
                      <a:pt x="94" y="80"/>
                    </a:lnTo>
                    <a:lnTo>
                      <a:pt x="84" y="0"/>
                    </a:lnTo>
                    <a:lnTo>
                      <a:pt x="0" y="11"/>
                    </a:lnTo>
                    <a:lnTo>
                      <a:pt x="11" y="90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3" name="íṩḷïḑé">
                <a:extLst>
                  <a:ext uri="{FF2B5EF4-FFF2-40B4-BE49-F238E27FC236}">
                    <a16:creationId xmlns:a16="http://schemas.microsoft.com/office/drawing/2014/main" id="{8EE836C0-76EF-82FC-C424-F454E599F152}"/>
                  </a:ext>
                </a:extLst>
              </p:cNvPr>
              <p:cNvSpPr/>
              <p:nvPr/>
            </p:nvSpPr>
            <p:spPr bwMode="auto">
              <a:xfrm>
                <a:off x="2399299" y="4679193"/>
                <a:ext cx="40164" cy="50205"/>
              </a:xfrm>
              <a:custGeom>
                <a:avLst/>
                <a:gdLst>
                  <a:gd name="T0" fmla="*/ 28 w 28"/>
                  <a:gd name="T1" fmla="*/ 2 h 35"/>
                  <a:gd name="T2" fmla="*/ 28 w 28"/>
                  <a:gd name="T3" fmla="*/ 2 h 35"/>
                  <a:gd name="T4" fmla="*/ 27 w 28"/>
                  <a:gd name="T5" fmla="*/ 14 h 35"/>
                  <a:gd name="T6" fmla="*/ 21 w 28"/>
                  <a:gd name="T7" fmla="*/ 31 h 35"/>
                  <a:gd name="T8" fmla="*/ 21 w 28"/>
                  <a:gd name="T9" fmla="*/ 31 h 35"/>
                  <a:gd name="T10" fmla="*/ 20 w 28"/>
                  <a:gd name="T11" fmla="*/ 35 h 35"/>
                  <a:gd name="T12" fmla="*/ 19 w 28"/>
                  <a:gd name="T13" fmla="*/ 35 h 35"/>
                  <a:gd name="T14" fmla="*/ 16 w 28"/>
                  <a:gd name="T15" fmla="*/ 35 h 35"/>
                  <a:gd name="T16" fmla="*/ 13 w 28"/>
                  <a:gd name="T17" fmla="*/ 32 h 35"/>
                  <a:gd name="T18" fmla="*/ 11 w 28"/>
                  <a:gd name="T19" fmla="*/ 27 h 35"/>
                  <a:gd name="T20" fmla="*/ 0 w 28"/>
                  <a:gd name="T21" fmla="*/ 8 h 35"/>
                  <a:gd name="T22" fmla="*/ 0 w 28"/>
                  <a:gd name="T23" fmla="*/ 8 h 35"/>
                  <a:gd name="T24" fmla="*/ 3 w 28"/>
                  <a:gd name="T25" fmla="*/ 5 h 35"/>
                  <a:gd name="T26" fmla="*/ 8 w 28"/>
                  <a:gd name="T27" fmla="*/ 2 h 35"/>
                  <a:gd name="T28" fmla="*/ 12 w 28"/>
                  <a:gd name="T29" fmla="*/ 1 h 35"/>
                  <a:gd name="T30" fmla="*/ 16 w 28"/>
                  <a:gd name="T31" fmla="*/ 0 h 35"/>
                  <a:gd name="T32" fmla="*/ 23 w 28"/>
                  <a:gd name="T33" fmla="*/ 0 h 35"/>
                  <a:gd name="T34" fmla="*/ 28 w 28"/>
                  <a:gd name="T35" fmla="*/ 2 h 35"/>
                  <a:gd name="T36" fmla="*/ 28 w 28"/>
                  <a:gd name="T37" fmla="*/ 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8" h="35">
                    <a:moveTo>
                      <a:pt x="28" y="2"/>
                    </a:moveTo>
                    <a:lnTo>
                      <a:pt x="28" y="2"/>
                    </a:lnTo>
                    <a:lnTo>
                      <a:pt x="27" y="14"/>
                    </a:lnTo>
                    <a:lnTo>
                      <a:pt x="21" y="31"/>
                    </a:lnTo>
                    <a:lnTo>
                      <a:pt x="21" y="31"/>
                    </a:lnTo>
                    <a:lnTo>
                      <a:pt x="20" y="35"/>
                    </a:lnTo>
                    <a:lnTo>
                      <a:pt x="19" y="35"/>
                    </a:lnTo>
                    <a:lnTo>
                      <a:pt x="16" y="35"/>
                    </a:lnTo>
                    <a:lnTo>
                      <a:pt x="13" y="32"/>
                    </a:lnTo>
                    <a:lnTo>
                      <a:pt x="11" y="27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3" y="5"/>
                    </a:lnTo>
                    <a:lnTo>
                      <a:pt x="8" y="2"/>
                    </a:lnTo>
                    <a:lnTo>
                      <a:pt x="12" y="1"/>
                    </a:lnTo>
                    <a:lnTo>
                      <a:pt x="16" y="0"/>
                    </a:lnTo>
                    <a:lnTo>
                      <a:pt x="23" y="0"/>
                    </a:lnTo>
                    <a:lnTo>
                      <a:pt x="28" y="2"/>
                    </a:lnTo>
                    <a:lnTo>
                      <a:pt x="28" y="2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4" name="íŝḷíďè">
                <a:extLst>
                  <a:ext uri="{FF2B5EF4-FFF2-40B4-BE49-F238E27FC236}">
                    <a16:creationId xmlns:a16="http://schemas.microsoft.com/office/drawing/2014/main" id="{BC9AFD07-4904-61E4-A9F4-5F149461A11E}"/>
                  </a:ext>
                </a:extLst>
              </p:cNvPr>
              <p:cNvSpPr/>
              <p:nvPr/>
            </p:nvSpPr>
            <p:spPr bwMode="auto">
              <a:xfrm>
                <a:off x="1743758" y="4814638"/>
                <a:ext cx="1278065" cy="1136058"/>
              </a:xfrm>
              <a:custGeom>
                <a:avLst/>
                <a:gdLst>
                  <a:gd name="T0" fmla="*/ 530225 w 891"/>
                  <a:gd name="T1" fmla="*/ 1254125 h 792"/>
                  <a:gd name="T2" fmla="*/ 361950 w 891"/>
                  <a:gd name="T3" fmla="*/ 1230313 h 792"/>
                  <a:gd name="T4" fmla="*/ 336550 w 891"/>
                  <a:gd name="T5" fmla="*/ 1212850 h 792"/>
                  <a:gd name="T6" fmla="*/ 301625 w 891"/>
                  <a:gd name="T7" fmla="*/ 1165225 h 792"/>
                  <a:gd name="T8" fmla="*/ 174625 w 891"/>
                  <a:gd name="T9" fmla="*/ 1084263 h 792"/>
                  <a:gd name="T10" fmla="*/ 103188 w 891"/>
                  <a:gd name="T11" fmla="*/ 1001713 h 792"/>
                  <a:gd name="T12" fmla="*/ 88900 w 891"/>
                  <a:gd name="T13" fmla="*/ 947738 h 792"/>
                  <a:gd name="T14" fmla="*/ 96838 w 891"/>
                  <a:gd name="T15" fmla="*/ 889000 h 792"/>
                  <a:gd name="T16" fmla="*/ 71438 w 891"/>
                  <a:gd name="T17" fmla="*/ 865188 h 792"/>
                  <a:gd name="T18" fmla="*/ 41275 w 891"/>
                  <a:gd name="T19" fmla="*/ 838200 h 792"/>
                  <a:gd name="T20" fmla="*/ 76200 w 891"/>
                  <a:gd name="T21" fmla="*/ 814388 h 792"/>
                  <a:gd name="T22" fmla="*/ 96838 w 891"/>
                  <a:gd name="T23" fmla="*/ 795338 h 792"/>
                  <a:gd name="T24" fmla="*/ 88900 w 891"/>
                  <a:gd name="T25" fmla="*/ 738188 h 792"/>
                  <a:gd name="T26" fmla="*/ 103188 w 891"/>
                  <a:gd name="T27" fmla="*/ 701675 h 792"/>
                  <a:gd name="T28" fmla="*/ 76200 w 891"/>
                  <a:gd name="T29" fmla="*/ 690563 h 792"/>
                  <a:gd name="T30" fmla="*/ 36513 w 891"/>
                  <a:gd name="T31" fmla="*/ 674688 h 792"/>
                  <a:gd name="T32" fmla="*/ 53975 w 891"/>
                  <a:gd name="T33" fmla="*/ 642938 h 792"/>
                  <a:gd name="T34" fmla="*/ 88900 w 891"/>
                  <a:gd name="T35" fmla="*/ 623888 h 792"/>
                  <a:gd name="T36" fmla="*/ 87313 w 891"/>
                  <a:gd name="T37" fmla="*/ 579438 h 792"/>
                  <a:gd name="T38" fmla="*/ 88900 w 891"/>
                  <a:gd name="T39" fmla="*/ 544513 h 792"/>
                  <a:gd name="T40" fmla="*/ 84138 w 891"/>
                  <a:gd name="T41" fmla="*/ 508000 h 792"/>
                  <a:gd name="T42" fmla="*/ 50800 w 891"/>
                  <a:gd name="T43" fmla="*/ 492125 h 792"/>
                  <a:gd name="T44" fmla="*/ 57150 w 891"/>
                  <a:gd name="T45" fmla="*/ 461963 h 792"/>
                  <a:gd name="T46" fmla="*/ 95250 w 891"/>
                  <a:gd name="T47" fmla="*/ 446088 h 792"/>
                  <a:gd name="T48" fmla="*/ 101600 w 891"/>
                  <a:gd name="T49" fmla="*/ 415925 h 792"/>
                  <a:gd name="T50" fmla="*/ 96838 w 891"/>
                  <a:gd name="T51" fmla="*/ 388938 h 792"/>
                  <a:gd name="T52" fmla="*/ 112713 w 891"/>
                  <a:gd name="T53" fmla="*/ 346075 h 792"/>
                  <a:gd name="T54" fmla="*/ 93663 w 891"/>
                  <a:gd name="T55" fmla="*/ 339725 h 792"/>
                  <a:gd name="T56" fmla="*/ 53975 w 891"/>
                  <a:gd name="T57" fmla="*/ 322263 h 792"/>
                  <a:gd name="T58" fmla="*/ 0 w 891"/>
                  <a:gd name="T59" fmla="*/ 0 h 792"/>
                  <a:gd name="T60" fmla="*/ 1385888 w 891"/>
                  <a:gd name="T61" fmla="*/ 233363 h 792"/>
                  <a:gd name="T62" fmla="*/ 1355725 w 891"/>
                  <a:gd name="T63" fmla="*/ 260350 h 792"/>
                  <a:gd name="T64" fmla="*/ 1325563 w 891"/>
                  <a:gd name="T65" fmla="*/ 266700 h 792"/>
                  <a:gd name="T66" fmla="*/ 1320800 w 891"/>
                  <a:gd name="T67" fmla="*/ 285750 h 792"/>
                  <a:gd name="T68" fmla="*/ 1331913 w 891"/>
                  <a:gd name="T69" fmla="*/ 325438 h 792"/>
                  <a:gd name="T70" fmla="*/ 1320800 w 891"/>
                  <a:gd name="T71" fmla="*/ 361950 h 792"/>
                  <a:gd name="T72" fmla="*/ 1346200 w 891"/>
                  <a:gd name="T73" fmla="*/ 376238 h 792"/>
                  <a:gd name="T74" fmla="*/ 1382713 w 891"/>
                  <a:gd name="T75" fmla="*/ 403225 h 792"/>
                  <a:gd name="T76" fmla="*/ 1355725 w 891"/>
                  <a:gd name="T77" fmla="*/ 430213 h 792"/>
                  <a:gd name="T78" fmla="*/ 1335088 w 891"/>
                  <a:gd name="T79" fmla="*/ 446088 h 792"/>
                  <a:gd name="T80" fmla="*/ 1341438 w 891"/>
                  <a:gd name="T81" fmla="*/ 492125 h 792"/>
                  <a:gd name="T82" fmla="*/ 1335088 w 891"/>
                  <a:gd name="T83" fmla="*/ 533400 h 792"/>
                  <a:gd name="T84" fmla="*/ 1358900 w 891"/>
                  <a:gd name="T85" fmla="*/ 563563 h 792"/>
                  <a:gd name="T86" fmla="*/ 1392238 w 891"/>
                  <a:gd name="T87" fmla="*/ 585788 h 792"/>
                  <a:gd name="T88" fmla="*/ 1370013 w 891"/>
                  <a:gd name="T89" fmla="*/ 612775 h 792"/>
                  <a:gd name="T90" fmla="*/ 1327150 w 891"/>
                  <a:gd name="T91" fmla="*/ 619125 h 792"/>
                  <a:gd name="T92" fmla="*/ 1338263 w 891"/>
                  <a:gd name="T93" fmla="*/ 652463 h 792"/>
                  <a:gd name="T94" fmla="*/ 1335088 w 891"/>
                  <a:gd name="T95" fmla="*/ 690563 h 792"/>
                  <a:gd name="T96" fmla="*/ 1339850 w 891"/>
                  <a:gd name="T97" fmla="*/ 735013 h 792"/>
                  <a:gd name="T98" fmla="*/ 1376363 w 891"/>
                  <a:gd name="T99" fmla="*/ 752475 h 792"/>
                  <a:gd name="T100" fmla="*/ 1381125 w 891"/>
                  <a:gd name="T101" fmla="*/ 777875 h 792"/>
                  <a:gd name="T102" fmla="*/ 1341438 w 891"/>
                  <a:gd name="T103" fmla="*/ 798513 h 792"/>
                  <a:gd name="T104" fmla="*/ 1335088 w 891"/>
                  <a:gd name="T105" fmla="*/ 849313 h 792"/>
                  <a:gd name="T106" fmla="*/ 1339850 w 891"/>
                  <a:gd name="T107" fmla="*/ 879475 h 792"/>
                  <a:gd name="T108" fmla="*/ 1362075 w 891"/>
                  <a:gd name="T109" fmla="*/ 908050 h 792"/>
                  <a:gd name="T110" fmla="*/ 1358900 w 891"/>
                  <a:gd name="T111" fmla="*/ 944563 h 792"/>
                  <a:gd name="T112" fmla="*/ 1301750 w 891"/>
                  <a:gd name="T113" fmla="*/ 1036638 h 792"/>
                  <a:gd name="T114" fmla="*/ 1231900 w 891"/>
                  <a:gd name="T115" fmla="*/ 1103313 h 792"/>
                  <a:gd name="T116" fmla="*/ 1128713 w 891"/>
                  <a:gd name="T117" fmla="*/ 1177925 h 792"/>
                  <a:gd name="T118" fmla="*/ 1103313 w 891"/>
                  <a:gd name="T119" fmla="*/ 1212850 h 792"/>
                  <a:gd name="T120" fmla="*/ 1071563 w 891"/>
                  <a:gd name="T121" fmla="*/ 1230313 h 792"/>
                  <a:gd name="T122" fmla="*/ 869950 w 891"/>
                  <a:gd name="T123" fmla="*/ 1254125 h 792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0" t="0" r="r" b="b"/>
                <a:pathLst>
                  <a:path w="891" h="792">
                    <a:moveTo>
                      <a:pt x="435" y="792"/>
                    </a:moveTo>
                    <a:lnTo>
                      <a:pt x="435" y="792"/>
                    </a:lnTo>
                    <a:lnTo>
                      <a:pt x="370" y="791"/>
                    </a:lnTo>
                    <a:lnTo>
                      <a:pt x="334" y="790"/>
                    </a:lnTo>
                    <a:lnTo>
                      <a:pt x="298" y="787"/>
                    </a:lnTo>
                    <a:lnTo>
                      <a:pt x="266" y="783"/>
                    </a:lnTo>
                    <a:lnTo>
                      <a:pt x="237" y="778"/>
                    </a:lnTo>
                    <a:lnTo>
                      <a:pt x="228" y="775"/>
                    </a:lnTo>
                    <a:lnTo>
                      <a:pt x="220" y="772"/>
                    </a:lnTo>
                    <a:lnTo>
                      <a:pt x="213" y="768"/>
                    </a:lnTo>
                    <a:lnTo>
                      <a:pt x="212" y="764"/>
                    </a:lnTo>
                    <a:lnTo>
                      <a:pt x="209" y="756"/>
                    </a:lnTo>
                    <a:lnTo>
                      <a:pt x="205" y="749"/>
                    </a:lnTo>
                    <a:lnTo>
                      <a:pt x="198" y="741"/>
                    </a:lnTo>
                    <a:lnTo>
                      <a:pt x="190" y="734"/>
                    </a:lnTo>
                    <a:lnTo>
                      <a:pt x="164" y="717"/>
                    </a:lnTo>
                    <a:lnTo>
                      <a:pt x="129" y="695"/>
                    </a:lnTo>
                    <a:lnTo>
                      <a:pt x="110" y="683"/>
                    </a:lnTo>
                    <a:lnTo>
                      <a:pt x="95" y="669"/>
                    </a:lnTo>
                    <a:lnTo>
                      <a:pt x="82" y="657"/>
                    </a:lnTo>
                    <a:lnTo>
                      <a:pt x="72" y="643"/>
                    </a:lnTo>
                    <a:lnTo>
                      <a:pt x="65" y="631"/>
                    </a:lnTo>
                    <a:lnTo>
                      <a:pt x="60" y="619"/>
                    </a:lnTo>
                    <a:lnTo>
                      <a:pt x="57" y="608"/>
                    </a:lnTo>
                    <a:lnTo>
                      <a:pt x="56" y="597"/>
                    </a:lnTo>
                    <a:lnTo>
                      <a:pt x="57" y="589"/>
                    </a:lnTo>
                    <a:lnTo>
                      <a:pt x="59" y="581"/>
                    </a:lnTo>
                    <a:lnTo>
                      <a:pt x="61" y="566"/>
                    </a:lnTo>
                    <a:lnTo>
                      <a:pt x="61" y="560"/>
                    </a:lnTo>
                    <a:lnTo>
                      <a:pt x="59" y="554"/>
                    </a:lnTo>
                    <a:lnTo>
                      <a:pt x="55" y="549"/>
                    </a:lnTo>
                    <a:lnTo>
                      <a:pt x="45" y="545"/>
                    </a:lnTo>
                    <a:lnTo>
                      <a:pt x="36" y="541"/>
                    </a:lnTo>
                    <a:lnTo>
                      <a:pt x="30" y="537"/>
                    </a:lnTo>
                    <a:lnTo>
                      <a:pt x="28" y="532"/>
                    </a:lnTo>
                    <a:lnTo>
                      <a:pt x="26" y="528"/>
                    </a:lnTo>
                    <a:lnTo>
                      <a:pt x="29" y="524"/>
                    </a:lnTo>
                    <a:lnTo>
                      <a:pt x="33" y="522"/>
                    </a:lnTo>
                    <a:lnTo>
                      <a:pt x="40" y="518"/>
                    </a:lnTo>
                    <a:lnTo>
                      <a:pt x="48" y="513"/>
                    </a:lnTo>
                    <a:lnTo>
                      <a:pt x="55" y="511"/>
                    </a:lnTo>
                    <a:lnTo>
                      <a:pt x="59" y="505"/>
                    </a:lnTo>
                    <a:lnTo>
                      <a:pt x="61" y="501"/>
                    </a:lnTo>
                    <a:lnTo>
                      <a:pt x="61" y="496"/>
                    </a:lnTo>
                    <a:lnTo>
                      <a:pt x="59" y="482"/>
                    </a:lnTo>
                    <a:lnTo>
                      <a:pt x="57" y="474"/>
                    </a:lnTo>
                    <a:lnTo>
                      <a:pt x="56" y="465"/>
                    </a:lnTo>
                    <a:lnTo>
                      <a:pt x="57" y="457"/>
                    </a:lnTo>
                    <a:lnTo>
                      <a:pt x="60" y="450"/>
                    </a:lnTo>
                    <a:lnTo>
                      <a:pt x="65" y="442"/>
                    </a:lnTo>
                    <a:lnTo>
                      <a:pt x="65" y="439"/>
                    </a:lnTo>
                    <a:lnTo>
                      <a:pt x="64" y="436"/>
                    </a:lnTo>
                    <a:lnTo>
                      <a:pt x="59" y="435"/>
                    </a:lnTo>
                    <a:lnTo>
                      <a:pt x="48" y="435"/>
                    </a:lnTo>
                    <a:lnTo>
                      <a:pt x="36" y="432"/>
                    </a:lnTo>
                    <a:lnTo>
                      <a:pt x="28" y="430"/>
                    </a:lnTo>
                    <a:lnTo>
                      <a:pt x="23" y="425"/>
                    </a:lnTo>
                    <a:lnTo>
                      <a:pt x="22" y="420"/>
                    </a:lnTo>
                    <a:lnTo>
                      <a:pt x="23" y="415"/>
                    </a:lnTo>
                    <a:lnTo>
                      <a:pt x="28" y="409"/>
                    </a:lnTo>
                    <a:lnTo>
                      <a:pt x="34" y="405"/>
                    </a:lnTo>
                    <a:lnTo>
                      <a:pt x="42" y="401"/>
                    </a:lnTo>
                    <a:lnTo>
                      <a:pt x="51" y="397"/>
                    </a:lnTo>
                    <a:lnTo>
                      <a:pt x="56" y="393"/>
                    </a:lnTo>
                    <a:lnTo>
                      <a:pt x="59" y="389"/>
                    </a:lnTo>
                    <a:lnTo>
                      <a:pt x="59" y="384"/>
                    </a:lnTo>
                    <a:lnTo>
                      <a:pt x="56" y="371"/>
                    </a:lnTo>
                    <a:lnTo>
                      <a:pt x="55" y="365"/>
                    </a:lnTo>
                    <a:lnTo>
                      <a:pt x="55" y="356"/>
                    </a:lnTo>
                    <a:lnTo>
                      <a:pt x="55" y="350"/>
                    </a:lnTo>
                    <a:lnTo>
                      <a:pt x="56" y="343"/>
                    </a:lnTo>
                    <a:lnTo>
                      <a:pt x="59" y="332"/>
                    </a:lnTo>
                    <a:lnTo>
                      <a:pt x="59" y="328"/>
                    </a:lnTo>
                    <a:lnTo>
                      <a:pt x="57" y="324"/>
                    </a:lnTo>
                    <a:lnTo>
                      <a:pt x="53" y="320"/>
                    </a:lnTo>
                    <a:lnTo>
                      <a:pt x="45" y="317"/>
                    </a:lnTo>
                    <a:lnTo>
                      <a:pt x="37" y="314"/>
                    </a:lnTo>
                    <a:lnTo>
                      <a:pt x="32" y="310"/>
                    </a:lnTo>
                    <a:lnTo>
                      <a:pt x="29" y="305"/>
                    </a:lnTo>
                    <a:lnTo>
                      <a:pt x="29" y="301"/>
                    </a:lnTo>
                    <a:lnTo>
                      <a:pt x="30" y="296"/>
                    </a:lnTo>
                    <a:lnTo>
                      <a:pt x="36" y="291"/>
                    </a:lnTo>
                    <a:lnTo>
                      <a:pt x="42" y="287"/>
                    </a:lnTo>
                    <a:lnTo>
                      <a:pt x="52" y="283"/>
                    </a:lnTo>
                    <a:lnTo>
                      <a:pt x="60" y="281"/>
                    </a:lnTo>
                    <a:lnTo>
                      <a:pt x="65" y="278"/>
                    </a:lnTo>
                    <a:lnTo>
                      <a:pt x="68" y="275"/>
                    </a:lnTo>
                    <a:lnTo>
                      <a:pt x="68" y="271"/>
                    </a:lnTo>
                    <a:lnTo>
                      <a:pt x="64" y="262"/>
                    </a:lnTo>
                    <a:lnTo>
                      <a:pt x="63" y="256"/>
                    </a:lnTo>
                    <a:lnTo>
                      <a:pt x="61" y="251"/>
                    </a:lnTo>
                    <a:lnTo>
                      <a:pt x="61" y="245"/>
                    </a:lnTo>
                    <a:lnTo>
                      <a:pt x="63" y="239"/>
                    </a:lnTo>
                    <a:lnTo>
                      <a:pt x="68" y="228"/>
                    </a:lnTo>
                    <a:lnTo>
                      <a:pt x="70" y="222"/>
                    </a:lnTo>
                    <a:lnTo>
                      <a:pt x="71" y="218"/>
                    </a:lnTo>
                    <a:lnTo>
                      <a:pt x="70" y="216"/>
                    </a:lnTo>
                    <a:lnTo>
                      <a:pt x="65" y="216"/>
                    </a:lnTo>
                    <a:lnTo>
                      <a:pt x="59" y="214"/>
                    </a:lnTo>
                    <a:lnTo>
                      <a:pt x="53" y="213"/>
                    </a:lnTo>
                    <a:lnTo>
                      <a:pt x="46" y="210"/>
                    </a:lnTo>
                    <a:lnTo>
                      <a:pt x="40" y="207"/>
                    </a:lnTo>
                    <a:lnTo>
                      <a:pt x="34" y="203"/>
                    </a:lnTo>
                    <a:lnTo>
                      <a:pt x="30" y="198"/>
                    </a:lnTo>
                    <a:lnTo>
                      <a:pt x="28" y="193"/>
                    </a:lnTo>
                    <a:lnTo>
                      <a:pt x="25" y="187"/>
                    </a:lnTo>
                    <a:lnTo>
                      <a:pt x="0" y="0"/>
                    </a:lnTo>
                    <a:lnTo>
                      <a:pt x="891" y="0"/>
                    </a:lnTo>
                    <a:lnTo>
                      <a:pt x="874" y="140"/>
                    </a:lnTo>
                    <a:lnTo>
                      <a:pt x="873" y="147"/>
                    </a:lnTo>
                    <a:lnTo>
                      <a:pt x="870" y="152"/>
                    </a:lnTo>
                    <a:lnTo>
                      <a:pt x="864" y="157"/>
                    </a:lnTo>
                    <a:lnTo>
                      <a:pt x="859" y="161"/>
                    </a:lnTo>
                    <a:lnTo>
                      <a:pt x="854" y="164"/>
                    </a:lnTo>
                    <a:lnTo>
                      <a:pt x="847" y="167"/>
                    </a:lnTo>
                    <a:lnTo>
                      <a:pt x="840" y="168"/>
                    </a:lnTo>
                    <a:lnTo>
                      <a:pt x="835" y="168"/>
                    </a:lnTo>
                    <a:lnTo>
                      <a:pt x="831" y="170"/>
                    </a:lnTo>
                    <a:lnTo>
                      <a:pt x="829" y="172"/>
                    </a:lnTo>
                    <a:lnTo>
                      <a:pt x="829" y="176"/>
                    </a:lnTo>
                    <a:lnTo>
                      <a:pt x="832" y="180"/>
                    </a:lnTo>
                    <a:lnTo>
                      <a:pt x="837" y="193"/>
                    </a:lnTo>
                    <a:lnTo>
                      <a:pt x="839" y="198"/>
                    </a:lnTo>
                    <a:lnTo>
                      <a:pt x="839" y="205"/>
                    </a:lnTo>
                    <a:lnTo>
                      <a:pt x="837" y="210"/>
                    </a:lnTo>
                    <a:lnTo>
                      <a:pt x="835" y="216"/>
                    </a:lnTo>
                    <a:lnTo>
                      <a:pt x="832" y="224"/>
                    </a:lnTo>
                    <a:lnTo>
                      <a:pt x="832" y="228"/>
                    </a:lnTo>
                    <a:lnTo>
                      <a:pt x="833" y="232"/>
                    </a:lnTo>
                    <a:lnTo>
                      <a:pt x="839" y="235"/>
                    </a:lnTo>
                    <a:lnTo>
                      <a:pt x="848" y="237"/>
                    </a:lnTo>
                    <a:lnTo>
                      <a:pt x="858" y="240"/>
                    </a:lnTo>
                    <a:lnTo>
                      <a:pt x="864" y="244"/>
                    </a:lnTo>
                    <a:lnTo>
                      <a:pt x="868" y="249"/>
                    </a:lnTo>
                    <a:lnTo>
                      <a:pt x="871" y="254"/>
                    </a:lnTo>
                    <a:lnTo>
                      <a:pt x="870" y="259"/>
                    </a:lnTo>
                    <a:lnTo>
                      <a:pt x="867" y="263"/>
                    </a:lnTo>
                    <a:lnTo>
                      <a:pt x="862" y="267"/>
                    </a:lnTo>
                    <a:lnTo>
                      <a:pt x="854" y="271"/>
                    </a:lnTo>
                    <a:lnTo>
                      <a:pt x="847" y="274"/>
                    </a:lnTo>
                    <a:lnTo>
                      <a:pt x="843" y="277"/>
                    </a:lnTo>
                    <a:lnTo>
                      <a:pt x="841" y="281"/>
                    </a:lnTo>
                    <a:lnTo>
                      <a:pt x="840" y="286"/>
                    </a:lnTo>
                    <a:lnTo>
                      <a:pt x="843" y="297"/>
                    </a:lnTo>
                    <a:lnTo>
                      <a:pt x="844" y="304"/>
                    </a:lnTo>
                    <a:lnTo>
                      <a:pt x="845" y="310"/>
                    </a:lnTo>
                    <a:lnTo>
                      <a:pt x="844" y="317"/>
                    </a:lnTo>
                    <a:lnTo>
                      <a:pt x="843" y="324"/>
                    </a:lnTo>
                    <a:lnTo>
                      <a:pt x="841" y="336"/>
                    </a:lnTo>
                    <a:lnTo>
                      <a:pt x="841" y="342"/>
                    </a:lnTo>
                    <a:lnTo>
                      <a:pt x="844" y="347"/>
                    </a:lnTo>
                    <a:lnTo>
                      <a:pt x="848" y="351"/>
                    </a:lnTo>
                    <a:lnTo>
                      <a:pt x="856" y="355"/>
                    </a:lnTo>
                    <a:lnTo>
                      <a:pt x="866" y="359"/>
                    </a:lnTo>
                    <a:lnTo>
                      <a:pt x="873" y="363"/>
                    </a:lnTo>
                    <a:lnTo>
                      <a:pt x="877" y="369"/>
                    </a:lnTo>
                    <a:lnTo>
                      <a:pt x="878" y="374"/>
                    </a:lnTo>
                    <a:lnTo>
                      <a:pt x="877" y="378"/>
                    </a:lnTo>
                    <a:lnTo>
                      <a:pt x="871" y="384"/>
                    </a:lnTo>
                    <a:lnTo>
                      <a:pt x="863" y="386"/>
                    </a:lnTo>
                    <a:lnTo>
                      <a:pt x="852" y="388"/>
                    </a:lnTo>
                    <a:lnTo>
                      <a:pt x="841" y="389"/>
                    </a:lnTo>
                    <a:lnTo>
                      <a:pt x="836" y="390"/>
                    </a:lnTo>
                    <a:lnTo>
                      <a:pt x="833" y="392"/>
                    </a:lnTo>
                    <a:lnTo>
                      <a:pt x="835" y="396"/>
                    </a:lnTo>
                    <a:lnTo>
                      <a:pt x="840" y="404"/>
                    </a:lnTo>
                    <a:lnTo>
                      <a:pt x="843" y="411"/>
                    </a:lnTo>
                    <a:lnTo>
                      <a:pt x="843" y="419"/>
                    </a:lnTo>
                    <a:lnTo>
                      <a:pt x="843" y="428"/>
                    </a:lnTo>
                    <a:lnTo>
                      <a:pt x="841" y="435"/>
                    </a:lnTo>
                    <a:lnTo>
                      <a:pt x="839" y="449"/>
                    </a:lnTo>
                    <a:lnTo>
                      <a:pt x="839" y="455"/>
                    </a:lnTo>
                    <a:lnTo>
                      <a:pt x="840" y="459"/>
                    </a:lnTo>
                    <a:lnTo>
                      <a:pt x="844" y="463"/>
                    </a:lnTo>
                    <a:lnTo>
                      <a:pt x="852" y="467"/>
                    </a:lnTo>
                    <a:lnTo>
                      <a:pt x="860" y="472"/>
                    </a:lnTo>
                    <a:lnTo>
                      <a:pt x="867" y="474"/>
                    </a:lnTo>
                    <a:lnTo>
                      <a:pt x="871" y="478"/>
                    </a:lnTo>
                    <a:lnTo>
                      <a:pt x="873" y="482"/>
                    </a:lnTo>
                    <a:lnTo>
                      <a:pt x="873" y="486"/>
                    </a:lnTo>
                    <a:lnTo>
                      <a:pt x="870" y="490"/>
                    </a:lnTo>
                    <a:lnTo>
                      <a:pt x="863" y="495"/>
                    </a:lnTo>
                    <a:lnTo>
                      <a:pt x="854" y="499"/>
                    </a:lnTo>
                    <a:lnTo>
                      <a:pt x="845" y="503"/>
                    </a:lnTo>
                    <a:lnTo>
                      <a:pt x="840" y="508"/>
                    </a:lnTo>
                    <a:lnTo>
                      <a:pt x="839" y="513"/>
                    </a:lnTo>
                    <a:lnTo>
                      <a:pt x="837" y="520"/>
                    </a:lnTo>
                    <a:lnTo>
                      <a:pt x="841" y="535"/>
                    </a:lnTo>
                    <a:lnTo>
                      <a:pt x="843" y="543"/>
                    </a:lnTo>
                    <a:lnTo>
                      <a:pt x="843" y="551"/>
                    </a:lnTo>
                    <a:lnTo>
                      <a:pt x="844" y="554"/>
                    </a:lnTo>
                    <a:lnTo>
                      <a:pt x="845" y="557"/>
                    </a:lnTo>
                    <a:lnTo>
                      <a:pt x="852" y="564"/>
                    </a:lnTo>
                    <a:lnTo>
                      <a:pt x="855" y="568"/>
                    </a:lnTo>
                    <a:lnTo>
                      <a:pt x="858" y="572"/>
                    </a:lnTo>
                    <a:lnTo>
                      <a:pt x="859" y="576"/>
                    </a:lnTo>
                    <a:lnTo>
                      <a:pt x="859" y="581"/>
                    </a:lnTo>
                    <a:lnTo>
                      <a:pt x="856" y="595"/>
                    </a:lnTo>
                    <a:lnTo>
                      <a:pt x="850" y="610"/>
                    </a:lnTo>
                    <a:lnTo>
                      <a:pt x="841" y="625"/>
                    </a:lnTo>
                    <a:lnTo>
                      <a:pt x="832" y="638"/>
                    </a:lnTo>
                    <a:lnTo>
                      <a:pt x="820" y="653"/>
                    </a:lnTo>
                    <a:lnTo>
                      <a:pt x="806" y="668"/>
                    </a:lnTo>
                    <a:lnTo>
                      <a:pt x="793" y="681"/>
                    </a:lnTo>
                    <a:lnTo>
                      <a:pt x="776" y="695"/>
                    </a:lnTo>
                    <a:lnTo>
                      <a:pt x="761" y="707"/>
                    </a:lnTo>
                    <a:lnTo>
                      <a:pt x="747" y="718"/>
                    </a:lnTo>
                    <a:lnTo>
                      <a:pt x="722" y="734"/>
                    </a:lnTo>
                    <a:lnTo>
                      <a:pt x="711" y="742"/>
                    </a:lnTo>
                    <a:lnTo>
                      <a:pt x="703" y="749"/>
                    </a:lnTo>
                    <a:lnTo>
                      <a:pt x="698" y="756"/>
                    </a:lnTo>
                    <a:lnTo>
                      <a:pt x="695" y="764"/>
                    </a:lnTo>
                    <a:lnTo>
                      <a:pt x="694" y="765"/>
                    </a:lnTo>
                    <a:lnTo>
                      <a:pt x="692" y="768"/>
                    </a:lnTo>
                    <a:lnTo>
                      <a:pt x="686" y="772"/>
                    </a:lnTo>
                    <a:lnTo>
                      <a:pt x="675" y="775"/>
                    </a:lnTo>
                    <a:lnTo>
                      <a:pt x="663" y="778"/>
                    </a:lnTo>
                    <a:lnTo>
                      <a:pt x="629" y="783"/>
                    </a:lnTo>
                    <a:lnTo>
                      <a:pt x="590" y="787"/>
                    </a:lnTo>
                    <a:lnTo>
                      <a:pt x="548" y="790"/>
                    </a:lnTo>
                    <a:lnTo>
                      <a:pt x="504" y="791"/>
                    </a:lnTo>
                    <a:lnTo>
                      <a:pt x="435" y="792"/>
                    </a:lnTo>
                    <a:close/>
                  </a:path>
                </a:pathLst>
              </a:custGeom>
              <a:solidFill>
                <a:srgbClr val="9393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5" name="îsḻíḋe">
                <a:extLst>
                  <a:ext uri="{FF2B5EF4-FFF2-40B4-BE49-F238E27FC236}">
                    <a16:creationId xmlns:a16="http://schemas.microsoft.com/office/drawing/2014/main" id="{7A9A7C59-A92C-AD69-CA6E-8E71E9C7F7B9}"/>
                  </a:ext>
                </a:extLst>
              </p:cNvPr>
              <p:cNvSpPr/>
              <p:nvPr/>
            </p:nvSpPr>
            <p:spPr bwMode="auto">
              <a:xfrm>
                <a:off x="2017731" y="4814638"/>
                <a:ext cx="361473" cy="1136058"/>
              </a:xfrm>
              <a:custGeom>
                <a:avLst/>
                <a:gdLst>
                  <a:gd name="T0" fmla="*/ 146050 w 252"/>
                  <a:gd name="T1" fmla="*/ 1254125 h 792"/>
                  <a:gd name="T2" fmla="*/ 93663 w 252"/>
                  <a:gd name="T3" fmla="*/ 1225550 h 792"/>
                  <a:gd name="T4" fmla="*/ 87313 w 252"/>
                  <a:gd name="T5" fmla="*/ 1189038 h 792"/>
                  <a:gd name="T6" fmla="*/ 52388 w 252"/>
                  <a:gd name="T7" fmla="*/ 1103313 h 792"/>
                  <a:gd name="T8" fmla="*/ 22225 w 252"/>
                  <a:gd name="T9" fmla="*/ 982663 h 792"/>
                  <a:gd name="T10" fmla="*/ 22225 w 252"/>
                  <a:gd name="T11" fmla="*/ 898525 h 792"/>
                  <a:gd name="T12" fmla="*/ 15875 w 252"/>
                  <a:gd name="T13" fmla="*/ 865188 h 792"/>
                  <a:gd name="T14" fmla="*/ 15875 w 252"/>
                  <a:gd name="T15" fmla="*/ 814388 h 792"/>
                  <a:gd name="T16" fmla="*/ 22225 w 252"/>
                  <a:gd name="T17" fmla="*/ 787400 h 792"/>
                  <a:gd name="T18" fmla="*/ 22225 w 252"/>
                  <a:gd name="T19" fmla="*/ 714375 h 792"/>
                  <a:gd name="T20" fmla="*/ 20638 w 252"/>
                  <a:gd name="T21" fmla="*/ 690563 h 792"/>
                  <a:gd name="T22" fmla="*/ 6350 w 252"/>
                  <a:gd name="T23" fmla="*/ 682625 h 792"/>
                  <a:gd name="T24" fmla="*/ 9525 w 252"/>
                  <a:gd name="T25" fmla="*/ 642938 h 792"/>
                  <a:gd name="T26" fmla="*/ 20638 w 252"/>
                  <a:gd name="T27" fmla="*/ 623888 h 792"/>
                  <a:gd name="T28" fmla="*/ 20638 w 252"/>
                  <a:gd name="T29" fmla="*/ 527050 h 792"/>
                  <a:gd name="T30" fmla="*/ 15875 w 252"/>
                  <a:gd name="T31" fmla="*/ 503238 h 792"/>
                  <a:gd name="T32" fmla="*/ 9525 w 252"/>
                  <a:gd name="T33" fmla="*/ 461963 h 792"/>
                  <a:gd name="T34" fmla="*/ 22225 w 252"/>
                  <a:gd name="T35" fmla="*/ 446088 h 792"/>
                  <a:gd name="T36" fmla="*/ 22225 w 252"/>
                  <a:gd name="T37" fmla="*/ 398463 h 792"/>
                  <a:gd name="T38" fmla="*/ 26988 w 252"/>
                  <a:gd name="T39" fmla="*/ 342900 h 792"/>
                  <a:gd name="T40" fmla="*/ 11113 w 252"/>
                  <a:gd name="T41" fmla="*/ 328613 h 792"/>
                  <a:gd name="T42" fmla="*/ 6350 w 252"/>
                  <a:gd name="T43" fmla="*/ 276225 h 792"/>
                  <a:gd name="T44" fmla="*/ 11113 w 252"/>
                  <a:gd name="T45" fmla="*/ 211138 h 792"/>
                  <a:gd name="T46" fmla="*/ 11113 w 252"/>
                  <a:gd name="T47" fmla="*/ 103188 h 792"/>
                  <a:gd name="T48" fmla="*/ 400050 w 252"/>
                  <a:gd name="T49" fmla="*/ 0 h 792"/>
                  <a:gd name="T50" fmla="*/ 396875 w 252"/>
                  <a:gd name="T51" fmla="*/ 53975 h 792"/>
                  <a:gd name="T52" fmla="*/ 387350 w 252"/>
                  <a:gd name="T53" fmla="*/ 138113 h 792"/>
                  <a:gd name="T54" fmla="*/ 392113 w 252"/>
                  <a:gd name="T55" fmla="*/ 222250 h 792"/>
                  <a:gd name="T56" fmla="*/ 381000 w 252"/>
                  <a:gd name="T57" fmla="*/ 265113 h 792"/>
                  <a:gd name="T58" fmla="*/ 373063 w 252"/>
                  <a:gd name="T59" fmla="*/ 273050 h 792"/>
                  <a:gd name="T60" fmla="*/ 376238 w 252"/>
                  <a:gd name="T61" fmla="*/ 325438 h 792"/>
                  <a:gd name="T62" fmla="*/ 381000 w 252"/>
                  <a:gd name="T63" fmla="*/ 376238 h 792"/>
                  <a:gd name="T64" fmla="*/ 392113 w 252"/>
                  <a:gd name="T65" fmla="*/ 403225 h 792"/>
                  <a:gd name="T66" fmla="*/ 382588 w 252"/>
                  <a:gd name="T67" fmla="*/ 430213 h 792"/>
                  <a:gd name="T68" fmla="*/ 379413 w 252"/>
                  <a:gd name="T69" fmla="*/ 492125 h 792"/>
                  <a:gd name="T70" fmla="*/ 381000 w 252"/>
                  <a:gd name="T71" fmla="*/ 557213 h 792"/>
                  <a:gd name="T72" fmla="*/ 392113 w 252"/>
                  <a:gd name="T73" fmla="*/ 576263 h 792"/>
                  <a:gd name="T74" fmla="*/ 387350 w 252"/>
                  <a:gd name="T75" fmla="*/ 612775 h 792"/>
                  <a:gd name="T76" fmla="*/ 374650 w 252"/>
                  <a:gd name="T77" fmla="*/ 619125 h 792"/>
                  <a:gd name="T78" fmla="*/ 379413 w 252"/>
                  <a:gd name="T79" fmla="*/ 665163 h 792"/>
                  <a:gd name="T80" fmla="*/ 376238 w 252"/>
                  <a:gd name="T81" fmla="*/ 728663 h 792"/>
                  <a:gd name="T82" fmla="*/ 388938 w 252"/>
                  <a:gd name="T83" fmla="*/ 752475 h 792"/>
                  <a:gd name="T84" fmla="*/ 382588 w 252"/>
                  <a:gd name="T85" fmla="*/ 792163 h 792"/>
                  <a:gd name="T86" fmla="*/ 376238 w 252"/>
                  <a:gd name="T87" fmla="*/ 849313 h 792"/>
                  <a:gd name="T88" fmla="*/ 382588 w 252"/>
                  <a:gd name="T89" fmla="*/ 895350 h 792"/>
                  <a:gd name="T90" fmla="*/ 381000 w 252"/>
                  <a:gd name="T91" fmla="*/ 968375 h 792"/>
                  <a:gd name="T92" fmla="*/ 349250 w 252"/>
                  <a:gd name="T93" fmla="*/ 1103313 h 792"/>
                  <a:gd name="T94" fmla="*/ 312738 w 252"/>
                  <a:gd name="T95" fmla="*/ 1200150 h 792"/>
                  <a:gd name="T96" fmla="*/ 306388 w 252"/>
                  <a:gd name="T97" fmla="*/ 1225550 h 792"/>
                  <a:gd name="T98" fmla="*/ 263525 w 252"/>
                  <a:gd name="T99" fmla="*/ 1249363 h 792"/>
                  <a:gd name="T100" fmla="*/ 192088 w 252"/>
                  <a:gd name="T101" fmla="*/ 1257300 h 792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252" h="792">
                    <a:moveTo>
                      <a:pt x="121" y="792"/>
                    </a:moveTo>
                    <a:lnTo>
                      <a:pt x="121" y="792"/>
                    </a:lnTo>
                    <a:lnTo>
                      <a:pt x="103" y="791"/>
                    </a:lnTo>
                    <a:lnTo>
                      <a:pt x="92" y="790"/>
                    </a:lnTo>
                    <a:lnTo>
                      <a:pt x="82" y="787"/>
                    </a:lnTo>
                    <a:lnTo>
                      <a:pt x="72" y="783"/>
                    </a:lnTo>
                    <a:lnTo>
                      <a:pt x="64" y="778"/>
                    </a:lnTo>
                    <a:lnTo>
                      <a:pt x="59" y="772"/>
                    </a:lnTo>
                    <a:lnTo>
                      <a:pt x="57" y="768"/>
                    </a:lnTo>
                    <a:lnTo>
                      <a:pt x="57" y="764"/>
                    </a:lnTo>
                    <a:lnTo>
                      <a:pt x="55" y="749"/>
                    </a:lnTo>
                    <a:lnTo>
                      <a:pt x="50" y="734"/>
                    </a:lnTo>
                    <a:lnTo>
                      <a:pt x="44" y="717"/>
                    </a:lnTo>
                    <a:lnTo>
                      <a:pt x="33" y="695"/>
                    </a:lnTo>
                    <a:lnTo>
                      <a:pt x="27" y="683"/>
                    </a:lnTo>
                    <a:lnTo>
                      <a:pt x="23" y="669"/>
                    </a:lnTo>
                    <a:lnTo>
                      <a:pt x="17" y="643"/>
                    </a:lnTo>
                    <a:lnTo>
                      <a:pt x="14" y="619"/>
                    </a:lnTo>
                    <a:lnTo>
                      <a:pt x="13" y="597"/>
                    </a:lnTo>
                    <a:lnTo>
                      <a:pt x="13" y="581"/>
                    </a:lnTo>
                    <a:lnTo>
                      <a:pt x="14" y="566"/>
                    </a:lnTo>
                    <a:lnTo>
                      <a:pt x="13" y="554"/>
                    </a:lnTo>
                    <a:lnTo>
                      <a:pt x="11" y="549"/>
                    </a:lnTo>
                    <a:lnTo>
                      <a:pt x="10" y="545"/>
                    </a:lnTo>
                    <a:lnTo>
                      <a:pt x="4" y="537"/>
                    </a:lnTo>
                    <a:lnTo>
                      <a:pt x="4" y="528"/>
                    </a:lnTo>
                    <a:lnTo>
                      <a:pt x="6" y="522"/>
                    </a:lnTo>
                    <a:lnTo>
                      <a:pt x="10" y="513"/>
                    </a:lnTo>
                    <a:lnTo>
                      <a:pt x="13" y="511"/>
                    </a:lnTo>
                    <a:lnTo>
                      <a:pt x="13" y="505"/>
                    </a:lnTo>
                    <a:lnTo>
                      <a:pt x="14" y="496"/>
                    </a:lnTo>
                    <a:lnTo>
                      <a:pt x="13" y="482"/>
                    </a:lnTo>
                    <a:lnTo>
                      <a:pt x="13" y="465"/>
                    </a:lnTo>
                    <a:lnTo>
                      <a:pt x="14" y="450"/>
                    </a:lnTo>
                    <a:lnTo>
                      <a:pt x="15" y="442"/>
                    </a:lnTo>
                    <a:lnTo>
                      <a:pt x="15" y="439"/>
                    </a:lnTo>
                    <a:lnTo>
                      <a:pt x="14" y="436"/>
                    </a:lnTo>
                    <a:lnTo>
                      <a:pt x="13" y="435"/>
                    </a:lnTo>
                    <a:lnTo>
                      <a:pt x="10" y="435"/>
                    </a:lnTo>
                    <a:lnTo>
                      <a:pt x="7" y="432"/>
                    </a:lnTo>
                    <a:lnTo>
                      <a:pt x="4" y="430"/>
                    </a:lnTo>
                    <a:lnTo>
                      <a:pt x="3" y="425"/>
                    </a:lnTo>
                    <a:lnTo>
                      <a:pt x="3" y="420"/>
                    </a:lnTo>
                    <a:lnTo>
                      <a:pt x="4" y="409"/>
                    </a:lnTo>
                    <a:lnTo>
                      <a:pt x="6" y="405"/>
                    </a:lnTo>
                    <a:lnTo>
                      <a:pt x="9" y="401"/>
                    </a:lnTo>
                    <a:lnTo>
                      <a:pt x="11" y="397"/>
                    </a:lnTo>
                    <a:lnTo>
                      <a:pt x="13" y="393"/>
                    </a:lnTo>
                    <a:lnTo>
                      <a:pt x="13" y="384"/>
                    </a:lnTo>
                    <a:lnTo>
                      <a:pt x="11" y="356"/>
                    </a:lnTo>
                    <a:lnTo>
                      <a:pt x="13" y="332"/>
                    </a:lnTo>
                    <a:lnTo>
                      <a:pt x="13" y="324"/>
                    </a:lnTo>
                    <a:lnTo>
                      <a:pt x="11" y="320"/>
                    </a:lnTo>
                    <a:lnTo>
                      <a:pt x="10" y="317"/>
                    </a:lnTo>
                    <a:lnTo>
                      <a:pt x="7" y="314"/>
                    </a:lnTo>
                    <a:lnTo>
                      <a:pt x="6" y="310"/>
                    </a:lnTo>
                    <a:lnTo>
                      <a:pt x="4" y="301"/>
                    </a:lnTo>
                    <a:lnTo>
                      <a:pt x="6" y="291"/>
                    </a:lnTo>
                    <a:lnTo>
                      <a:pt x="9" y="287"/>
                    </a:lnTo>
                    <a:lnTo>
                      <a:pt x="11" y="283"/>
                    </a:lnTo>
                    <a:lnTo>
                      <a:pt x="14" y="281"/>
                    </a:lnTo>
                    <a:lnTo>
                      <a:pt x="15" y="278"/>
                    </a:lnTo>
                    <a:lnTo>
                      <a:pt x="15" y="271"/>
                    </a:lnTo>
                    <a:lnTo>
                      <a:pt x="14" y="251"/>
                    </a:lnTo>
                    <a:lnTo>
                      <a:pt x="14" y="239"/>
                    </a:lnTo>
                    <a:lnTo>
                      <a:pt x="15" y="228"/>
                    </a:lnTo>
                    <a:lnTo>
                      <a:pt x="17" y="218"/>
                    </a:lnTo>
                    <a:lnTo>
                      <a:pt x="17" y="216"/>
                    </a:lnTo>
                    <a:lnTo>
                      <a:pt x="15" y="216"/>
                    </a:lnTo>
                    <a:lnTo>
                      <a:pt x="11" y="213"/>
                    </a:lnTo>
                    <a:lnTo>
                      <a:pt x="7" y="207"/>
                    </a:lnTo>
                    <a:lnTo>
                      <a:pt x="4" y="198"/>
                    </a:lnTo>
                    <a:lnTo>
                      <a:pt x="3" y="187"/>
                    </a:lnTo>
                    <a:lnTo>
                      <a:pt x="4" y="174"/>
                    </a:lnTo>
                    <a:lnTo>
                      <a:pt x="6" y="163"/>
                    </a:lnTo>
                    <a:lnTo>
                      <a:pt x="7" y="149"/>
                    </a:lnTo>
                    <a:lnTo>
                      <a:pt x="7" y="133"/>
                    </a:lnTo>
                    <a:lnTo>
                      <a:pt x="9" y="96"/>
                    </a:lnTo>
                    <a:lnTo>
                      <a:pt x="7" y="80"/>
                    </a:lnTo>
                    <a:lnTo>
                      <a:pt x="7" y="65"/>
                    </a:lnTo>
                    <a:lnTo>
                      <a:pt x="3" y="34"/>
                    </a:lnTo>
                    <a:lnTo>
                      <a:pt x="0" y="0"/>
                    </a:lnTo>
                    <a:lnTo>
                      <a:pt x="252" y="0"/>
                    </a:lnTo>
                    <a:lnTo>
                      <a:pt x="252" y="21"/>
                    </a:lnTo>
                    <a:lnTo>
                      <a:pt x="251" y="27"/>
                    </a:lnTo>
                    <a:lnTo>
                      <a:pt x="250" y="34"/>
                    </a:lnTo>
                    <a:lnTo>
                      <a:pt x="245" y="46"/>
                    </a:lnTo>
                    <a:lnTo>
                      <a:pt x="244" y="59"/>
                    </a:lnTo>
                    <a:lnTo>
                      <a:pt x="244" y="87"/>
                    </a:lnTo>
                    <a:lnTo>
                      <a:pt x="244" y="103"/>
                    </a:lnTo>
                    <a:lnTo>
                      <a:pt x="245" y="115"/>
                    </a:lnTo>
                    <a:lnTo>
                      <a:pt x="247" y="128"/>
                    </a:lnTo>
                    <a:lnTo>
                      <a:pt x="247" y="140"/>
                    </a:lnTo>
                    <a:lnTo>
                      <a:pt x="247" y="152"/>
                    </a:lnTo>
                    <a:lnTo>
                      <a:pt x="243" y="161"/>
                    </a:lnTo>
                    <a:lnTo>
                      <a:pt x="240" y="167"/>
                    </a:lnTo>
                    <a:lnTo>
                      <a:pt x="236" y="168"/>
                    </a:lnTo>
                    <a:lnTo>
                      <a:pt x="235" y="170"/>
                    </a:lnTo>
                    <a:lnTo>
                      <a:pt x="235" y="172"/>
                    </a:lnTo>
                    <a:lnTo>
                      <a:pt x="235" y="180"/>
                    </a:lnTo>
                    <a:lnTo>
                      <a:pt x="236" y="193"/>
                    </a:lnTo>
                    <a:lnTo>
                      <a:pt x="237" y="205"/>
                    </a:lnTo>
                    <a:lnTo>
                      <a:pt x="235" y="224"/>
                    </a:lnTo>
                    <a:lnTo>
                      <a:pt x="236" y="232"/>
                    </a:lnTo>
                    <a:lnTo>
                      <a:pt x="237" y="235"/>
                    </a:lnTo>
                    <a:lnTo>
                      <a:pt x="240" y="237"/>
                    </a:lnTo>
                    <a:lnTo>
                      <a:pt x="243" y="240"/>
                    </a:lnTo>
                    <a:lnTo>
                      <a:pt x="244" y="244"/>
                    </a:lnTo>
                    <a:lnTo>
                      <a:pt x="247" y="254"/>
                    </a:lnTo>
                    <a:lnTo>
                      <a:pt x="245" y="263"/>
                    </a:lnTo>
                    <a:lnTo>
                      <a:pt x="244" y="267"/>
                    </a:lnTo>
                    <a:lnTo>
                      <a:pt x="241" y="271"/>
                    </a:lnTo>
                    <a:lnTo>
                      <a:pt x="240" y="274"/>
                    </a:lnTo>
                    <a:lnTo>
                      <a:pt x="239" y="277"/>
                    </a:lnTo>
                    <a:lnTo>
                      <a:pt x="237" y="286"/>
                    </a:lnTo>
                    <a:lnTo>
                      <a:pt x="239" y="310"/>
                    </a:lnTo>
                    <a:lnTo>
                      <a:pt x="237" y="336"/>
                    </a:lnTo>
                    <a:lnTo>
                      <a:pt x="239" y="347"/>
                    </a:lnTo>
                    <a:lnTo>
                      <a:pt x="240" y="351"/>
                    </a:lnTo>
                    <a:lnTo>
                      <a:pt x="243" y="355"/>
                    </a:lnTo>
                    <a:lnTo>
                      <a:pt x="245" y="359"/>
                    </a:lnTo>
                    <a:lnTo>
                      <a:pt x="247" y="363"/>
                    </a:lnTo>
                    <a:lnTo>
                      <a:pt x="248" y="374"/>
                    </a:lnTo>
                    <a:lnTo>
                      <a:pt x="248" y="378"/>
                    </a:lnTo>
                    <a:lnTo>
                      <a:pt x="247" y="384"/>
                    </a:lnTo>
                    <a:lnTo>
                      <a:pt x="244" y="386"/>
                    </a:lnTo>
                    <a:lnTo>
                      <a:pt x="241" y="388"/>
                    </a:lnTo>
                    <a:lnTo>
                      <a:pt x="237" y="389"/>
                    </a:lnTo>
                    <a:lnTo>
                      <a:pt x="236" y="390"/>
                    </a:lnTo>
                    <a:lnTo>
                      <a:pt x="236" y="392"/>
                    </a:lnTo>
                    <a:lnTo>
                      <a:pt x="236" y="396"/>
                    </a:lnTo>
                    <a:lnTo>
                      <a:pt x="237" y="404"/>
                    </a:lnTo>
                    <a:lnTo>
                      <a:pt x="239" y="419"/>
                    </a:lnTo>
                    <a:lnTo>
                      <a:pt x="237" y="435"/>
                    </a:lnTo>
                    <a:lnTo>
                      <a:pt x="237" y="449"/>
                    </a:lnTo>
                    <a:lnTo>
                      <a:pt x="237" y="459"/>
                    </a:lnTo>
                    <a:lnTo>
                      <a:pt x="239" y="463"/>
                    </a:lnTo>
                    <a:lnTo>
                      <a:pt x="241" y="467"/>
                    </a:lnTo>
                    <a:lnTo>
                      <a:pt x="245" y="474"/>
                    </a:lnTo>
                    <a:lnTo>
                      <a:pt x="247" y="482"/>
                    </a:lnTo>
                    <a:lnTo>
                      <a:pt x="245" y="490"/>
                    </a:lnTo>
                    <a:lnTo>
                      <a:pt x="241" y="499"/>
                    </a:lnTo>
                    <a:lnTo>
                      <a:pt x="239" y="503"/>
                    </a:lnTo>
                    <a:lnTo>
                      <a:pt x="237" y="508"/>
                    </a:lnTo>
                    <a:lnTo>
                      <a:pt x="237" y="520"/>
                    </a:lnTo>
                    <a:lnTo>
                      <a:pt x="237" y="535"/>
                    </a:lnTo>
                    <a:lnTo>
                      <a:pt x="239" y="551"/>
                    </a:lnTo>
                    <a:lnTo>
                      <a:pt x="239" y="557"/>
                    </a:lnTo>
                    <a:lnTo>
                      <a:pt x="241" y="564"/>
                    </a:lnTo>
                    <a:lnTo>
                      <a:pt x="243" y="572"/>
                    </a:lnTo>
                    <a:lnTo>
                      <a:pt x="243" y="581"/>
                    </a:lnTo>
                    <a:lnTo>
                      <a:pt x="240" y="610"/>
                    </a:lnTo>
                    <a:lnTo>
                      <a:pt x="235" y="638"/>
                    </a:lnTo>
                    <a:lnTo>
                      <a:pt x="228" y="668"/>
                    </a:lnTo>
                    <a:lnTo>
                      <a:pt x="220" y="695"/>
                    </a:lnTo>
                    <a:lnTo>
                      <a:pt x="210" y="718"/>
                    </a:lnTo>
                    <a:lnTo>
                      <a:pt x="204" y="734"/>
                    </a:lnTo>
                    <a:lnTo>
                      <a:pt x="198" y="749"/>
                    </a:lnTo>
                    <a:lnTo>
                      <a:pt x="197" y="756"/>
                    </a:lnTo>
                    <a:lnTo>
                      <a:pt x="195" y="764"/>
                    </a:lnTo>
                    <a:lnTo>
                      <a:pt x="195" y="768"/>
                    </a:lnTo>
                    <a:lnTo>
                      <a:pt x="193" y="772"/>
                    </a:lnTo>
                    <a:lnTo>
                      <a:pt x="190" y="775"/>
                    </a:lnTo>
                    <a:lnTo>
                      <a:pt x="186" y="778"/>
                    </a:lnTo>
                    <a:lnTo>
                      <a:pt x="176" y="783"/>
                    </a:lnTo>
                    <a:lnTo>
                      <a:pt x="166" y="787"/>
                    </a:lnTo>
                    <a:lnTo>
                      <a:pt x="153" y="790"/>
                    </a:lnTo>
                    <a:lnTo>
                      <a:pt x="141" y="791"/>
                    </a:lnTo>
                    <a:lnTo>
                      <a:pt x="121" y="792"/>
                    </a:lnTo>
                    <a:close/>
                  </a:path>
                </a:pathLst>
              </a:custGeom>
              <a:solidFill>
                <a:srgbClr val="B1B1B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6" name="íŝḻídè">
                <a:extLst>
                  <a:ext uri="{FF2B5EF4-FFF2-40B4-BE49-F238E27FC236}">
                    <a16:creationId xmlns:a16="http://schemas.microsoft.com/office/drawing/2014/main" id="{CBCBD582-83EC-ABB6-B2C2-252333EC806D}"/>
                  </a:ext>
                </a:extLst>
              </p:cNvPr>
              <p:cNvSpPr/>
              <p:nvPr/>
            </p:nvSpPr>
            <p:spPr bwMode="auto">
              <a:xfrm>
                <a:off x="2247238" y="5942089"/>
                <a:ext cx="291187" cy="127664"/>
              </a:xfrm>
              <a:custGeom>
                <a:avLst/>
                <a:gdLst>
                  <a:gd name="T0" fmla="*/ 161925 w 203"/>
                  <a:gd name="T1" fmla="*/ 0 h 89"/>
                  <a:gd name="T2" fmla="*/ 161925 w 203"/>
                  <a:gd name="T3" fmla="*/ 0 h 89"/>
                  <a:gd name="T4" fmla="*/ 193675 w 203"/>
                  <a:gd name="T5" fmla="*/ 1588 h 89"/>
                  <a:gd name="T6" fmla="*/ 223838 w 203"/>
                  <a:gd name="T7" fmla="*/ 6350 h 89"/>
                  <a:gd name="T8" fmla="*/ 252413 w 203"/>
                  <a:gd name="T9" fmla="*/ 12700 h 89"/>
                  <a:gd name="T10" fmla="*/ 276225 w 203"/>
                  <a:gd name="T11" fmla="*/ 20638 h 89"/>
                  <a:gd name="T12" fmla="*/ 295275 w 203"/>
                  <a:gd name="T13" fmla="*/ 31750 h 89"/>
                  <a:gd name="T14" fmla="*/ 309563 w 203"/>
                  <a:gd name="T15" fmla="*/ 42863 h 89"/>
                  <a:gd name="T16" fmla="*/ 315913 w 203"/>
                  <a:gd name="T17" fmla="*/ 49213 h 89"/>
                  <a:gd name="T18" fmla="*/ 320675 w 203"/>
                  <a:gd name="T19" fmla="*/ 57150 h 89"/>
                  <a:gd name="T20" fmla="*/ 322263 w 203"/>
                  <a:gd name="T21" fmla="*/ 63500 h 89"/>
                  <a:gd name="T22" fmla="*/ 322263 w 203"/>
                  <a:gd name="T23" fmla="*/ 69850 h 89"/>
                  <a:gd name="T24" fmla="*/ 322263 w 203"/>
                  <a:gd name="T25" fmla="*/ 69850 h 89"/>
                  <a:gd name="T26" fmla="*/ 322263 w 203"/>
                  <a:gd name="T27" fmla="*/ 79375 h 89"/>
                  <a:gd name="T28" fmla="*/ 320675 w 203"/>
                  <a:gd name="T29" fmla="*/ 85725 h 89"/>
                  <a:gd name="T30" fmla="*/ 315913 w 203"/>
                  <a:gd name="T31" fmla="*/ 92075 h 89"/>
                  <a:gd name="T32" fmla="*/ 309563 w 203"/>
                  <a:gd name="T33" fmla="*/ 98425 h 89"/>
                  <a:gd name="T34" fmla="*/ 295275 w 203"/>
                  <a:gd name="T35" fmla="*/ 111125 h 89"/>
                  <a:gd name="T36" fmla="*/ 276225 w 203"/>
                  <a:gd name="T37" fmla="*/ 122238 h 89"/>
                  <a:gd name="T38" fmla="*/ 252413 w 203"/>
                  <a:gd name="T39" fmla="*/ 130175 h 89"/>
                  <a:gd name="T40" fmla="*/ 223838 w 203"/>
                  <a:gd name="T41" fmla="*/ 136525 h 89"/>
                  <a:gd name="T42" fmla="*/ 193675 w 203"/>
                  <a:gd name="T43" fmla="*/ 141288 h 89"/>
                  <a:gd name="T44" fmla="*/ 161925 w 203"/>
                  <a:gd name="T45" fmla="*/ 141288 h 89"/>
                  <a:gd name="T46" fmla="*/ 161925 w 203"/>
                  <a:gd name="T47" fmla="*/ 141288 h 89"/>
                  <a:gd name="T48" fmla="*/ 128588 w 203"/>
                  <a:gd name="T49" fmla="*/ 141288 h 89"/>
                  <a:gd name="T50" fmla="*/ 98425 w 203"/>
                  <a:gd name="T51" fmla="*/ 136525 h 89"/>
                  <a:gd name="T52" fmla="*/ 71438 w 203"/>
                  <a:gd name="T53" fmla="*/ 130175 h 89"/>
                  <a:gd name="T54" fmla="*/ 47625 w 203"/>
                  <a:gd name="T55" fmla="*/ 122238 h 89"/>
                  <a:gd name="T56" fmla="*/ 28575 w 203"/>
                  <a:gd name="T57" fmla="*/ 111125 h 89"/>
                  <a:gd name="T58" fmla="*/ 12700 w 203"/>
                  <a:gd name="T59" fmla="*/ 98425 h 89"/>
                  <a:gd name="T60" fmla="*/ 6350 w 203"/>
                  <a:gd name="T61" fmla="*/ 92075 h 89"/>
                  <a:gd name="T62" fmla="*/ 3175 w 203"/>
                  <a:gd name="T63" fmla="*/ 85725 h 89"/>
                  <a:gd name="T64" fmla="*/ 0 w 203"/>
                  <a:gd name="T65" fmla="*/ 79375 h 89"/>
                  <a:gd name="T66" fmla="*/ 0 w 203"/>
                  <a:gd name="T67" fmla="*/ 69850 h 89"/>
                  <a:gd name="T68" fmla="*/ 0 w 203"/>
                  <a:gd name="T69" fmla="*/ 69850 h 89"/>
                  <a:gd name="T70" fmla="*/ 0 w 203"/>
                  <a:gd name="T71" fmla="*/ 63500 h 89"/>
                  <a:gd name="T72" fmla="*/ 3175 w 203"/>
                  <a:gd name="T73" fmla="*/ 57150 h 89"/>
                  <a:gd name="T74" fmla="*/ 6350 w 203"/>
                  <a:gd name="T75" fmla="*/ 49213 h 89"/>
                  <a:gd name="T76" fmla="*/ 12700 w 203"/>
                  <a:gd name="T77" fmla="*/ 42863 h 89"/>
                  <a:gd name="T78" fmla="*/ 28575 w 203"/>
                  <a:gd name="T79" fmla="*/ 31750 h 89"/>
                  <a:gd name="T80" fmla="*/ 47625 w 203"/>
                  <a:gd name="T81" fmla="*/ 20638 h 89"/>
                  <a:gd name="T82" fmla="*/ 71438 w 203"/>
                  <a:gd name="T83" fmla="*/ 12700 h 89"/>
                  <a:gd name="T84" fmla="*/ 98425 w 203"/>
                  <a:gd name="T85" fmla="*/ 6350 h 89"/>
                  <a:gd name="T86" fmla="*/ 128588 w 203"/>
                  <a:gd name="T87" fmla="*/ 1588 h 89"/>
                  <a:gd name="T88" fmla="*/ 161925 w 203"/>
                  <a:gd name="T89" fmla="*/ 0 h 89"/>
                  <a:gd name="T90" fmla="*/ 161925 w 203"/>
                  <a:gd name="T91" fmla="*/ 0 h 89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0" t="0" r="r" b="b"/>
                <a:pathLst>
                  <a:path w="203" h="89">
                    <a:moveTo>
                      <a:pt x="102" y="0"/>
                    </a:moveTo>
                    <a:lnTo>
                      <a:pt x="102" y="0"/>
                    </a:lnTo>
                    <a:lnTo>
                      <a:pt x="122" y="1"/>
                    </a:lnTo>
                    <a:lnTo>
                      <a:pt x="141" y="4"/>
                    </a:lnTo>
                    <a:lnTo>
                      <a:pt x="159" y="8"/>
                    </a:lnTo>
                    <a:lnTo>
                      <a:pt x="174" y="13"/>
                    </a:lnTo>
                    <a:lnTo>
                      <a:pt x="186" y="20"/>
                    </a:lnTo>
                    <a:lnTo>
                      <a:pt x="195" y="27"/>
                    </a:lnTo>
                    <a:lnTo>
                      <a:pt x="199" y="31"/>
                    </a:lnTo>
                    <a:lnTo>
                      <a:pt x="202" y="36"/>
                    </a:lnTo>
                    <a:lnTo>
                      <a:pt x="203" y="40"/>
                    </a:lnTo>
                    <a:lnTo>
                      <a:pt x="203" y="44"/>
                    </a:lnTo>
                    <a:lnTo>
                      <a:pt x="203" y="50"/>
                    </a:lnTo>
                    <a:lnTo>
                      <a:pt x="202" y="54"/>
                    </a:lnTo>
                    <a:lnTo>
                      <a:pt x="199" y="58"/>
                    </a:lnTo>
                    <a:lnTo>
                      <a:pt x="195" y="62"/>
                    </a:lnTo>
                    <a:lnTo>
                      <a:pt x="186" y="70"/>
                    </a:lnTo>
                    <a:lnTo>
                      <a:pt x="174" y="77"/>
                    </a:lnTo>
                    <a:lnTo>
                      <a:pt x="159" y="82"/>
                    </a:lnTo>
                    <a:lnTo>
                      <a:pt x="141" y="86"/>
                    </a:lnTo>
                    <a:lnTo>
                      <a:pt x="122" y="89"/>
                    </a:lnTo>
                    <a:lnTo>
                      <a:pt x="102" y="89"/>
                    </a:lnTo>
                    <a:lnTo>
                      <a:pt x="81" y="89"/>
                    </a:lnTo>
                    <a:lnTo>
                      <a:pt x="62" y="86"/>
                    </a:lnTo>
                    <a:lnTo>
                      <a:pt x="45" y="82"/>
                    </a:lnTo>
                    <a:lnTo>
                      <a:pt x="30" y="77"/>
                    </a:lnTo>
                    <a:lnTo>
                      <a:pt x="18" y="70"/>
                    </a:lnTo>
                    <a:lnTo>
                      <a:pt x="8" y="62"/>
                    </a:lnTo>
                    <a:lnTo>
                      <a:pt x="4" y="58"/>
                    </a:lnTo>
                    <a:lnTo>
                      <a:pt x="2" y="54"/>
                    </a:lnTo>
                    <a:lnTo>
                      <a:pt x="0" y="50"/>
                    </a:lnTo>
                    <a:lnTo>
                      <a:pt x="0" y="44"/>
                    </a:lnTo>
                    <a:lnTo>
                      <a:pt x="0" y="40"/>
                    </a:lnTo>
                    <a:lnTo>
                      <a:pt x="2" y="36"/>
                    </a:lnTo>
                    <a:lnTo>
                      <a:pt x="4" y="31"/>
                    </a:lnTo>
                    <a:lnTo>
                      <a:pt x="8" y="27"/>
                    </a:lnTo>
                    <a:lnTo>
                      <a:pt x="18" y="20"/>
                    </a:lnTo>
                    <a:lnTo>
                      <a:pt x="30" y="13"/>
                    </a:lnTo>
                    <a:lnTo>
                      <a:pt x="45" y="8"/>
                    </a:lnTo>
                    <a:lnTo>
                      <a:pt x="62" y="4"/>
                    </a:lnTo>
                    <a:lnTo>
                      <a:pt x="81" y="1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6C6C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8" name="îš1íďè">
                <a:extLst>
                  <a:ext uri="{FF2B5EF4-FFF2-40B4-BE49-F238E27FC236}">
                    <a16:creationId xmlns:a16="http://schemas.microsoft.com/office/drawing/2014/main" id="{181B112C-C1B4-91CA-F2C3-31A9A2F37E56}"/>
                  </a:ext>
                </a:extLst>
              </p:cNvPr>
              <p:cNvSpPr/>
              <p:nvPr/>
            </p:nvSpPr>
            <p:spPr bwMode="auto">
              <a:xfrm>
                <a:off x="2138222" y="5883279"/>
                <a:ext cx="509218" cy="142008"/>
              </a:xfrm>
              <a:custGeom>
                <a:avLst/>
                <a:gdLst>
                  <a:gd name="T0" fmla="*/ 282575 w 355"/>
                  <a:gd name="T1" fmla="*/ 0 h 99"/>
                  <a:gd name="T2" fmla="*/ 282575 w 355"/>
                  <a:gd name="T3" fmla="*/ 0 h 99"/>
                  <a:gd name="T4" fmla="*/ 338138 w 355"/>
                  <a:gd name="T5" fmla="*/ 1588 h 99"/>
                  <a:gd name="T6" fmla="*/ 392113 w 355"/>
                  <a:gd name="T7" fmla="*/ 6350 h 99"/>
                  <a:gd name="T8" fmla="*/ 439738 w 355"/>
                  <a:gd name="T9" fmla="*/ 12700 h 99"/>
                  <a:gd name="T10" fmla="*/ 479425 w 355"/>
                  <a:gd name="T11" fmla="*/ 23813 h 99"/>
                  <a:gd name="T12" fmla="*/ 514350 w 355"/>
                  <a:gd name="T13" fmla="*/ 34925 h 99"/>
                  <a:gd name="T14" fmla="*/ 528638 w 355"/>
                  <a:gd name="T15" fmla="*/ 41275 h 99"/>
                  <a:gd name="T16" fmla="*/ 539750 w 355"/>
                  <a:gd name="T17" fmla="*/ 47625 h 99"/>
                  <a:gd name="T18" fmla="*/ 550863 w 355"/>
                  <a:gd name="T19" fmla="*/ 53975 h 99"/>
                  <a:gd name="T20" fmla="*/ 557213 w 355"/>
                  <a:gd name="T21" fmla="*/ 61913 h 99"/>
                  <a:gd name="T22" fmla="*/ 561975 w 355"/>
                  <a:gd name="T23" fmla="*/ 71438 h 99"/>
                  <a:gd name="T24" fmla="*/ 563563 w 355"/>
                  <a:gd name="T25" fmla="*/ 77788 h 99"/>
                  <a:gd name="T26" fmla="*/ 563563 w 355"/>
                  <a:gd name="T27" fmla="*/ 77788 h 99"/>
                  <a:gd name="T28" fmla="*/ 561975 w 355"/>
                  <a:gd name="T29" fmla="*/ 85725 h 99"/>
                  <a:gd name="T30" fmla="*/ 557213 w 355"/>
                  <a:gd name="T31" fmla="*/ 95250 h 99"/>
                  <a:gd name="T32" fmla="*/ 550863 w 355"/>
                  <a:gd name="T33" fmla="*/ 101600 h 99"/>
                  <a:gd name="T34" fmla="*/ 539750 w 355"/>
                  <a:gd name="T35" fmla="*/ 107950 h 99"/>
                  <a:gd name="T36" fmla="*/ 528638 w 355"/>
                  <a:gd name="T37" fmla="*/ 115888 h 99"/>
                  <a:gd name="T38" fmla="*/ 514350 w 355"/>
                  <a:gd name="T39" fmla="*/ 122238 h 99"/>
                  <a:gd name="T40" fmla="*/ 479425 w 355"/>
                  <a:gd name="T41" fmla="*/ 133350 h 99"/>
                  <a:gd name="T42" fmla="*/ 439738 w 355"/>
                  <a:gd name="T43" fmla="*/ 141288 h 99"/>
                  <a:gd name="T44" fmla="*/ 392113 w 355"/>
                  <a:gd name="T45" fmla="*/ 150813 h 99"/>
                  <a:gd name="T46" fmla="*/ 338138 w 355"/>
                  <a:gd name="T47" fmla="*/ 155575 h 99"/>
                  <a:gd name="T48" fmla="*/ 282575 w 355"/>
                  <a:gd name="T49" fmla="*/ 157163 h 99"/>
                  <a:gd name="T50" fmla="*/ 282575 w 355"/>
                  <a:gd name="T51" fmla="*/ 157163 h 99"/>
                  <a:gd name="T52" fmla="*/ 227013 w 355"/>
                  <a:gd name="T53" fmla="*/ 155575 h 99"/>
                  <a:gd name="T54" fmla="*/ 173038 w 355"/>
                  <a:gd name="T55" fmla="*/ 150813 h 99"/>
                  <a:gd name="T56" fmla="*/ 125413 w 355"/>
                  <a:gd name="T57" fmla="*/ 141288 h 99"/>
                  <a:gd name="T58" fmla="*/ 84138 w 355"/>
                  <a:gd name="T59" fmla="*/ 133350 h 99"/>
                  <a:gd name="T60" fmla="*/ 49213 w 355"/>
                  <a:gd name="T61" fmla="*/ 122238 h 99"/>
                  <a:gd name="T62" fmla="*/ 34925 w 355"/>
                  <a:gd name="T63" fmla="*/ 115888 h 99"/>
                  <a:gd name="T64" fmla="*/ 23813 w 355"/>
                  <a:gd name="T65" fmla="*/ 107950 h 99"/>
                  <a:gd name="T66" fmla="*/ 12700 w 355"/>
                  <a:gd name="T67" fmla="*/ 101600 h 99"/>
                  <a:gd name="T68" fmla="*/ 6350 w 355"/>
                  <a:gd name="T69" fmla="*/ 95250 h 99"/>
                  <a:gd name="T70" fmla="*/ 3175 w 355"/>
                  <a:gd name="T71" fmla="*/ 85725 h 99"/>
                  <a:gd name="T72" fmla="*/ 0 w 355"/>
                  <a:gd name="T73" fmla="*/ 77788 h 99"/>
                  <a:gd name="T74" fmla="*/ 0 w 355"/>
                  <a:gd name="T75" fmla="*/ 77788 h 99"/>
                  <a:gd name="T76" fmla="*/ 3175 w 355"/>
                  <a:gd name="T77" fmla="*/ 71438 h 99"/>
                  <a:gd name="T78" fmla="*/ 6350 w 355"/>
                  <a:gd name="T79" fmla="*/ 61913 h 99"/>
                  <a:gd name="T80" fmla="*/ 12700 w 355"/>
                  <a:gd name="T81" fmla="*/ 53975 h 99"/>
                  <a:gd name="T82" fmla="*/ 23813 w 355"/>
                  <a:gd name="T83" fmla="*/ 47625 h 99"/>
                  <a:gd name="T84" fmla="*/ 34925 w 355"/>
                  <a:gd name="T85" fmla="*/ 41275 h 99"/>
                  <a:gd name="T86" fmla="*/ 49213 w 355"/>
                  <a:gd name="T87" fmla="*/ 34925 h 99"/>
                  <a:gd name="T88" fmla="*/ 84138 w 355"/>
                  <a:gd name="T89" fmla="*/ 23813 h 99"/>
                  <a:gd name="T90" fmla="*/ 125413 w 355"/>
                  <a:gd name="T91" fmla="*/ 12700 h 99"/>
                  <a:gd name="T92" fmla="*/ 173038 w 355"/>
                  <a:gd name="T93" fmla="*/ 6350 h 99"/>
                  <a:gd name="T94" fmla="*/ 227013 w 355"/>
                  <a:gd name="T95" fmla="*/ 1588 h 99"/>
                  <a:gd name="T96" fmla="*/ 282575 w 355"/>
                  <a:gd name="T97" fmla="*/ 0 h 99"/>
                  <a:gd name="T98" fmla="*/ 282575 w 355"/>
                  <a:gd name="T99" fmla="*/ 0 h 99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355" h="99">
                    <a:moveTo>
                      <a:pt x="178" y="0"/>
                    </a:moveTo>
                    <a:lnTo>
                      <a:pt x="178" y="0"/>
                    </a:lnTo>
                    <a:lnTo>
                      <a:pt x="213" y="1"/>
                    </a:lnTo>
                    <a:lnTo>
                      <a:pt x="247" y="4"/>
                    </a:lnTo>
                    <a:lnTo>
                      <a:pt x="277" y="8"/>
                    </a:lnTo>
                    <a:lnTo>
                      <a:pt x="302" y="15"/>
                    </a:lnTo>
                    <a:lnTo>
                      <a:pt x="324" y="22"/>
                    </a:lnTo>
                    <a:lnTo>
                      <a:pt x="333" y="26"/>
                    </a:lnTo>
                    <a:lnTo>
                      <a:pt x="340" y="30"/>
                    </a:lnTo>
                    <a:lnTo>
                      <a:pt x="347" y="34"/>
                    </a:lnTo>
                    <a:lnTo>
                      <a:pt x="351" y="39"/>
                    </a:lnTo>
                    <a:lnTo>
                      <a:pt x="354" y="45"/>
                    </a:lnTo>
                    <a:lnTo>
                      <a:pt x="355" y="49"/>
                    </a:lnTo>
                    <a:lnTo>
                      <a:pt x="354" y="54"/>
                    </a:lnTo>
                    <a:lnTo>
                      <a:pt x="351" y="60"/>
                    </a:lnTo>
                    <a:lnTo>
                      <a:pt x="347" y="64"/>
                    </a:lnTo>
                    <a:lnTo>
                      <a:pt x="340" y="68"/>
                    </a:lnTo>
                    <a:lnTo>
                      <a:pt x="333" y="73"/>
                    </a:lnTo>
                    <a:lnTo>
                      <a:pt x="324" y="77"/>
                    </a:lnTo>
                    <a:lnTo>
                      <a:pt x="302" y="84"/>
                    </a:lnTo>
                    <a:lnTo>
                      <a:pt x="277" y="89"/>
                    </a:lnTo>
                    <a:lnTo>
                      <a:pt x="247" y="95"/>
                    </a:lnTo>
                    <a:lnTo>
                      <a:pt x="213" y="98"/>
                    </a:lnTo>
                    <a:lnTo>
                      <a:pt x="178" y="99"/>
                    </a:lnTo>
                    <a:lnTo>
                      <a:pt x="143" y="98"/>
                    </a:lnTo>
                    <a:lnTo>
                      <a:pt x="109" y="95"/>
                    </a:lnTo>
                    <a:lnTo>
                      <a:pt x="79" y="89"/>
                    </a:lnTo>
                    <a:lnTo>
                      <a:pt x="53" y="84"/>
                    </a:lnTo>
                    <a:lnTo>
                      <a:pt x="31" y="77"/>
                    </a:lnTo>
                    <a:lnTo>
                      <a:pt x="22" y="73"/>
                    </a:lnTo>
                    <a:lnTo>
                      <a:pt x="15" y="68"/>
                    </a:lnTo>
                    <a:lnTo>
                      <a:pt x="8" y="64"/>
                    </a:lnTo>
                    <a:lnTo>
                      <a:pt x="4" y="60"/>
                    </a:lnTo>
                    <a:lnTo>
                      <a:pt x="2" y="54"/>
                    </a:lnTo>
                    <a:lnTo>
                      <a:pt x="0" y="49"/>
                    </a:lnTo>
                    <a:lnTo>
                      <a:pt x="2" y="45"/>
                    </a:lnTo>
                    <a:lnTo>
                      <a:pt x="4" y="39"/>
                    </a:lnTo>
                    <a:lnTo>
                      <a:pt x="8" y="34"/>
                    </a:lnTo>
                    <a:lnTo>
                      <a:pt x="15" y="30"/>
                    </a:lnTo>
                    <a:lnTo>
                      <a:pt x="22" y="26"/>
                    </a:lnTo>
                    <a:lnTo>
                      <a:pt x="31" y="22"/>
                    </a:lnTo>
                    <a:lnTo>
                      <a:pt x="53" y="15"/>
                    </a:lnTo>
                    <a:lnTo>
                      <a:pt x="79" y="8"/>
                    </a:lnTo>
                    <a:lnTo>
                      <a:pt x="109" y="4"/>
                    </a:lnTo>
                    <a:lnTo>
                      <a:pt x="143" y="1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rgbClr val="5757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9" name="íś1íḍè">
                <a:extLst>
                  <a:ext uri="{FF2B5EF4-FFF2-40B4-BE49-F238E27FC236}">
                    <a16:creationId xmlns:a16="http://schemas.microsoft.com/office/drawing/2014/main" id="{A40F07D2-3EA0-33D8-CC08-F1BC456B8BA5}"/>
                  </a:ext>
                </a:extLst>
              </p:cNvPr>
              <p:cNvSpPr/>
              <p:nvPr/>
            </p:nvSpPr>
            <p:spPr bwMode="auto">
              <a:xfrm>
                <a:off x="2070805" y="5923443"/>
                <a:ext cx="645487" cy="53074"/>
              </a:xfrm>
              <a:custGeom>
                <a:avLst/>
                <a:gdLst>
                  <a:gd name="T0" fmla="*/ 328613 w 450"/>
                  <a:gd name="T1" fmla="*/ 58738 h 37"/>
                  <a:gd name="T2" fmla="*/ 328613 w 450"/>
                  <a:gd name="T3" fmla="*/ 58738 h 37"/>
                  <a:gd name="T4" fmla="*/ 236538 w 450"/>
                  <a:gd name="T5" fmla="*/ 58738 h 37"/>
                  <a:gd name="T6" fmla="*/ 182563 w 450"/>
                  <a:gd name="T7" fmla="*/ 53975 h 37"/>
                  <a:gd name="T8" fmla="*/ 131763 w 450"/>
                  <a:gd name="T9" fmla="*/ 50800 h 37"/>
                  <a:gd name="T10" fmla="*/ 84138 w 450"/>
                  <a:gd name="T11" fmla="*/ 46038 h 37"/>
                  <a:gd name="T12" fmla="*/ 42863 w 450"/>
                  <a:gd name="T13" fmla="*/ 36513 h 37"/>
                  <a:gd name="T14" fmla="*/ 28575 w 450"/>
                  <a:gd name="T15" fmla="*/ 33338 h 37"/>
                  <a:gd name="T16" fmla="*/ 14288 w 450"/>
                  <a:gd name="T17" fmla="*/ 28575 h 37"/>
                  <a:gd name="T18" fmla="*/ 7938 w 450"/>
                  <a:gd name="T19" fmla="*/ 23813 h 37"/>
                  <a:gd name="T20" fmla="*/ 4763 w 450"/>
                  <a:gd name="T21" fmla="*/ 17463 h 37"/>
                  <a:gd name="T22" fmla="*/ 4763 w 450"/>
                  <a:gd name="T23" fmla="*/ 17463 h 37"/>
                  <a:gd name="T24" fmla="*/ 0 w 450"/>
                  <a:gd name="T25" fmla="*/ 3175 h 37"/>
                  <a:gd name="T26" fmla="*/ 0 w 450"/>
                  <a:gd name="T27" fmla="*/ 3175 h 37"/>
                  <a:gd name="T28" fmla="*/ 30163 w 450"/>
                  <a:gd name="T29" fmla="*/ 11113 h 37"/>
                  <a:gd name="T30" fmla="*/ 66675 w 450"/>
                  <a:gd name="T31" fmla="*/ 15875 h 37"/>
                  <a:gd name="T32" fmla="*/ 109538 w 450"/>
                  <a:gd name="T33" fmla="*/ 22225 h 37"/>
                  <a:gd name="T34" fmla="*/ 153988 w 450"/>
                  <a:gd name="T35" fmla="*/ 23813 h 37"/>
                  <a:gd name="T36" fmla="*/ 247650 w 450"/>
                  <a:gd name="T37" fmla="*/ 30163 h 37"/>
                  <a:gd name="T38" fmla="*/ 327025 w 450"/>
                  <a:gd name="T39" fmla="*/ 30163 h 37"/>
                  <a:gd name="T40" fmla="*/ 327025 w 450"/>
                  <a:gd name="T41" fmla="*/ 30163 h 37"/>
                  <a:gd name="T42" fmla="*/ 417513 w 450"/>
                  <a:gd name="T43" fmla="*/ 28575 h 37"/>
                  <a:gd name="T44" fmla="*/ 527050 w 450"/>
                  <a:gd name="T45" fmla="*/ 23813 h 37"/>
                  <a:gd name="T46" fmla="*/ 582613 w 450"/>
                  <a:gd name="T47" fmla="*/ 20638 h 37"/>
                  <a:gd name="T48" fmla="*/ 633413 w 450"/>
                  <a:gd name="T49" fmla="*/ 15875 h 37"/>
                  <a:gd name="T50" fmla="*/ 679450 w 450"/>
                  <a:gd name="T51" fmla="*/ 9525 h 37"/>
                  <a:gd name="T52" fmla="*/ 714375 w 450"/>
                  <a:gd name="T53" fmla="*/ 0 h 37"/>
                  <a:gd name="T54" fmla="*/ 714375 w 450"/>
                  <a:gd name="T55" fmla="*/ 0 h 37"/>
                  <a:gd name="T56" fmla="*/ 709613 w 450"/>
                  <a:gd name="T57" fmla="*/ 17463 h 37"/>
                  <a:gd name="T58" fmla="*/ 709613 w 450"/>
                  <a:gd name="T59" fmla="*/ 17463 h 37"/>
                  <a:gd name="T60" fmla="*/ 704850 w 450"/>
                  <a:gd name="T61" fmla="*/ 23813 h 37"/>
                  <a:gd name="T62" fmla="*/ 693738 w 450"/>
                  <a:gd name="T63" fmla="*/ 28575 h 37"/>
                  <a:gd name="T64" fmla="*/ 681038 w 450"/>
                  <a:gd name="T65" fmla="*/ 33338 h 37"/>
                  <a:gd name="T66" fmla="*/ 661988 w 450"/>
                  <a:gd name="T67" fmla="*/ 36513 h 37"/>
                  <a:gd name="T68" fmla="*/ 612775 w 450"/>
                  <a:gd name="T69" fmla="*/ 46038 h 37"/>
                  <a:gd name="T70" fmla="*/ 557213 w 450"/>
                  <a:gd name="T71" fmla="*/ 50800 h 37"/>
                  <a:gd name="T72" fmla="*/ 493713 w 450"/>
                  <a:gd name="T73" fmla="*/ 53975 h 37"/>
                  <a:gd name="T74" fmla="*/ 431800 w 450"/>
                  <a:gd name="T75" fmla="*/ 58738 h 37"/>
                  <a:gd name="T76" fmla="*/ 328613 w 450"/>
                  <a:gd name="T77" fmla="*/ 58738 h 37"/>
                  <a:gd name="T78" fmla="*/ 328613 w 450"/>
                  <a:gd name="T79" fmla="*/ 58738 h 37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450" h="37">
                    <a:moveTo>
                      <a:pt x="207" y="37"/>
                    </a:moveTo>
                    <a:lnTo>
                      <a:pt x="207" y="37"/>
                    </a:lnTo>
                    <a:lnTo>
                      <a:pt x="149" y="37"/>
                    </a:lnTo>
                    <a:lnTo>
                      <a:pt x="115" y="34"/>
                    </a:lnTo>
                    <a:lnTo>
                      <a:pt x="83" y="32"/>
                    </a:lnTo>
                    <a:lnTo>
                      <a:pt x="53" y="29"/>
                    </a:lnTo>
                    <a:lnTo>
                      <a:pt x="27" y="23"/>
                    </a:lnTo>
                    <a:lnTo>
                      <a:pt x="18" y="21"/>
                    </a:lnTo>
                    <a:lnTo>
                      <a:pt x="9" y="18"/>
                    </a:lnTo>
                    <a:lnTo>
                      <a:pt x="5" y="15"/>
                    </a:lnTo>
                    <a:lnTo>
                      <a:pt x="3" y="11"/>
                    </a:lnTo>
                    <a:lnTo>
                      <a:pt x="0" y="2"/>
                    </a:lnTo>
                    <a:lnTo>
                      <a:pt x="19" y="7"/>
                    </a:lnTo>
                    <a:lnTo>
                      <a:pt x="42" y="10"/>
                    </a:lnTo>
                    <a:lnTo>
                      <a:pt x="69" y="14"/>
                    </a:lnTo>
                    <a:lnTo>
                      <a:pt x="97" y="15"/>
                    </a:lnTo>
                    <a:lnTo>
                      <a:pt x="156" y="19"/>
                    </a:lnTo>
                    <a:lnTo>
                      <a:pt x="206" y="19"/>
                    </a:lnTo>
                    <a:lnTo>
                      <a:pt x="263" y="18"/>
                    </a:lnTo>
                    <a:lnTo>
                      <a:pt x="332" y="15"/>
                    </a:lnTo>
                    <a:lnTo>
                      <a:pt x="367" y="13"/>
                    </a:lnTo>
                    <a:lnTo>
                      <a:pt x="399" y="10"/>
                    </a:lnTo>
                    <a:lnTo>
                      <a:pt x="428" y="6"/>
                    </a:lnTo>
                    <a:lnTo>
                      <a:pt x="450" y="0"/>
                    </a:lnTo>
                    <a:lnTo>
                      <a:pt x="447" y="11"/>
                    </a:lnTo>
                    <a:lnTo>
                      <a:pt x="444" y="15"/>
                    </a:lnTo>
                    <a:lnTo>
                      <a:pt x="437" y="18"/>
                    </a:lnTo>
                    <a:lnTo>
                      <a:pt x="429" y="21"/>
                    </a:lnTo>
                    <a:lnTo>
                      <a:pt x="417" y="23"/>
                    </a:lnTo>
                    <a:lnTo>
                      <a:pt x="386" y="29"/>
                    </a:lnTo>
                    <a:lnTo>
                      <a:pt x="351" y="32"/>
                    </a:lnTo>
                    <a:lnTo>
                      <a:pt x="311" y="34"/>
                    </a:lnTo>
                    <a:lnTo>
                      <a:pt x="272" y="37"/>
                    </a:lnTo>
                    <a:lnTo>
                      <a:pt x="207" y="37"/>
                    </a:lnTo>
                    <a:close/>
                  </a:path>
                </a:pathLst>
              </a:custGeom>
              <a:solidFill>
                <a:srgbClr val="4B4B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0" name="ïṣḻiḑé">
                <a:extLst>
                  <a:ext uri="{FF2B5EF4-FFF2-40B4-BE49-F238E27FC236}">
                    <a16:creationId xmlns:a16="http://schemas.microsoft.com/office/drawing/2014/main" id="{2731930E-1AEB-7DDB-9073-ABB665426C67}"/>
                  </a:ext>
                </a:extLst>
              </p:cNvPr>
              <p:cNvSpPr/>
              <p:nvPr/>
            </p:nvSpPr>
            <p:spPr bwMode="auto">
              <a:xfrm>
                <a:off x="1806872" y="5137382"/>
                <a:ext cx="1180525" cy="87500"/>
              </a:xfrm>
              <a:custGeom>
                <a:avLst/>
                <a:gdLst>
                  <a:gd name="T0" fmla="*/ 31750 w 823"/>
                  <a:gd name="T1" fmla="*/ 58738 h 61"/>
                  <a:gd name="T2" fmla="*/ 1250950 w 823"/>
                  <a:gd name="T3" fmla="*/ 0 h 61"/>
                  <a:gd name="T4" fmla="*/ 1250950 w 823"/>
                  <a:gd name="T5" fmla="*/ 0 h 61"/>
                  <a:gd name="T6" fmla="*/ 1250950 w 823"/>
                  <a:gd name="T7" fmla="*/ 6350 h 61"/>
                  <a:gd name="T8" fmla="*/ 1255713 w 823"/>
                  <a:gd name="T9" fmla="*/ 11113 h 61"/>
                  <a:gd name="T10" fmla="*/ 1262063 w 823"/>
                  <a:gd name="T11" fmla="*/ 15875 h 61"/>
                  <a:gd name="T12" fmla="*/ 1276350 w 823"/>
                  <a:gd name="T13" fmla="*/ 19050 h 61"/>
                  <a:gd name="T14" fmla="*/ 1276350 w 823"/>
                  <a:gd name="T15" fmla="*/ 19050 h 61"/>
                  <a:gd name="T16" fmla="*/ 1285875 w 823"/>
                  <a:gd name="T17" fmla="*/ 23813 h 61"/>
                  <a:gd name="T18" fmla="*/ 1295400 w 823"/>
                  <a:gd name="T19" fmla="*/ 25400 h 61"/>
                  <a:gd name="T20" fmla="*/ 1301750 w 823"/>
                  <a:gd name="T21" fmla="*/ 30163 h 61"/>
                  <a:gd name="T22" fmla="*/ 1306513 w 823"/>
                  <a:gd name="T23" fmla="*/ 36513 h 61"/>
                  <a:gd name="T24" fmla="*/ 0 w 823"/>
                  <a:gd name="T25" fmla="*/ 96838 h 61"/>
                  <a:gd name="T26" fmla="*/ 0 w 823"/>
                  <a:gd name="T27" fmla="*/ 96838 h 61"/>
                  <a:gd name="T28" fmla="*/ 12700 w 823"/>
                  <a:gd name="T29" fmla="*/ 92075 h 61"/>
                  <a:gd name="T30" fmla="*/ 12700 w 823"/>
                  <a:gd name="T31" fmla="*/ 92075 h 61"/>
                  <a:gd name="T32" fmla="*/ 23813 w 823"/>
                  <a:gd name="T33" fmla="*/ 90488 h 61"/>
                  <a:gd name="T34" fmla="*/ 31750 w 823"/>
                  <a:gd name="T35" fmla="*/ 85725 h 61"/>
                  <a:gd name="T36" fmla="*/ 36513 w 823"/>
                  <a:gd name="T37" fmla="*/ 82550 h 61"/>
                  <a:gd name="T38" fmla="*/ 38100 w 823"/>
                  <a:gd name="T39" fmla="*/ 77788 h 61"/>
                  <a:gd name="T40" fmla="*/ 38100 w 823"/>
                  <a:gd name="T41" fmla="*/ 73025 h 61"/>
                  <a:gd name="T42" fmla="*/ 36513 w 823"/>
                  <a:gd name="T43" fmla="*/ 68263 h 61"/>
                  <a:gd name="T44" fmla="*/ 31750 w 823"/>
                  <a:gd name="T45" fmla="*/ 58738 h 61"/>
                  <a:gd name="T46" fmla="*/ 31750 w 823"/>
                  <a:gd name="T47" fmla="*/ 58738 h 61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823" h="61">
                    <a:moveTo>
                      <a:pt x="20" y="37"/>
                    </a:moveTo>
                    <a:lnTo>
                      <a:pt x="788" y="0"/>
                    </a:lnTo>
                    <a:lnTo>
                      <a:pt x="788" y="4"/>
                    </a:lnTo>
                    <a:lnTo>
                      <a:pt x="791" y="7"/>
                    </a:lnTo>
                    <a:lnTo>
                      <a:pt x="795" y="10"/>
                    </a:lnTo>
                    <a:lnTo>
                      <a:pt x="804" y="12"/>
                    </a:lnTo>
                    <a:lnTo>
                      <a:pt x="810" y="15"/>
                    </a:lnTo>
                    <a:lnTo>
                      <a:pt x="816" y="16"/>
                    </a:lnTo>
                    <a:lnTo>
                      <a:pt x="820" y="19"/>
                    </a:lnTo>
                    <a:lnTo>
                      <a:pt x="823" y="23"/>
                    </a:lnTo>
                    <a:lnTo>
                      <a:pt x="0" y="61"/>
                    </a:lnTo>
                    <a:lnTo>
                      <a:pt x="8" y="58"/>
                    </a:lnTo>
                    <a:lnTo>
                      <a:pt x="15" y="57"/>
                    </a:lnTo>
                    <a:lnTo>
                      <a:pt x="20" y="54"/>
                    </a:lnTo>
                    <a:lnTo>
                      <a:pt x="23" y="52"/>
                    </a:lnTo>
                    <a:lnTo>
                      <a:pt x="24" y="49"/>
                    </a:lnTo>
                    <a:lnTo>
                      <a:pt x="24" y="46"/>
                    </a:lnTo>
                    <a:lnTo>
                      <a:pt x="23" y="43"/>
                    </a:lnTo>
                    <a:lnTo>
                      <a:pt x="20" y="37"/>
                    </a:lnTo>
                    <a:close/>
                  </a:path>
                </a:pathLst>
              </a:custGeom>
              <a:solidFill>
                <a:srgbClr val="6C6C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1" name="íṡļïḋé">
                <a:extLst>
                  <a:ext uri="{FF2B5EF4-FFF2-40B4-BE49-F238E27FC236}">
                    <a16:creationId xmlns:a16="http://schemas.microsoft.com/office/drawing/2014/main" id="{35B87541-D87B-2250-FCF1-DEBE5619B586}"/>
                  </a:ext>
                </a:extLst>
              </p:cNvPr>
              <p:cNvSpPr/>
              <p:nvPr/>
            </p:nvSpPr>
            <p:spPr bwMode="auto">
              <a:xfrm>
                <a:off x="1785356" y="5039842"/>
                <a:ext cx="1197738" cy="90369"/>
              </a:xfrm>
              <a:custGeom>
                <a:avLst/>
                <a:gdLst>
                  <a:gd name="T0" fmla="*/ 0 w 835"/>
                  <a:gd name="T1" fmla="*/ 63500 h 63"/>
                  <a:gd name="T2" fmla="*/ 1325563 w 835"/>
                  <a:gd name="T3" fmla="*/ 0 h 63"/>
                  <a:gd name="T4" fmla="*/ 1325563 w 835"/>
                  <a:gd name="T5" fmla="*/ 0 h 63"/>
                  <a:gd name="T6" fmla="*/ 1316038 w 835"/>
                  <a:gd name="T7" fmla="*/ 9525 h 63"/>
                  <a:gd name="T8" fmla="*/ 1303338 w 835"/>
                  <a:gd name="T9" fmla="*/ 14288 h 63"/>
                  <a:gd name="T10" fmla="*/ 1289050 w 835"/>
                  <a:gd name="T11" fmla="*/ 17463 h 63"/>
                  <a:gd name="T12" fmla="*/ 1279525 w 835"/>
                  <a:gd name="T13" fmla="*/ 17463 h 63"/>
                  <a:gd name="T14" fmla="*/ 1279525 w 835"/>
                  <a:gd name="T15" fmla="*/ 17463 h 63"/>
                  <a:gd name="T16" fmla="*/ 1270000 w 835"/>
                  <a:gd name="T17" fmla="*/ 20638 h 63"/>
                  <a:gd name="T18" fmla="*/ 1270000 w 835"/>
                  <a:gd name="T19" fmla="*/ 22225 h 63"/>
                  <a:gd name="T20" fmla="*/ 1270000 w 835"/>
                  <a:gd name="T21" fmla="*/ 26988 h 63"/>
                  <a:gd name="T22" fmla="*/ 1273175 w 835"/>
                  <a:gd name="T23" fmla="*/ 33338 h 63"/>
                  <a:gd name="T24" fmla="*/ 1276350 w 835"/>
                  <a:gd name="T25" fmla="*/ 41275 h 63"/>
                  <a:gd name="T26" fmla="*/ 66675 w 835"/>
                  <a:gd name="T27" fmla="*/ 100013 h 63"/>
                  <a:gd name="T28" fmla="*/ 66675 w 835"/>
                  <a:gd name="T29" fmla="*/ 100013 h 63"/>
                  <a:gd name="T30" fmla="*/ 66675 w 835"/>
                  <a:gd name="T31" fmla="*/ 95250 h 63"/>
                  <a:gd name="T32" fmla="*/ 65088 w 835"/>
                  <a:gd name="T33" fmla="*/ 95250 h 63"/>
                  <a:gd name="T34" fmla="*/ 57150 w 835"/>
                  <a:gd name="T35" fmla="*/ 93663 h 63"/>
                  <a:gd name="T36" fmla="*/ 57150 w 835"/>
                  <a:gd name="T37" fmla="*/ 93663 h 63"/>
                  <a:gd name="T38" fmla="*/ 42863 w 835"/>
                  <a:gd name="T39" fmla="*/ 90488 h 63"/>
                  <a:gd name="T40" fmla="*/ 25400 w 835"/>
                  <a:gd name="T41" fmla="*/ 84138 h 63"/>
                  <a:gd name="T42" fmla="*/ 11113 w 835"/>
                  <a:gd name="T43" fmla="*/ 76200 h 63"/>
                  <a:gd name="T44" fmla="*/ 4763 w 835"/>
                  <a:gd name="T45" fmla="*/ 69850 h 63"/>
                  <a:gd name="T46" fmla="*/ 0 w 835"/>
                  <a:gd name="T47" fmla="*/ 63500 h 63"/>
                  <a:gd name="T48" fmla="*/ 0 w 835"/>
                  <a:gd name="T49" fmla="*/ 63500 h 63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835" h="63">
                    <a:moveTo>
                      <a:pt x="0" y="40"/>
                    </a:moveTo>
                    <a:lnTo>
                      <a:pt x="835" y="0"/>
                    </a:lnTo>
                    <a:lnTo>
                      <a:pt x="829" y="6"/>
                    </a:lnTo>
                    <a:lnTo>
                      <a:pt x="821" y="9"/>
                    </a:lnTo>
                    <a:lnTo>
                      <a:pt x="812" y="11"/>
                    </a:lnTo>
                    <a:lnTo>
                      <a:pt x="806" y="11"/>
                    </a:lnTo>
                    <a:lnTo>
                      <a:pt x="800" y="13"/>
                    </a:lnTo>
                    <a:lnTo>
                      <a:pt x="800" y="14"/>
                    </a:lnTo>
                    <a:lnTo>
                      <a:pt x="800" y="17"/>
                    </a:lnTo>
                    <a:lnTo>
                      <a:pt x="802" y="21"/>
                    </a:lnTo>
                    <a:lnTo>
                      <a:pt x="804" y="26"/>
                    </a:lnTo>
                    <a:lnTo>
                      <a:pt x="42" y="63"/>
                    </a:lnTo>
                    <a:lnTo>
                      <a:pt x="42" y="60"/>
                    </a:lnTo>
                    <a:lnTo>
                      <a:pt x="41" y="60"/>
                    </a:lnTo>
                    <a:lnTo>
                      <a:pt x="36" y="59"/>
                    </a:lnTo>
                    <a:lnTo>
                      <a:pt x="27" y="57"/>
                    </a:lnTo>
                    <a:lnTo>
                      <a:pt x="16" y="53"/>
                    </a:lnTo>
                    <a:lnTo>
                      <a:pt x="7" y="48"/>
                    </a:lnTo>
                    <a:lnTo>
                      <a:pt x="3" y="44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rgbClr val="6C6C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2" name="ï$ḷîďé">
                <a:extLst>
                  <a:ext uri="{FF2B5EF4-FFF2-40B4-BE49-F238E27FC236}">
                    <a16:creationId xmlns:a16="http://schemas.microsoft.com/office/drawing/2014/main" id="{F2F691A5-4BB6-A7DA-00C1-0D45506CA910}"/>
                  </a:ext>
                </a:extLst>
              </p:cNvPr>
              <p:cNvSpPr/>
              <p:nvPr/>
            </p:nvSpPr>
            <p:spPr bwMode="auto">
              <a:xfrm>
                <a:off x="1809741" y="5217710"/>
                <a:ext cx="1146099" cy="87500"/>
              </a:xfrm>
              <a:custGeom>
                <a:avLst/>
                <a:gdLst>
                  <a:gd name="T0" fmla="*/ 0 w 799"/>
                  <a:gd name="T1" fmla="*/ 57150 h 61"/>
                  <a:gd name="T2" fmla="*/ 1262063 w 799"/>
                  <a:gd name="T3" fmla="*/ 0 h 61"/>
                  <a:gd name="T4" fmla="*/ 1262063 w 799"/>
                  <a:gd name="T5" fmla="*/ 0 h 61"/>
                  <a:gd name="T6" fmla="*/ 1260475 w 799"/>
                  <a:gd name="T7" fmla="*/ 6350 h 61"/>
                  <a:gd name="T8" fmla="*/ 1262063 w 799"/>
                  <a:gd name="T9" fmla="*/ 15875 h 61"/>
                  <a:gd name="T10" fmla="*/ 1268413 w 799"/>
                  <a:gd name="T11" fmla="*/ 36513 h 61"/>
                  <a:gd name="T12" fmla="*/ 17463 w 799"/>
                  <a:gd name="T13" fmla="*/ 96838 h 61"/>
                  <a:gd name="T14" fmla="*/ 17463 w 799"/>
                  <a:gd name="T15" fmla="*/ 96838 h 61"/>
                  <a:gd name="T16" fmla="*/ 20638 w 799"/>
                  <a:gd name="T17" fmla="*/ 82550 h 61"/>
                  <a:gd name="T18" fmla="*/ 20638 w 799"/>
                  <a:gd name="T19" fmla="*/ 73025 h 61"/>
                  <a:gd name="T20" fmla="*/ 17463 w 799"/>
                  <a:gd name="T21" fmla="*/ 68263 h 61"/>
                  <a:gd name="T22" fmla="*/ 15875 w 799"/>
                  <a:gd name="T23" fmla="*/ 63500 h 61"/>
                  <a:gd name="T24" fmla="*/ 9525 w 799"/>
                  <a:gd name="T25" fmla="*/ 61913 h 61"/>
                  <a:gd name="T26" fmla="*/ 0 w 799"/>
                  <a:gd name="T27" fmla="*/ 57150 h 61"/>
                  <a:gd name="T28" fmla="*/ 0 w 799"/>
                  <a:gd name="T29" fmla="*/ 57150 h 6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799" h="61">
                    <a:moveTo>
                      <a:pt x="0" y="36"/>
                    </a:moveTo>
                    <a:lnTo>
                      <a:pt x="795" y="0"/>
                    </a:lnTo>
                    <a:lnTo>
                      <a:pt x="794" y="4"/>
                    </a:lnTo>
                    <a:lnTo>
                      <a:pt x="795" y="10"/>
                    </a:lnTo>
                    <a:lnTo>
                      <a:pt x="799" y="23"/>
                    </a:lnTo>
                    <a:lnTo>
                      <a:pt x="11" y="61"/>
                    </a:lnTo>
                    <a:lnTo>
                      <a:pt x="13" y="52"/>
                    </a:lnTo>
                    <a:lnTo>
                      <a:pt x="13" y="46"/>
                    </a:lnTo>
                    <a:lnTo>
                      <a:pt x="11" y="43"/>
                    </a:lnTo>
                    <a:lnTo>
                      <a:pt x="10" y="40"/>
                    </a:lnTo>
                    <a:lnTo>
                      <a:pt x="6" y="39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6C6C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3" name="îşlídé">
                <a:extLst>
                  <a:ext uri="{FF2B5EF4-FFF2-40B4-BE49-F238E27FC236}">
                    <a16:creationId xmlns:a16="http://schemas.microsoft.com/office/drawing/2014/main" id="{E7B19922-02B4-CC6C-2B43-278856FD0C09}"/>
                  </a:ext>
                </a:extLst>
              </p:cNvPr>
              <p:cNvSpPr/>
              <p:nvPr/>
            </p:nvSpPr>
            <p:spPr bwMode="auto">
              <a:xfrm>
                <a:off x="1819782" y="5295168"/>
                <a:ext cx="1161877" cy="87500"/>
              </a:xfrm>
              <a:custGeom>
                <a:avLst/>
                <a:gdLst>
                  <a:gd name="T0" fmla="*/ 4763 w 810"/>
                  <a:gd name="T1" fmla="*/ 57150 h 61"/>
                  <a:gd name="T2" fmla="*/ 1250950 w 810"/>
                  <a:gd name="T3" fmla="*/ 0 h 61"/>
                  <a:gd name="T4" fmla="*/ 1250950 w 810"/>
                  <a:gd name="T5" fmla="*/ 0 h 61"/>
                  <a:gd name="T6" fmla="*/ 1250950 w 810"/>
                  <a:gd name="T7" fmla="*/ 7938 h 61"/>
                  <a:gd name="T8" fmla="*/ 1254125 w 810"/>
                  <a:gd name="T9" fmla="*/ 17463 h 61"/>
                  <a:gd name="T10" fmla="*/ 1262063 w 810"/>
                  <a:gd name="T11" fmla="*/ 25400 h 61"/>
                  <a:gd name="T12" fmla="*/ 1274763 w 810"/>
                  <a:gd name="T13" fmla="*/ 31750 h 61"/>
                  <a:gd name="T14" fmla="*/ 1274763 w 810"/>
                  <a:gd name="T15" fmla="*/ 31750 h 61"/>
                  <a:gd name="T16" fmla="*/ 1285875 w 810"/>
                  <a:gd name="T17" fmla="*/ 36513 h 61"/>
                  <a:gd name="T18" fmla="*/ 0 w 810"/>
                  <a:gd name="T19" fmla="*/ 96838 h 61"/>
                  <a:gd name="T20" fmla="*/ 0 w 810"/>
                  <a:gd name="T21" fmla="*/ 96838 h 61"/>
                  <a:gd name="T22" fmla="*/ 6350 w 810"/>
                  <a:gd name="T23" fmla="*/ 87313 h 61"/>
                  <a:gd name="T24" fmla="*/ 9525 w 810"/>
                  <a:gd name="T25" fmla="*/ 79375 h 61"/>
                  <a:gd name="T26" fmla="*/ 6350 w 810"/>
                  <a:gd name="T27" fmla="*/ 68263 h 61"/>
                  <a:gd name="T28" fmla="*/ 4763 w 810"/>
                  <a:gd name="T29" fmla="*/ 57150 h 61"/>
                  <a:gd name="T30" fmla="*/ 4763 w 810"/>
                  <a:gd name="T31" fmla="*/ 57150 h 61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810" h="61">
                    <a:moveTo>
                      <a:pt x="3" y="36"/>
                    </a:moveTo>
                    <a:lnTo>
                      <a:pt x="788" y="0"/>
                    </a:lnTo>
                    <a:lnTo>
                      <a:pt x="788" y="5"/>
                    </a:lnTo>
                    <a:lnTo>
                      <a:pt x="790" y="11"/>
                    </a:lnTo>
                    <a:lnTo>
                      <a:pt x="795" y="16"/>
                    </a:lnTo>
                    <a:lnTo>
                      <a:pt x="803" y="20"/>
                    </a:lnTo>
                    <a:lnTo>
                      <a:pt x="810" y="23"/>
                    </a:lnTo>
                    <a:lnTo>
                      <a:pt x="0" y="61"/>
                    </a:lnTo>
                    <a:lnTo>
                      <a:pt x="4" y="55"/>
                    </a:lnTo>
                    <a:lnTo>
                      <a:pt x="6" y="50"/>
                    </a:lnTo>
                    <a:lnTo>
                      <a:pt x="4" y="43"/>
                    </a:lnTo>
                    <a:lnTo>
                      <a:pt x="3" y="36"/>
                    </a:lnTo>
                    <a:close/>
                  </a:path>
                </a:pathLst>
              </a:custGeom>
              <a:solidFill>
                <a:srgbClr val="6C6C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4" name="îsḻíďé">
                <a:extLst>
                  <a:ext uri="{FF2B5EF4-FFF2-40B4-BE49-F238E27FC236}">
                    <a16:creationId xmlns:a16="http://schemas.microsoft.com/office/drawing/2014/main" id="{220380F6-0ED3-0360-BC1C-541E984BCCA8}"/>
                  </a:ext>
                </a:extLst>
              </p:cNvPr>
              <p:cNvSpPr/>
              <p:nvPr/>
            </p:nvSpPr>
            <p:spPr bwMode="auto">
              <a:xfrm>
                <a:off x="1812610" y="5384102"/>
                <a:ext cx="1140361" cy="87500"/>
              </a:xfrm>
              <a:custGeom>
                <a:avLst/>
                <a:gdLst>
                  <a:gd name="T0" fmla="*/ 0 w 795"/>
                  <a:gd name="T1" fmla="*/ 60325 h 61"/>
                  <a:gd name="T2" fmla="*/ 1250950 w 795"/>
                  <a:gd name="T3" fmla="*/ 0 h 61"/>
                  <a:gd name="T4" fmla="*/ 1250950 w 795"/>
                  <a:gd name="T5" fmla="*/ 0 h 61"/>
                  <a:gd name="T6" fmla="*/ 1257300 w 795"/>
                  <a:gd name="T7" fmla="*/ 12700 h 61"/>
                  <a:gd name="T8" fmla="*/ 1262063 w 795"/>
                  <a:gd name="T9" fmla="*/ 23813 h 61"/>
                  <a:gd name="T10" fmla="*/ 1262063 w 795"/>
                  <a:gd name="T11" fmla="*/ 34925 h 61"/>
                  <a:gd name="T12" fmla="*/ 1262063 w 795"/>
                  <a:gd name="T13" fmla="*/ 34925 h 61"/>
                  <a:gd name="T14" fmla="*/ 1262063 w 795"/>
                  <a:gd name="T15" fmla="*/ 38100 h 61"/>
                  <a:gd name="T16" fmla="*/ 14288 w 795"/>
                  <a:gd name="T17" fmla="*/ 96838 h 61"/>
                  <a:gd name="T18" fmla="*/ 14288 w 795"/>
                  <a:gd name="T19" fmla="*/ 96838 h 61"/>
                  <a:gd name="T20" fmla="*/ 17463 w 795"/>
                  <a:gd name="T21" fmla="*/ 88900 h 61"/>
                  <a:gd name="T22" fmla="*/ 20638 w 795"/>
                  <a:gd name="T23" fmla="*/ 79375 h 61"/>
                  <a:gd name="T24" fmla="*/ 26988 w 795"/>
                  <a:gd name="T25" fmla="*/ 68263 h 61"/>
                  <a:gd name="T26" fmla="*/ 26988 w 795"/>
                  <a:gd name="T27" fmla="*/ 65088 h 61"/>
                  <a:gd name="T28" fmla="*/ 23813 w 795"/>
                  <a:gd name="T29" fmla="*/ 61913 h 61"/>
                  <a:gd name="T30" fmla="*/ 14288 w 795"/>
                  <a:gd name="T31" fmla="*/ 60325 h 61"/>
                  <a:gd name="T32" fmla="*/ 0 w 795"/>
                  <a:gd name="T33" fmla="*/ 60325 h 61"/>
                  <a:gd name="T34" fmla="*/ 0 w 795"/>
                  <a:gd name="T35" fmla="*/ 60325 h 6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795" h="61">
                    <a:moveTo>
                      <a:pt x="0" y="38"/>
                    </a:moveTo>
                    <a:lnTo>
                      <a:pt x="788" y="0"/>
                    </a:lnTo>
                    <a:lnTo>
                      <a:pt x="792" y="8"/>
                    </a:lnTo>
                    <a:lnTo>
                      <a:pt x="795" y="15"/>
                    </a:lnTo>
                    <a:lnTo>
                      <a:pt x="795" y="22"/>
                    </a:lnTo>
                    <a:lnTo>
                      <a:pt x="795" y="24"/>
                    </a:lnTo>
                    <a:lnTo>
                      <a:pt x="9" y="61"/>
                    </a:lnTo>
                    <a:lnTo>
                      <a:pt x="11" y="56"/>
                    </a:lnTo>
                    <a:lnTo>
                      <a:pt x="13" y="50"/>
                    </a:lnTo>
                    <a:lnTo>
                      <a:pt x="17" y="43"/>
                    </a:lnTo>
                    <a:lnTo>
                      <a:pt x="17" y="41"/>
                    </a:lnTo>
                    <a:lnTo>
                      <a:pt x="15" y="39"/>
                    </a:lnTo>
                    <a:lnTo>
                      <a:pt x="9" y="38"/>
                    </a:lnTo>
                    <a:lnTo>
                      <a:pt x="0" y="38"/>
                    </a:lnTo>
                    <a:close/>
                  </a:path>
                </a:pathLst>
              </a:custGeom>
              <a:solidFill>
                <a:srgbClr val="6C6C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6" name="í$ḷíḍé">
                <a:extLst>
                  <a:ext uri="{FF2B5EF4-FFF2-40B4-BE49-F238E27FC236}">
                    <a16:creationId xmlns:a16="http://schemas.microsoft.com/office/drawing/2014/main" id="{D808178A-5B83-78C3-06D4-559C07F74CC0}"/>
                  </a:ext>
                </a:extLst>
              </p:cNvPr>
              <p:cNvSpPr/>
              <p:nvPr/>
            </p:nvSpPr>
            <p:spPr bwMode="auto">
              <a:xfrm>
                <a:off x="1808306" y="5465863"/>
                <a:ext cx="1180525" cy="87500"/>
              </a:xfrm>
              <a:custGeom>
                <a:avLst/>
                <a:gdLst>
                  <a:gd name="T0" fmla="*/ 23813 w 823"/>
                  <a:gd name="T1" fmla="*/ 57150 h 61"/>
                  <a:gd name="T2" fmla="*/ 1260475 w 823"/>
                  <a:gd name="T3" fmla="*/ 0 h 61"/>
                  <a:gd name="T4" fmla="*/ 1260475 w 823"/>
                  <a:gd name="T5" fmla="*/ 0 h 61"/>
                  <a:gd name="T6" fmla="*/ 1260475 w 823"/>
                  <a:gd name="T7" fmla="*/ 6350 h 61"/>
                  <a:gd name="T8" fmla="*/ 1263650 w 823"/>
                  <a:gd name="T9" fmla="*/ 11113 h 61"/>
                  <a:gd name="T10" fmla="*/ 1270000 w 823"/>
                  <a:gd name="T11" fmla="*/ 17463 h 61"/>
                  <a:gd name="T12" fmla="*/ 1281113 w 823"/>
                  <a:gd name="T13" fmla="*/ 20638 h 61"/>
                  <a:gd name="T14" fmla="*/ 1281113 w 823"/>
                  <a:gd name="T15" fmla="*/ 20638 h 61"/>
                  <a:gd name="T16" fmla="*/ 1296988 w 823"/>
                  <a:gd name="T17" fmla="*/ 28575 h 61"/>
                  <a:gd name="T18" fmla="*/ 1306513 w 823"/>
                  <a:gd name="T19" fmla="*/ 34925 h 61"/>
                  <a:gd name="T20" fmla="*/ 0 w 823"/>
                  <a:gd name="T21" fmla="*/ 96838 h 61"/>
                  <a:gd name="T22" fmla="*/ 0 w 823"/>
                  <a:gd name="T23" fmla="*/ 96838 h 61"/>
                  <a:gd name="T24" fmla="*/ 4763 w 823"/>
                  <a:gd name="T25" fmla="*/ 93663 h 61"/>
                  <a:gd name="T26" fmla="*/ 4763 w 823"/>
                  <a:gd name="T27" fmla="*/ 93663 h 61"/>
                  <a:gd name="T28" fmla="*/ 17463 w 823"/>
                  <a:gd name="T29" fmla="*/ 87313 h 61"/>
                  <a:gd name="T30" fmla="*/ 22225 w 823"/>
                  <a:gd name="T31" fmla="*/ 84138 h 61"/>
                  <a:gd name="T32" fmla="*/ 23813 w 823"/>
                  <a:gd name="T33" fmla="*/ 79375 h 61"/>
                  <a:gd name="T34" fmla="*/ 25400 w 823"/>
                  <a:gd name="T35" fmla="*/ 68263 h 61"/>
                  <a:gd name="T36" fmla="*/ 23813 w 823"/>
                  <a:gd name="T37" fmla="*/ 57150 h 61"/>
                  <a:gd name="T38" fmla="*/ 23813 w 823"/>
                  <a:gd name="T39" fmla="*/ 57150 h 61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823" h="61">
                    <a:moveTo>
                      <a:pt x="15" y="36"/>
                    </a:moveTo>
                    <a:lnTo>
                      <a:pt x="794" y="0"/>
                    </a:lnTo>
                    <a:lnTo>
                      <a:pt x="794" y="4"/>
                    </a:lnTo>
                    <a:lnTo>
                      <a:pt x="796" y="7"/>
                    </a:lnTo>
                    <a:lnTo>
                      <a:pt x="800" y="11"/>
                    </a:lnTo>
                    <a:lnTo>
                      <a:pt x="807" y="13"/>
                    </a:lnTo>
                    <a:lnTo>
                      <a:pt x="817" y="18"/>
                    </a:lnTo>
                    <a:lnTo>
                      <a:pt x="823" y="22"/>
                    </a:lnTo>
                    <a:lnTo>
                      <a:pt x="0" y="61"/>
                    </a:lnTo>
                    <a:lnTo>
                      <a:pt x="3" y="59"/>
                    </a:lnTo>
                    <a:lnTo>
                      <a:pt x="11" y="55"/>
                    </a:lnTo>
                    <a:lnTo>
                      <a:pt x="14" y="53"/>
                    </a:lnTo>
                    <a:lnTo>
                      <a:pt x="15" y="50"/>
                    </a:lnTo>
                    <a:lnTo>
                      <a:pt x="16" y="43"/>
                    </a:lnTo>
                    <a:lnTo>
                      <a:pt x="15" y="36"/>
                    </a:lnTo>
                    <a:close/>
                  </a:path>
                </a:pathLst>
              </a:custGeom>
              <a:solidFill>
                <a:srgbClr val="6C6C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7" name="íṩ1ídê">
                <a:extLst>
                  <a:ext uri="{FF2B5EF4-FFF2-40B4-BE49-F238E27FC236}">
                    <a16:creationId xmlns:a16="http://schemas.microsoft.com/office/drawing/2014/main" id="{71DB8764-483B-29C5-2DA5-CE673C95586F}"/>
                  </a:ext>
                </a:extLst>
              </p:cNvPr>
              <p:cNvSpPr/>
              <p:nvPr/>
            </p:nvSpPr>
            <p:spPr bwMode="auto">
              <a:xfrm>
                <a:off x="1819782" y="5549059"/>
                <a:ext cx="1130320" cy="87500"/>
              </a:xfrm>
              <a:custGeom>
                <a:avLst/>
                <a:gdLst>
                  <a:gd name="T0" fmla="*/ 0 w 788"/>
                  <a:gd name="T1" fmla="*/ 58738 h 61"/>
                  <a:gd name="T2" fmla="*/ 1247775 w 788"/>
                  <a:gd name="T3" fmla="*/ 0 h 61"/>
                  <a:gd name="T4" fmla="*/ 1247775 w 788"/>
                  <a:gd name="T5" fmla="*/ 0 h 61"/>
                  <a:gd name="T6" fmla="*/ 1244600 w 788"/>
                  <a:gd name="T7" fmla="*/ 9525 h 61"/>
                  <a:gd name="T8" fmla="*/ 1247775 w 788"/>
                  <a:gd name="T9" fmla="*/ 17463 h 61"/>
                  <a:gd name="T10" fmla="*/ 1250950 w 788"/>
                  <a:gd name="T11" fmla="*/ 39688 h 61"/>
                  <a:gd name="T12" fmla="*/ 11113 w 788"/>
                  <a:gd name="T13" fmla="*/ 96838 h 61"/>
                  <a:gd name="T14" fmla="*/ 11113 w 788"/>
                  <a:gd name="T15" fmla="*/ 96838 h 61"/>
                  <a:gd name="T16" fmla="*/ 12700 w 788"/>
                  <a:gd name="T17" fmla="*/ 85725 h 61"/>
                  <a:gd name="T18" fmla="*/ 12700 w 788"/>
                  <a:gd name="T19" fmla="*/ 76200 h 61"/>
                  <a:gd name="T20" fmla="*/ 9525 w 788"/>
                  <a:gd name="T21" fmla="*/ 66675 h 61"/>
                  <a:gd name="T22" fmla="*/ 0 w 788"/>
                  <a:gd name="T23" fmla="*/ 58738 h 61"/>
                  <a:gd name="T24" fmla="*/ 0 w 788"/>
                  <a:gd name="T25" fmla="*/ 58738 h 6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788" h="61">
                    <a:moveTo>
                      <a:pt x="0" y="37"/>
                    </a:moveTo>
                    <a:lnTo>
                      <a:pt x="786" y="0"/>
                    </a:lnTo>
                    <a:lnTo>
                      <a:pt x="784" y="6"/>
                    </a:lnTo>
                    <a:lnTo>
                      <a:pt x="786" y="11"/>
                    </a:lnTo>
                    <a:lnTo>
                      <a:pt x="788" y="25"/>
                    </a:lnTo>
                    <a:lnTo>
                      <a:pt x="7" y="61"/>
                    </a:lnTo>
                    <a:lnTo>
                      <a:pt x="8" y="54"/>
                    </a:lnTo>
                    <a:lnTo>
                      <a:pt x="8" y="48"/>
                    </a:lnTo>
                    <a:lnTo>
                      <a:pt x="6" y="42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6C6C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8" name="ïṧļîḍé">
                <a:extLst>
                  <a:ext uri="{FF2B5EF4-FFF2-40B4-BE49-F238E27FC236}">
                    <a16:creationId xmlns:a16="http://schemas.microsoft.com/office/drawing/2014/main" id="{33ABA5DD-16FE-DECB-7360-322D1A9E63E9}"/>
                  </a:ext>
                </a:extLst>
              </p:cNvPr>
              <p:cNvSpPr/>
              <p:nvPr/>
            </p:nvSpPr>
            <p:spPr bwMode="auto">
              <a:xfrm>
                <a:off x="1836995" y="5669550"/>
                <a:ext cx="1133189" cy="281146"/>
              </a:xfrm>
              <a:custGeom>
                <a:avLst/>
                <a:gdLst>
                  <a:gd name="T0" fmla="*/ 587375 w 790"/>
                  <a:gd name="T1" fmla="*/ 311150 h 196"/>
                  <a:gd name="T2" fmla="*/ 587375 w 790"/>
                  <a:gd name="T3" fmla="*/ 311150 h 196"/>
                  <a:gd name="T4" fmla="*/ 484188 w 790"/>
                  <a:gd name="T5" fmla="*/ 309563 h 196"/>
                  <a:gd name="T6" fmla="*/ 427038 w 790"/>
                  <a:gd name="T7" fmla="*/ 307975 h 196"/>
                  <a:gd name="T8" fmla="*/ 369888 w 790"/>
                  <a:gd name="T9" fmla="*/ 303213 h 196"/>
                  <a:gd name="T10" fmla="*/ 319088 w 790"/>
                  <a:gd name="T11" fmla="*/ 296863 h 196"/>
                  <a:gd name="T12" fmla="*/ 273050 w 790"/>
                  <a:gd name="T13" fmla="*/ 288925 h 196"/>
                  <a:gd name="T14" fmla="*/ 258763 w 790"/>
                  <a:gd name="T15" fmla="*/ 284163 h 196"/>
                  <a:gd name="T16" fmla="*/ 246063 w 790"/>
                  <a:gd name="T17" fmla="*/ 279400 h 196"/>
                  <a:gd name="T18" fmla="*/ 234950 w 790"/>
                  <a:gd name="T19" fmla="*/ 273050 h 196"/>
                  <a:gd name="T20" fmla="*/ 233363 w 790"/>
                  <a:gd name="T21" fmla="*/ 266700 h 196"/>
                  <a:gd name="T22" fmla="*/ 233363 w 790"/>
                  <a:gd name="T23" fmla="*/ 266700 h 196"/>
                  <a:gd name="T24" fmla="*/ 228600 w 790"/>
                  <a:gd name="T25" fmla="*/ 254000 h 196"/>
                  <a:gd name="T26" fmla="*/ 222250 w 790"/>
                  <a:gd name="T27" fmla="*/ 242888 h 196"/>
                  <a:gd name="T28" fmla="*/ 211138 w 790"/>
                  <a:gd name="T29" fmla="*/ 230188 h 196"/>
                  <a:gd name="T30" fmla="*/ 198438 w 790"/>
                  <a:gd name="T31" fmla="*/ 219075 h 196"/>
                  <a:gd name="T32" fmla="*/ 157163 w 790"/>
                  <a:gd name="T33" fmla="*/ 192088 h 196"/>
                  <a:gd name="T34" fmla="*/ 101600 w 790"/>
                  <a:gd name="T35" fmla="*/ 157163 h 196"/>
                  <a:gd name="T36" fmla="*/ 101600 w 790"/>
                  <a:gd name="T37" fmla="*/ 157163 h 196"/>
                  <a:gd name="T38" fmla="*/ 82550 w 790"/>
                  <a:gd name="T39" fmla="*/ 146050 h 196"/>
                  <a:gd name="T40" fmla="*/ 66675 w 790"/>
                  <a:gd name="T41" fmla="*/ 133350 h 196"/>
                  <a:gd name="T42" fmla="*/ 52388 w 790"/>
                  <a:gd name="T43" fmla="*/ 120650 h 196"/>
                  <a:gd name="T44" fmla="*/ 36513 w 790"/>
                  <a:gd name="T45" fmla="*/ 107950 h 196"/>
                  <a:gd name="T46" fmla="*/ 17463 w 790"/>
                  <a:gd name="T47" fmla="*/ 84138 h 196"/>
                  <a:gd name="T48" fmla="*/ 0 w 790"/>
                  <a:gd name="T49" fmla="*/ 58738 h 196"/>
                  <a:gd name="T50" fmla="*/ 1254125 w 790"/>
                  <a:gd name="T51" fmla="*/ 0 h 196"/>
                  <a:gd name="T52" fmla="*/ 1254125 w 790"/>
                  <a:gd name="T53" fmla="*/ 0 h 196"/>
                  <a:gd name="T54" fmla="*/ 1247775 w 790"/>
                  <a:gd name="T55" fmla="*/ 19050 h 196"/>
                  <a:gd name="T56" fmla="*/ 1235075 w 790"/>
                  <a:gd name="T57" fmla="*/ 38100 h 196"/>
                  <a:gd name="T58" fmla="*/ 1222375 w 790"/>
                  <a:gd name="T59" fmla="*/ 60325 h 196"/>
                  <a:gd name="T60" fmla="*/ 1206500 w 790"/>
                  <a:gd name="T61" fmla="*/ 79375 h 196"/>
                  <a:gd name="T62" fmla="*/ 1189038 w 790"/>
                  <a:gd name="T63" fmla="*/ 98425 h 196"/>
                  <a:gd name="T64" fmla="*/ 1171575 w 790"/>
                  <a:gd name="T65" fmla="*/ 120650 h 196"/>
                  <a:gd name="T66" fmla="*/ 1128713 w 790"/>
                  <a:gd name="T67" fmla="*/ 157163 h 196"/>
                  <a:gd name="T68" fmla="*/ 1128713 w 790"/>
                  <a:gd name="T69" fmla="*/ 157163 h 196"/>
                  <a:gd name="T70" fmla="*/ 1104900 w 790"/>
                  <a:gd name="T71" fmla="*/ 176213 h 196"/>
                  <a:gd name="T72" fmla="*/ 1082675 w 790"/>
                  <a:gd name="T73" fmla="*/ 193675 h 196"/>
                  <a:gd name="T74" fmla="*/ 1042988 w 790"/>
                  <a:gd name="T75" fmla="*/ 219075 h 196"/>
                  <a:gd name="T76" fmla="*/ 1025525 w 790"/>
                  <a:gd name="T77" fmla="*/ 231775 h 196"/>
                  <a:gd name="T78" fmla="*/ 1012825 w 790"/>
                  <a:gd name="T79" fmla="*/ 242888 h 196"/>
                  <a:gd name="T80" fmla="*/ 1004888 w 790"/>
                  <a:gd name="T81" fmla="*/ 254000 h 196"/>
                  <a:gd name="T82" fmla="*/ 1000125 w 790"/>
                  <a:gd name="T83" fmla="*/ 266700 h 196"/>
                  <a:gd name="T84" fmla="*/ 1000125 w 790"/>
                  <a:gd name="T85" fmla="*/ 266700 h 196"/>
                  <a:gd name="T86" fmla="*/ 998538 w 790"/>
                  <a:gd name="T87" fmla="*/ 268288 h 196"/>
                  <a:gd name="T88" fmla="*/ 995363 w 790"/>
                  <a:gd name="T89" fmla="*/ 273050 h 196"/>
                  <a:gd name="T90" fmla="*/ 985838 w 790"/>
                  <a:gd name="T91" fmla="*/ 279400 h 196"/>
                  <a:gd name="T92" fmla="*/ 968375 w 790"/>
                  <a:gd name="T93" fmla="*/ 284163 h 196"/>
                  <a:gd name="T94" fmla="*/ 949325 w 790"/>
                  <a:gd name="T95" fmla="*/ 288925 h 196"/>
                  <a:gd name="T96" fmla="*/ 895350 w 790"/>
                  <a:gd name="T97" fmla="*/ 296863 h 196"/>
                  <a:gd name="T98" fmla="*/ 833438 w 790"/>
                  <a:gd name="T99" fmla="*/ 303213 h 196"/>
                  <a:gd name="T100" fmla="*/ 766763 w 790"/>
                  <a:gd name="T101" fmla="*/ 307975 h 196"/>
                  <a:gd name="T102" fmla="*/ 696913 w 790"/>
                  <a:gd name="T103" fmla="*/ 309563 h 196"/>
                  <a:gd name="T104" fmla="*/ 587375 w 790"/>
                  <a:gd name="T105" fmla="*/ 311150 h 196"/>
                  <a:gd name="T106" fmla="*/ 587375 w 790"/>
                  <a:gd name="T107" fmla="*/ 311150 h 19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0" t="0" r="r" b="b"/>
                <a:pathLst>
                  <a:path w="790" h="196">
                    <a:moveTo>
                      <a:pt x="370" y="196"/>
                    </a:moveTo>
                    <a:lnTo>
                      <a:pt x="370" y="196"/>
                    </a:lnTo>
                    <a:lnTo>
                      <a:pt x="305" y="195"/>
                    </a:lnTo>
                    <a:lnTo>
                      <a:pt x="269" y="194"/>
                    </a:lnTo>
                    <a:lnTo>
                      <a:pt x="233" y="191"/>
                    </a:lnTo>
                    <a:lnTo>
                      <a:pt x="201" y="187"/>
                    </a:lnTo>
                    <a:lnTo>
                      <a:pt x="172" y="182"/>
                    </a:lnTo>
                    <a:lnTo>
                      <a:pt x="163" y="179"/>
                    </a:lnTo>
                    <a:lnTo>
                      <a:pt x="155" y="176"/>
                    </a:lnTo>
                    <a:lnTo>
                      <a:pt x="148" y="172"/>
                    </a:lnTo>
                    <a:lnTo>
                      <a:pt x="147" y="168"/>
                    </a:lnTo>
                    <a:lnTo>
                      <a:pt x="144" y="160"/>
                    </a:lnTo>
                    <a:lnTo>
                      <a:pt x="140" y="153"/>
                    </a:lnTo>
                    <a:lnTo>
                      <a:pt x="133" y="145"/>
                    </a:lnTo>
                    <a:lnTo>
                      <a:pt x="125" y="138"/>
                    </a:lnTo>
                    <a:lnTo>
                      <a:pt x="99" y="121"/>
                    </a:lnTo>
                    <a:lnTo>
                      <a:pt x="64" y="99"/>
                    </a:lnTo>
                    <a:lnTo>
                      <a:pt x="52" y="92"/>
                    </a:lnTo>
                    <a:lnTo>
                      <a:pt x="42" y="84"/>
                    </a:lnTo>
                    <a:lnTo>
                      <a:pt x="33" y="76"/>
                    </a:lnTo>
                    <a:lnTo>
                      <a:pt x="23" y="68"/>
                    </a:lnTo>
                    <a:lnTo>
                      <a:pt x="11" y="53"/>
                    </a:lnTo>
                    <a:lnTo>
                      <a:pt x="0" y="37"/>
                    </a:lnTo>
                    <a:lnTo>
                      <a:pt x="790" y="0"/>
                    </a:lnTo>
                    <a:lnTo>
                      <a:pt x="786" y="12"/>
                    </a:lnTo>
                    <a:lnTo>
                      <a:pt x="778" y="24"/>
                    </a:lnTo>
                    <a:lnTo>
                      <a:pt x="770" y="38"/>
                    </a:lnTo>
                    <a:lnTo>
                      <a:pt x="760" y="50"/>
                    </a:lnTo>
                    <a:lnTo>
                      <a:pt x="749" y="62"/>
                    </a:lnTo>
                    <a:lnTo>
                      <a:pt x="738" y="76"/>
                    </a:lnTo>
                    <a:lnTo>
                      <a:pt x="711" y="99"/>
                    </a:lnTo>
                    <a:lnTo>
                      <a:pt x="696" y="111"/>
                    </a:lnTo>
                    <a:lnTo>
                      <a:pt x="682" y="122"/>
                    </a:lnTo>
                    <a:lnTo>
                      <a:pt x="657" y="138"/>
                    </a:lnTo>
                    <a:lnTo>
                      <a:pt x="646" y="146"/>
                    </a:lnTo>
                    <a:lnTo>
                      <a:pt x="638" y="153"/>
                    </a:lnTo>
                    <a:lnTo>
                      <a:pt x="633" y="160"/>
                    </a:lnTo>
                    <a:lnTo>
                      <a:pt x="630" y="168"/>
                    </a:lnTo>
                    <a:lnTo>
                      <a:pt x="629" y="169"/>
                    </a:lnTo>
                    <a:lnTo>
                      <a:pt x="627" y="172"/>
                    </a:lnTo>
                    <a:lnTo>
                      <a:pt x="621" y="176"/>
                    </a:lnTo>
                    <a:lnTo>
                      <a:pt x="610" y="179"/>
                    </a:lnTo>
                    <a:lnTo>
                      <a:pt x="598" y="182"/>
                    </a:lnTo>
                    <a:lnTo>
                      <a:pt x="564" y="187"/>
                    </a:lnTo>
                    <a:lnTo>
                      <a:pt x="525" y="191"/>
                    </a:lnTo>
                    <a:lnTo>
                      <a:pt x="483" y="194"/>
                    </a:lnTo>
                    <a:lnTo>
                      <a:pt x="439" y="195"/>
                    </a:lnTo>
                    <a:lnTo>
                      <a:pt x="370" y="196"/>
                    </a:lnTo>
                    <a:close/>
                  </a:path>
                </a:pathLst>
              </a:custGeom>
              <a:solidFill>
                <a:srgbClr val="6C6C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8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9" name="îṧľíḓè">
                <a:extLst>
                  <a:ext uri="{FF2B5EF4-FFF2-40B4-BE49-F238E27FC236}">
                    <a16:creationId xmlns:a16="http://schemas.microsoft.com/office/drawing/2014/main" id="{D07225CC-3635-B390-8332-83F8C509693E}"/>
                  </a:ext>
                </a:extLst>
              </p:cNvPr>
              <p:cNvSpPr/>
              <p:nvPr/>
            </p:nvSpPr>
            <p:spPr bwMode="auto">
              <a:xfrm>
                <a:off x="2039248" y="5698239"/>
                <a:ext cx="327047" cy="252457"/>
              </a:xfrm>
              <a:custGeom>
                <a:avLst/>
                <a:gdLst>
                  <a:gd name="T0" fmla="*/ 130175 w 228"/>
                  <a:gd name="T1" fmla="*/ 269875 h 176"/>
                  <a:gd name="T2" fmla="*/ 130175 w 228"/>
                  <a:gd name="T3" fmla="*/ 269875 h 176"/>
                  <a:gd name="T4" fmla="*/ 115888 w 228"/>
                  <a:gd name="T5" fmla="*/ 236538 h 176"/>
                  <a:gd name="T6" fmla="*/ 103188 w 228"/>
                  <a:gd name="T7" fmla="*/ 206375 h 176"/>
                  <a:gd name="T8" fmla="*/ 82550 w 228"/>
                  <a:gd name="T9" fmla="*/ 173038 h 176"/>
                  <a:gd name="T10" fmla="*/ 53975 w 228"/>
                  <a:gd name="T11" fmla="*/ 127000 h 176"/>
                  <a:gd name="T12" fmla="*/ 53975 w 228"/>
                  <a:gd name="T13" fmla="*/ 127000 h 176"/>
                  <a:gd name="T14" fmla="*/ 39688 w 228"/>
                  <a:gd name="T15" fmla="*/ 101600 h 176"/>
                  <a:gd name="T16" fmla="*/ 23813 w 228"/>
                  <a:gd name="T17" fmla="*/ 73025 h 176"/>
                  <a:gd name="T18" fmla="*/ 0 w 228"/>
                  <a:gd name="T19" fmla="*/ 15875 h 176"/>
                  <a:gd name="T20" fmla="*/ 357188 w 228"/>
                  <a:gd name="T21" fmla="*/ 0 h 176"/>
                  <a:gd name="T22" fmla="*/ 357188 w 228"/>
                  <a:gd name="T23" fmla="*/ 0 h 176"/>
                  <a:gd name="T24" fmla="*/ 361950 w 228"/>
                  <a:gd name="T25" fmla="*/ 65088 h 176"/>
                  <a:gd name="T26" fmla="*/ 361950 w 228"/>
                  <a:gd name="T27" fmla="*/ 127000 h 176"/>
                  <a:gd name="T28" fmla="*/ 361950 w 228"/>
                  <a:gd name="T29" fmla="*/ 127000 h 176"/>
                  <a:gd name="T30" fmla="*/ 358775 w 228"/>
                  <a:gd name="T31" fmla="*/ 174625 h 176"/>
                  <a:gd name="T32" fmla="*/ 355600 w 228"/>
                  <a:gd name="T33" fmla="*/ 211138 h 176"/>
                  <a:gd name="T34" fmla="*/ 355600 w 228"/>
                  <a:gd name="T35" fmla="*/ 241300 h 176"/>
                  <a:gd name="T36" fmla="*/ 355600 w 228"/>
                  <a:gd name="T37" fmla="*/ 257175 h 176"/>
                  <a:gd name="T38" fmla="*/ 358775 w 228"/>
                  <a:gd name="T39" fmla="*/ 273050 h 176"/>
                  <a:gd name="T40" fmla="*/ 358775 w 228"/>
                  <a:gd name="T41" fmla="*/ 273050 h 176"/>
                  <a:gd name="T42" fmla="*/ 358775 w 228"/>
                  <a:gd name="T43" fmla="*/ 279400 h 176"/>
                  <a:gd name="T44" fmla="*/ 358775 w 228"/>
                  <a:gd name="T45" fmla="*/ 279400 h 176"/>
                  <a:gd name="T46" fmla="*/ 249238 w 228"/>
                  <a:gd name="T47" fmla="*/ 277813 h 176"/>
                  <a:gd name="T48" fmla="*/ 187325 w 228"/>
                  <a:gd name="T49" fmla="*/ 273050 h 176"/>
                  <a:gd name="T50" fmla="*/ 130175 w 228"/>
                  <a:gd name="T51" fmla="*/ 269875 h 176"/>
                  <a:gd name="T52" fmla="*/ 130175 w 228"/>
                  <a:gd name="T53" fmla="*/ 269875 h 17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228" h="176">
                    <a:moveTo>
                      <a:pt x="82" y="170"/>
                    </a:moveTo>
                    <a:lnTo>
                      <a:pt x="82" y="170"/>
                    </a:lnTo>
                    <a:lnTo>
                      <a:pt x="73" y="149"/>
                    </a:lnTo>
                    <a:lnTo>
                      <a:pt x="65" y="130"/>
                    </a:lnTo>
                    <a:lnTo>
                      <a:pt x="52" y="109"/>
                    </a:lnTo>
                    <a:lnTo>
                      <a:pt x="34" y="80"/>
                    </a:lnTo>
                    <a:lnTo>
                      <a:pt x="25" y="64"/>
                    </a:lnTo>
                    <a:lnTo>
                      <a:pt x="15" y="46"/>
                    </a:lnTo>
                    <a:lnTo>
                      <a:pt x="0" y="10"/>
                    </a:lnTo>
                    <a:lnTo>
                      <a:pt x="225" y="0"/>
                    </a:lnTo>
                    <a:lnTo>
                      <a:pt x="228" y="41"/>
                    </a:lnTo>
                    <a:lnTo>
                      <a:pt x="228" y="80"/>
                    </a:lnTo>
                    <a:lnTo>
                      <a:pt x="226" y="110"/>
                    </a:lnTo>
                    <a:lnTo>
                      <a:pt x="224" y="133"/>
                    </a:lnTo>
                    <a:lnTo>
                      <a:pt x="224" y="152"/>
                    </a:lnTo>
                    <a:lnTo>
                      <a:pt x="224" y="162"/>
                    </a:lnTo>
                    <a:lnTo>
                      <a:pt x="226" y="172"/>
                    </a:lnTo>
                    <a:lnTo>
                      <a:pt x="226" y="176"/>
                    </a:lnTo>
                    <a:lnTo>
                      <a:pt x="157" y="175"/>
                    </a:lnTo>
                    <a:lnTo>
                      <a:pt x="118" y="172"/>
                    </a:lnTo>
                    <a:lnTo>
                      <a:pt x="82" y="170"/>
                    </a:lnTo>
                    <a:close/>
                  </a:path>
                </a:pathLst>
              </a:custGeom>
              <a:solidFill>
                <a:srgbClr val="9393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70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0" name="iṣľiḍè">
                <a:extLst>
                  <a:ext uri="{FF2B5EF4-FFF2-40B4-BE49-F238E27FC236}">
                    <a16:creationId xmlns:a16="http://schemas.microsoft.com/office/drawing/2014/main" id="{0470D35C-2789-B5D7-B8AD-67B5AF0A7566}"/>
                  </a:ext>
                </a:extLst>
              </p:cNvPr>
              <p:cNvSpPr/>
              <p:nvPr/>
            </p:nvSpPr>
            <p:spPr bwMode="auto">
              <a:xfrm>
                <a:off x="2558506" y="4814638"/>
                <a:ext cx="463317" cy="245286"/>
              </a:xfrm>
              <a:custGeom>
                <a:avLst/>
                <a:gdLst>
                  <a:gd name="T0" fmla="*/ 0 w 323"/>
                  <a:gd name="T1" fmla="*/ 0 h 171"/>
                  <a:gd name="T2" fmla="*/ 512763 w 323"/>
                  <a:gd name="T3" fmla="*/ 0 h 171"/>
                  <a:gd name="T4" fmla="*/ 485775 w 323"/>
                  <a:gd name="T5" fmla="*/ 222250 h 171"/>
                  <a:gd name="T6" fmla="*/ 485775 w 323"/>
                  <a:gd name="T7" fmla="*/ 222250 h 171"/>
                  <a:gd name="T8" fmla="*/ 484188 w 323"/>
                  <a:gd name="T9" fmla="*/ 233363 h 171"/>
                  <a:gd name="T10" fmla="*/ 479425 w 323"/>
                  <a:gd name="T11" fmla="*/ 241300 h 171"/>
                  <a:gd name="T12" fmla="*/ 469900 w 323"/>
                  <a:gd name="T13" fmla="*/ 249238 h 171"/>
                  <a:gd name="T14" fmla="*/ 461963 w 323"/>
                  <a:gd name="T15" fmla="*/ 255588 h 171"/>
                  <a:gd name="T16" fmla="*/ 454025 w 323"/>
                  <a:gd name="T17" fmla="*/ 260350 h 171"/>
                  <a:gd name="T18" fmla="*/ 442913 w 323"/>
                  <a:gd name="T19" fmla="*/ 265113 h 171"/>
                  <a:gd name="T20" fmla="*/ 431800 w 323"/>
                  <a:gd name="T21" fmla="*/ 266700 h 171"/>
                  <a:gd name="T22" fmla="*/ 423863 w 323"/>
                  <a:gd name="T23" fmla="*/ 266700 h 171"/>
                  <a:gd name="T24" fmla="*/ 0 w 323"/>
                  <a:gd name="T25" fmla="*/ 271463 h 171"/>
                  <a:gd name="T26" fmla="*/ 0 w 323"/>
                  <a:gd name="T27" fmla="*/ 0 h 17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323" h="171">
                    <a:moveTo>
                      <a:pt x="0" y="0"/>
                    </a:moveTo>
                    <a:lnTo>
                      <a:pt x="323" y="0"/>
                    </a:lnTo>
                    <a:lnTo>
                      <a:pt x="306" y="140"/>
                    </a:lnTo>
                    <a:lnTo>
                      <a:pt x="305" y="147"/>
                    </a:lnTo>
                    <a:lnTo>
                      <a:pt x="302" y="152"/>
                    </a:lnTo>
                    <a:lnTo>
                      <a:pt x="296" y="157"/>
                    </a:lnTo>
                    <a:lnTo>
                      <a:pt x="291" y="161"/>
                    </a:lnTo>
                    <a:lnTo>
                      <a:pt x="286" y="164"/>
                    </a:lnTo>
                    <a:lnTo>
                      <a:pt x="279" y="167"/>
                    </a:lnTo>
                    <a:lnTo>
                      <a:pt x="272" y="168"/>
                    </a:lnTo>
                    <a:lnTo>
                      <a:pt x="267" y="168"/>
                    </a:lnTo>
                    <a:lnTo>
                      <a:pt x="0" y="1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93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1" name="ïšľïḑe">
                <a:extLst>
                  <a:ext uri="{FF2B5EF4-FFF2-40B4-BE49-F238E27FC236}">
                    <a16:creationId xmlns:a16="http://schemas.microsoft.com/office/drawing/2014/main" id="{6A9803A8-9058-3663-9098-315E12A7DB35}"/>
                  </a:ext>
                </a:extLst>
              </p:cNvPr>
              <p:cNvSpPr/>
              <p:nvPr/>
            </p:nvSpPr>
            <p:spPr bwMode="auto">
              <a:xfrm>
                <a:off x="2562809" y="4814638"/>
                <a:ext cx="459013" cy="243851"/>
              </a:xfrm>
              <a:custGeom>
                <a:avLst/>
                <a:gdLst>
                  <a:gd name="T0" fmla="*/ 0 w 320"/>
                  <a:gd name="T1" fmla="*/ 0 h 170"/>
                  <a:gd name="T2" fmla="*/ 0 w 320"/>
                  <a:gd name="T3" fmla="*/ 0 h 170"/>
                  <a:gd name="T4" fmla="*/ 508000 w 320"/>
                  <a:gd name="T5" fmla="*/ 0 h 170"/>
                  <a:gd name="T6" fmla="*/ 508000 w 320"/>
                  <a:gd name="T7" fmla="*/ 0 h 170"/>
                  <a:gd name="T8" fmla="*/ 481013 w 320"/>
                  <a:gd name="T9" fmla="*/ 222250 h 170"/>
                  <a:gd name="T10" fmla="*/ 481013 w 320"/>
                  <a:gd name="T11" fmla="*/ 222250 h 170"/>
                  <a:gd name="T12" fmla="*/ 479425 w 320"/>
                  <a:gd name="T13" fmla="*/ 233363 h 170"/>
                  <a:gd name="T14" fmla="*/ 474663 w 320"/>
                  <a:gd name="T15" fmla="*/ 241300 h 170"/>
                  <a:gd name="T16" fmla="*/ 465138 w 320"/>
                  <a:gd name="T17" fmla="*/ 249238 h 170"/>
                  <a:gd name="T18" fmla="*/ 457200 w 320"/>
                  <a:gd name="T19" fmla="*/ 255588 h 170"/>
                  <a:gd name="T20" fmla="*/ 449263 w 320"/>
                  <a:gd name="T21" fmla="*/ 260350 h 170"/>
                  <a:gd name="T22" fmla="*/ 438150 w 320"/>
                  <a:gd name="T23" fmla="*/ 265113 h 170"/>
                  <a:gd name="T24" fmla="*/ 427038 w 320"/>
                  <a:gd name="T25" fmla="*/ 266700 h 170"/>
                  <a:gd name="T26" fmla="*/ 419100 w 320"/>
                  <a:gd name="T27" fmla="*/ 266700 h 170"/>
                  <a:gd name="T28" fmla="*/ 419100 w 320"/>
                  <a:gd name="T29" fmla="*/ 266700 h 170"/>
                  <a:gd name="T30" fmla="*/ 1588 w 320"/>
                  <a:gd name="T31" fmla="*/ 269875 h 170"/>
                  <a:gd name="T32" fmla="*/ 1588 w 320"/>
                  <a:gd name="T33" fmla="*/ 269875 h 170"/>
                  <a:gd name="T34" fmla="*/ 0 w 320"/>
                  <a:gd name="T35" fmla="*/ 0 h 170"/>
                  <a:gd name="T36" fmla="*/ 0 w 320"/>
                  <a:gd name="T37" fmla="*/ 0 h 17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320" h="170">
                    <a:moveTo>
                      <a:pt x="0" y="0"/>
                    </a:moveTo>
                    <a:lnTo>
                      <a:pt x="0" y="0"/>
                    </a:lnTo>
                    <a:lnTo>
                      <a:pt x="320" y="0"/>
                    </a:lnTo>
                    <a:lnTo>
                      <a:pt x="303" y="140"/>
                    </a:lnTo>
                    <a:lnTo>
                      <a:pt x="302" y="147"/>
                    </a:lnTo>
                    <a:lnTo>
                      <a:pt x="299" y="152"/>
                    </a:lnTo>
                    <a:lnTo>
                      <a:pt x="293" y="157"/>
                    </a:lnTo>
                    <a:lnTo>
                      <a:pt x="288" y="161"/>
                    </a:lnTo>
                    <a:lnTo>
                      <a:pt x="283" y="164"/>
                    </a:lnTo>
                    <a:lnTo>
                      <a:pt x="276" y="167"/>
                    </a:lnTo>
                    <a:lnTo>
                      <a:pt x="269" y="168"/>
                    </a:lnTo>
                    <a:lnTo>
                      <a:pt x="264" y="168"/>
                    </a:lnTo>
                    <a:lnTo>
                      <a:pt x="1" y="1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4949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2" name="ïṩḻïḋè">
                <a:extLst>
                  <a:ext uri="{FF2B5EF4-FFF2-40B4-BE49-F238E27FC236}">
                    <a16:creationId xmlns:a16="http://schemas.microsoft.com/office/drawing/2014/main" id="{B8155083-0E4A-BD4E-D925-21A3817611A6}"/>
                  </a:ext>
                </a:extLst>
              </p:cNvPr>
              <p:cNvSpPr/>
              <p:nvPr/>
            </p:nvSpPr>
            <p:spPr bwMode="auto">
              <a:xfrm>
                <a:off x="2568547" y="4814638"/>
                <a:ext cx="453275" cy="243851"/>
              </a:xfrm>
              <a:custGeom>
                <a:avLst/>
                <a:gdLst>
                  <a:gd name="T0" fmla="*/ 0 w 316"/>
                  <a:gd name="T1" fmla="*/ 0 h 170"/>
                  <a:gd name="T2" fmla="*/ 0 w 316"/>
                  <a:gd name="T3" fmla="*/ 0 h 170"/>
                  <a:gd name="T4" fmla="*/ 501650 w 316"/>
                  <a:gd name="T5" fmla="*/ 0 h 170"/>
                  <a:gd name="T6" fmla="*/ 501650 w 316"/>
                  <a:gd name="T7" fmla="*/ 0 h 170"/>
                  <a:gd name="T8" fmla="*/ 474663 w 316"/>
                  <a:gd name="T9" fmla="*/ 222250 h 170"/>
                  <a:gd name="T10" fmla="*/ 474663 w 316"/>
                  <a:gd name="T11" fmla="*/ 222250 h 170"/>
                  <a:gd name="T12" fmla="*/ 473075 w 316"/>
                  <a:gd name="T13" fmla="*/ 233363 h 170"/>
                  <a:gd name="T14" fmla="*/ 468313 w 316"/>
                  <a:gd name="T15" fmla="*/ 241300 h 170"/>
                  <a:gd name="T16" fmla="*/ 458788 w 316"/>
                  <a:gd name="T17" fmla="*/ 247650 h 170"/>
                  <a:gd name="T18" fmla="*/ 450850 w 316"/>
                  <a:gd name="T19" fmla="*/ 254000 h 170"/>
                  <a:gd name="T20" fmla="*/ 442913 w 316"/>
                  <a:gd name="T21" fmla="*/ 260350 h 170"/>
                  <a:gd name="T22" fmla="*/ 431800 w 316"/>
                  <a:gd name="T23" fmla="*/ 265113 h 170"/>
                  <a:gd name="T24" fmla="*/ 422275 w 316"/>
                  <a:gd name="T25" fmla="*/ 266700 h 170"/>
                  <a:gd name="T26" fmla="*/ 412750 w 316"/>
                  <a:gd name="T27" fmla="*/ 266700 h 170"/>
                  <a:gd name="T28" fmla="*/ 412750 w 316"/>
                  <a:gd name="T29" fmla="*/ 266700 h 170"/>
                  <a:gd name="T30" fmla="*/ 1588 w 316"/>
                  <a:gd name="T31" fmla="*/ 269875 h 170"/>
                  <a:gd name="T32" fmla="*/ 1588 w 316"/>
                  <a:gd name="T33" fmla="*/ 269875 h 170"/>
                  <a:gd name="T34" fmla="*/ 0 w 316"/>
                  <a:gd name="T35" fmla="*/ 0 h 170"/>
                  <a:gd name="T36" fmla="*/ 0 w 316"/>
                  <a:gd name="T37" fmla="*/ 0 h 17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316" h="170">
                    <a:moveTo>
                      <a:pt x="0" y="0"/>
                    </a:moveTo>
                    <a:lnTo>
                      <a:pt x="0" y="0"/>
                    </a:lnTo>
                    <a:lnTo>
                      <a:pt x="316" y="0"/>
                    </a:lnTo>
                    <a:lnTo>
                      <a:pt x="299" y="140"/>
                    </a:lnTo>
                    <a:lnTo>
                      <a:pt x="298" y="147"/>
                    </a:lnTo>
                    <a:lnTo>
                      <a:pt x="295" y="152"/>
                    </a:lnTo>
                    <a:lnTo>
                      <a:pt x="289" y="156"/>
                    </a:lnTo>
                    <a:lnTo>
                      <a:pt x="284" y="160"/>
                    </a:lnTo>
                    <a:lnTo>
                      <a:pt x="279" y="164"/>
                    </a:lnTo>
                    <a:lnTo>
                      <a:pt x="272" y="167"/>
                    </a:lnTo>
                    <a:lnTo>
                      <a:pt x="266" y="168"/>
                    </a:lnTo>
                    <a:lnTo>
                      <a:pt x="260" y="168"/>
                    </a:lnTo>
                    <a:lnTo>
                      <a:pt x="1" y="1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4949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3" name="îṩḻîḑè">
                <a:extLst>
                  <a:ext uri="{FF2B5EF4-FFF2-40B4-BE49-F238E27FC236}">
                    <a16:creationId xmlns:a16="http://schemas.microsoft.com/office/drawing/2014/main" id="{FFA7B92A-457E-87B5-0C59-7B5DE8F6F86B}"/>
                  </a:ext>
                </a:extLst>
              </p:cNvPr>
              <p:cNvSpPr/>
              <p:nvPr/>
            </p:nvSpPr>
            <p:spPr bwMode="auto">
              <a:xfrm>
                <a:off x="2574284" y="4814638"/>
                <a:ext cx="447538" cy="240982"/>
              </a:xfrm>
              <a:custGeom>
                <a:avLst/>
                <a:gdLst>
                  <a:gd name="T0" fmla="*/ 0 w 312"/>
                  <a:gd name="T1" fmla="*/ 0 h 168"/>
                  <a:gd name="T2" fmla="*/ 0 w 312"/>
                  <a:gd name="T3" fmla="*/ 0 h 168"/>
                  <a:gd name="T4" fmla="*/ 495300 w 312"/>
                  <a:gd name="T5" fmla="*/ 0 h 168"/>
                  <a:gd name="T6" fmla="*/ 495300 w 312"/>
                  <a:gd name="T7" fmla="*/ 0 h 168"/>
                  <a:gd name="T8" fmla="*/ 468313 w 312"/>
                  <a:gd name="T9" fmla="*/ 222250 h 168"/>
                  <a:gd name="T10" fmla="*/ 468313 w 312"/>
                  <a:gd name="T11" fmla="*/ 222250 h 168"/>
                  <a:gd name="T12" fmla="*/ 466725 w 312"/>
                  <a:gd name="T13" fmla="*/ 233363 h 168"/>
                  <a:gd name="T14" fmla="*/ 461963 w 312"/>
                  <a:gd name="T15" fmla="*/ 241300 h 168"/>
                  <a:gd name="T16" fmla="*/ 452438 w 312"/>
                  <a:gd name="T17" fmla="*/ 247650 h 168"/>
                  <a:gd name="T18" fmla="*/ 444500 w 312"/>
                  <a:gd name="T19" fmla="*/ 254000 h 168"/>
                  <a:gd name="T20" fmla="*/ 436563 w 312"/>
                  <a:gd name="T21" fmla="*/ 260350 h 168"/>
                  <a:gd name="T22" fmla="*/ 427038 w 312"/>
                  <a:gd name="T23" fmla="*/ 265113 h 168"/>
                  <a:gd name="T24" fmla="*/ 415925 w 312"/>
                  <a:gd name="T25" fmla="*/ 266700 h 168"/>
                  <a:gd name="T26" fmla="*/ 407988 w 312"/>
                  <a:gd name="T27" fmla="*/ 266700 h 168"/>
                  <a:gd name="T28" fmla="*/ 407988 w 312"/>
                  <a:gd name="T29" fmla="*/ 266700 h 168"/>
                  <a:gd name="T30" fmla="*/ 0 w 312"/>
                  <a:gd name="T31" fmla="*/ 266700 h 168"/>
                  <a:gd name="T32" fmla="*/ 0 w 312"/>
                  <a:gd name="T33" fmla="*/ 266700 h 168"/>
                  <a:gd name="T34" fmla="*/ 0 w 312"/>
                  <a:gd name="T35" fmla="*/ 0 h 168"/>
                  <a:gd name="T36" fmla="*/ 0 w 312"/>
                  <a:gd name="T37" fmla="*/ 0 h 16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312" h="168">
                    <a:moveTo>
                      <a:pt x="0" y="0"/>
                    </a:moveTo>
                    <a:lnTo>
                      <a:pt x="0" y="0"/>
                    </a:lnTo>
                    <a:lnTo>
                      <a:pt x="312" y="0"/>
                    </a:lnTo>
                    <a:lnTo>
                      <a:pt x="295" y="140"/>
                    </a:lnTo>
                    <a:lnTo>
                      <a:pt x="294" y="147"/>
                    </a:lnTo>
                    <a:lnTo>
                      <a:pt x="291" y="152"/>
                    </a:lnTo>
                    <a:lnTo>
                      <a:pt x="285" y="156"/>
                    </a:lnTo>
                    <a:lnTo>
                      <a:pt x="280" y="160"/>
                    </a:lnTo>
                    <a:lnTo>
                      <a:pt x="275" y="164"/>
                    </a:lnTo>
                    <a:lnTo>
                      <a:pt x="269" y="167"/>
                    </a:lnTo>
                    <a:lnTo>
                      <a:pt x="262" y="168"/>
                    </a:lnTo>
                    <a:lnTo>
                      <a:pt x="257" y="168"/>
                    </a:lnTo>
                    <a:lnTo>
                      <a:pt x="0" y="1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595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4" name="iSḷiḓe">
                <a:extLst>
                  <a:ext uri="{FF2B5EF4-FFF2-40B4-BE49-F238E27FC236}">
                    <a16:creationId xmlns:a16="http://schemas.microsoft.com/office/drawing/2014/main" id="{263241A9-D0B6-995F-315E-61154BFE4B10}"/>
                  </a:ext>
                </a:extLst>
              </p:cNvPr>
              <p:cNvSpPr/>
              <p:nvPr/>
            </p:nvSpPr>
            <p:spPr bwMode="auto">
              <a:xfrm>
                <a:off x="2580022" y="4814638"/>
                <a:ext cx="441800" cy="240982"/>
              </a:xfrm>
              <a:custGeom>
                <a:avLst/>
                <a:gdLst>
                  <a:gd name="T0" fmla="*/ 0 w 308"/>
                  <a:gd name="T1" fmla="*/ 0 h 168"/>
                  <a:gd name="T2" fmla="*/ 0 w 308"/>
                  <a:gd name="T3" fmla="*/ 0 h 168"/>
                  <a:gd name="T4" fmla="*/ 488950 w 308"/>
                  <a:gd name="T5" fmla="*/ 0 h 168"/>
                  <a:gd name="T6" fmla="*/ 488950 w 308"/>
                  <a:gd name="T7" fmla="*/ 0 h 168"/>
                  <a:gd name="T8" fmla="*/ 461963 w 308"/>
                  <a:gd name="T9" fmla="*/ 222250 h 168"/>
                  <a:gd name="T10" fmla="*/ 461963 w 308"/>
                  <a:gd name="T11" fmla="*/ 222250 h 168"/>
                  <a:gd name="T12" fmla="*/ 460375 w 308"/>
                  <a:gd name="T13" fmla="*/ 233363 h 168"/>
                  <a:gd name="T14" fmla="*/ 455613 w 308"/>
                  <a:gd name="T15" fmla="*/ 241300 h 168"/>
                  <a:gd name="T16" fmla="*/ 446088 w 308"/>
                  <a:gd name="T17" fmla="*/ 247650 h 168"/>
                  <a:gd name="T18" fmla="*/ 439738 w 308"/>
                  <a:gd name="T19" fmla="*/ 254000 h 168"/>
                  <a:gd name="T20" fmla="*/ 430213 w 308"/>
                  <a:gd name="T21" fmla="*/ 260350 h 168"/>
                  <a:gd name="T22" fmla="*/ 420688 w 308"/>
                  <a:gd name="T23" fmla="*/ 263525 h 168"/>
                  <a:gd name="T24" fmla="*/ 409575 w 308"/>
                  <a:gd name="T25" fmla="*/ 266700 h 168"/>
                  <a:gd name="T26" fmla="*/ 401638 w 308"/>
                  <a:gd name="T27" fmla="*/ 266700 h 168"/>
                  <a:gd name="T28" fmla="*/ 401638 w 308"/>
                  <a:gd name="T29" fmla="*/ 266700 h 168"/>
                  <a:gd name="T30" fmla="*/ 0 w 308"/>
                  <a:gd name="T31" fmla="*/ 265113 h 168"/>
                  <a:gd name="T32" fmla="*/ 0 w 308"/>
                  <a:gd name="T33" fmla="*/ 265113 h 168"/>
                  <a:gd name="T34" fmla="*/ 0 w 308"/>
                  <a:gd name="T35" fmla="*/ 0 h 168"/>
                  <a:gd name="T36" fmla="*/ 0 w 308"/>
                  <a:gd name="T37" fmla="*/ 0 h 16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308" h="168">
                    <a:moveTo>
                      <a:pt x="0" y="0"/>
                    </a:moveTo>
                    <a:lnTo>
                      <a:pt x="0" y="0"/>
                    </a:lnTo>
                    <a:lnTo>
                      <a:pt x="308" y="0"/>
                    </a:lnTo>
                    <a:lnTo>
                      <a:pt x="291" y="140"/>
                    </a:lnTo>
                    <a:lnTo>
                      <a:pt x="290" y="147"/>
                    </a:lnTo>
                    <a:lnTo>
                      <a:pt x="287" y="152"/>
                    </a:lnTo>
                    <a:lnTo>
                      <a:pt x="281" y="156"/>
                    </a:lnTo>
                    <a:lnTo>
                      <a:pt x="277" y="160"/>
                    </a:lnTo>
                    <a:lnTo>
                      <a:pt x="271" y="164"/>
                    </a:lnTo>
                    <a:lnTo>
                      <a:pt x="265" y="166"/>
                    </a:lnTo>
                    <a:lnTo>
                      <a:pt x="258" y="168"/>
                    </a:lnTo>
                    <a:lnTo>
                      <a:pt x="253" y="168"/>
                    </a:lnTo>
                    <a:lnTo>
                      <a:pt x="0" y="1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595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5" name="işľiḋé">
                <a:extLst>
                  <a:ext uri="{FF2B5EF4-FFF2-40B4-BE49-F238E27FC236}">
                    <a16:creationId xmlns:a16="http://schemas.microsoft.com/office/drawing/2014/main" id="{1185E73F-3760-2B89-8289-78144E7959FE}"/>
                  </a:ext>
                </a:extLst>
              </p:cNvPr>
              <p:cNvSpPr/>
              <p:nvPr/>
            </p:nvSpPr>
            <p:spPr bwMode="auto">
              <a:xfrm>
                <a:off x="2585760" y="4814638"/>
                <a:ext cx="436062" cy="240982"/>
              </a:xfrm>
              <a:custGeom>
                <a:avLst/>
                <a:gdLst>
                  <a:gd name="T0" fmla="*/ 0 w 304"/>
                  <a:gd name="T1" fmla="*/ 0 h 168"/>
                  <a:gd name="T2" fmla="*/ 0 w 304"/>
                  <a:gd name="T3" fmla="*/ 0 h 168"/>
                  <a:gd name="T4" fmla="*/ 482600 w 304"/>
                  <a:gd name="T5" fmla="*/ 0 h 168"/>
                  <a:gd name="T6" fmla="*/ 482600 w 304"/>
                  <a:gd name="T7" fmla="*/ 0 h 168"/>
                  <a:gd name="T8" fmla="*/ 455613 w 304"/>
                  <a:gd name="T9" fmla="*/ 222250 h 168"/>
                  <a:gd name="T10" fmla="*/ 455613 w 304"/>
                  <a:gd name="T11" fmla="*/ 222250 h 168"/>
                  <a:gd name="T12" fmla="*/ 454025 w 304"/>
                  <a:gd name="T13" fmla="*/ 233363 h 168"/>
                  <a:gd name="T14" fmla="*/ 449263 w 304"/>
                  <a:gd name="T15" fmla="*/ 241300 h 168"/>
                  <a:gd name="T16" fmla="*/ 442913 w 304"/>
                  <a:gd name="T17" fmla="*/ 247650 h 168"/>
                  <a:gd name="T18" fmla="*/ 433388 w 304"/>
                  <a:gd name="T19" fmla="*/ 254000 h 168"/>
                  <a:gd name="T20" fmla="*/ 423863 w 304"/>
                  <a:gd name="T21" fmla="*/ 260350 h 168"/>
                  <a:gd name="T22" fmla="*/ 414338 w 304"/>
                  <a:gd name="T23" fmla="*/ 263525 h 168"/>
                  <a:gd name="T24" fmla="*/ 403225 w 304"/>
                  <a:gd name="T25" fmla="*/ 265113 h 168"/>
                  <a:gd name="T26" fmla="*/ 395288 w 304"/>
                  <a:gd name="T27" fmla="*/ 266700 h 168"/>
                  <a:gd name="T28" fmla="*/ 395288 w 304"/>
                  <a:gd name="T29" fmla="*/ 266700 h 168"/>
                  <a:gd name="T30" fmla="*/ 0 w 304"/>
                  <a:gd name="T31" fmla="*/ 263525 h 168"/>
                  <a:gd name="T32" fmla="*/ 0 w 304"/>
                  <a:gd name="T33" fmla="*/ 263525 h 168"/>
                  <a:gd name="T34" fmla="*/ 0 w 304"/>
                  <a:gd name="T35" fmla="*/ 0 h 168"/>
                  <a:gd name="T36" fmla="*/ 0 w 304"/>
                  <a:gd name="T37" fmla="*/ 0 h 16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304" h="168">
                    <a:moveTo>
                      <a:pt x="0" y="0"/>
                    </a:moveTo>
                    <a:lnTo>
                      <a:pt x="0" y="0"/>
                    </a:lnTo>
                    <a:lnTo>
                      <a:pt x="304" y="0"/>
                    </a:lnTo>
                    <a:lnTo>
                      <a:pt x="287" y="140"/>
                    </a:lnTo>
                    <a:lnTo>
                      <a:pt x="286" y="147"/>
                    </a:lnTo>
                    <a:lnTo>
                      <a:pt x="283" y="152"/>
                    </a:lnTo>
                    <a:lnTo>
                      <a:pt x="279" y="156"/>
                    </a:lnTo>
                    <a:lnTo>
                      <a:pt x="273" y="160"/>
                    </a:lnTo>
                    <a:lnTo>
                      <a:pt x="267" y="164"/>
                    </a:lnTo>
                    <a:lnTo>
                      <a:pt x="261" y="166"/>
                    </a:lnTo>
                    <a:lnTo>
                      <a:pt x="254" y="167"/>
                    </a:lnTo>
                    <a:lnTo>
                      <a:pt x="249" y="168"/>
                    </a:lnTo>
                    <a:lnTo>
                      <a:pt x="0" y="1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69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6" name="isḻîḍe">
                <a:extLst>
                  <a:ext uri="{FF2B5EF4-FFF2-40B4-BE49-F238E27FC236}">
                    <a16:creationId xmlns:a16="http://schemas.microsoft.com/office/drawing/2014/main" id="{43AEA657-1A6E-F84A-0CB9-78FC79A5B74A}"/>
                  </a:ext>
                </a:extLst>
              </p:cNvPr>
              <p:cNvSpPr/>
              <p:nvPr/>
            </p:nvSpPr>
            <p:spPr bwMode="auto">
              <a:xfrm>
                <a:off x="2591497" y="4814638"/>
                <a:ext cx="430325" cy="240982"/>
              </a:xfrm>
              <a:custGeom>
                <a:avLst/>
                <a:gdLst>
                  <a:gd name="T0" fmla="*/ 0 w 300"/>
                  <a:gd name="T1" fmla="*/ 0 h 168"/>
                  <a:gd name="T2" fmla="*/ 0 w 300"/>
                  <a:gd name="T3" fmla="*/ 0 h 168"/>
                  <a:gd name="T4" fmla="*/ 476250 w 300"/>
                  <a:gd name="T5" fmla="*/ 0 h 168"/>
                  <a:gd name="T6" fmla="*/ 476250 w 300"/>
                  <a:gd name="T7" fmla="*/ 0 h 168"/>
                  <a:gd name="T8" fmla="*/ 449263 w 300"/>
                  <a:gd name="T9" fmla="*/ 222250 h 168"/>
                  <a:gd name="T10" fmla="*/ 449263 w 300"/>
                  <a:gd name="T11" fmla="*/ 222250 h 168"/>
                  <a:gd name="T12" fmla="*/ 447675 w 300"/>
                  <a:gd name="T13" fmla="*/ 233363 h 168"/>
                  <a:gd name="T14" fmla="*/ 442913 w 300"/>
                  <a:gd name="T15" fmla="*/ 241300 h 168"/>
                  <a:gd name="T16" fmla="*/ 436563 w 300"/>
                  <a:gd name="T17" fmla="*/ 247650 h 168"/>
                  <a:gd name="T18" fmla="*/ 427038 w 300"/>
                  <a:gd name="T19" fmla="*/ 254000 h 168"/>
                  <a:gd name="T20" fmla="*/ 419100 w 300"/>
                  <a:gd name="T21" fmla="*/ 258763 h 168"/>
                  <a:gd name="T22" fmla="*/ 407988 w 300"/>
                  <a:gd name="T23" fmla="*/ 263525 h 168"/>
                  <a:gd name="T24" fmla="*/ 400050 w 300"/>
                  <a:gd name="T25" fmla="*/ 265113 h 168"/>
                  <a:gd name="T26" fmla="*/ 388938 w 300"/>
                  <a:gd name="T27" fmla="*/ 266700 h 168"/>
                  <a:gd name="T28" fmla="*/ 388938 w 300"/>
                  <a:gd name="T29" fmla="*/ 266700 h 168"/>
                  <a:gd name="T30" fmla="*/ 0 w 300"/>
                  <a:gd name="T31" fmla="*/ 260350 h 168"/>
                  <a:gd name="T32" fmla="*/ 0 w 300"/>
                  <a:gd name="T33" fmla="*/ 260350 h 168"/>
                  <a:gd name="T34" fmla="*/ 0 w 300"/>
                  <a:gd name="T35" fmla="*/ 0 h 168"/>
                  <a:gd name="T36" fmla="*/ 0 w 300"/>
                  <a:gd name="T37" fmla="*/ 0 h 16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300" h="168">
                    <a:moveTo>
                      <a:pt x="0" y="0"/>
                    </a:moveTo>
                    <a:lnTo>
                      <a:pt x="0" y="0"/>
                    </a:lnTo>
                    <a:lnTo>
                      <a:pt x="300" y="0"/>
                    </a:lnTo>
                    <a:lnTo>
                      <a:pt x="283" y="140"/>
                    </a:lnTo>
                    <a:lnTo>
                      <a:pt x="282" y="147"/>
                    </a:lnTo>
                    <a:lnTo>
                      <a:pt x="279" y="152"/>
                    </a:lnTo>
                    <a:lnTo>
                      <a:pt x="275" y="156"/>
                    </a:lnTo>
                    <a:lnTo>
                      <a:pt x="269" y="160"/>
                    </a:lnTo>
                    <a:lnTo>
                      <a:pt x="264" y="163"/>
                    </a:lnTo>
                    <a:lnTo>
                      <a:pt x="257" y="166"/>
                    </a:lnTo>
                    <a:lnTo>
                      <a:pt x="252" y="167"/>
                    </a:lnTo>
                    <a:lnTo>
                      <a:pt x="245" y="168"/>
                    </a:lnTo>
                    <a:lnTo>
                      <a:pt x="0" y="1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7979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7" name="íṧ1íḑê">
                <a:extLst>
                  <a:ext uri="{FF2B5EF4-FFF2-40B4-BE49-F238E27FC236}">
                    <a16:creationId xmlns:a16="http://schemas.microsoft.com/office/drawing/2014/main" id="{3D053AE2-E5CF-F7BB-F386-CE52049D534D}"/>
                  </a:ext>
                </a:extLst>
              </p:cNvPr>
              <p:cNvSpPr/>
              <p:nvPr/>
            </p:nvSpPr>
            <p:spPr bwMode="auto">
              <a:xfrm>
                <a:off x="2595801" y="4814638"/>
                <a:ext cx="426022" cy="240982"/>
              </a:xfrm>
              <a:custGeom>
                <a:avLst/>
                <a:gdLst>
                  <a:gd name="T0" fmla="*/ 0 w 297"/>
                  <a:gd name="T1" fmla="*/ 0 h 168"/>
                  <a:gd name="T2" fmla="*/ 0 w 297"/>
                  <a:gd name="T3" fmla="*/ 0 h 168"/>
                  <a:gd name="T4" fmla="*/ 471488 w 297"/>
                  <a:gd name="T5" fmla="*/ 0 h 168"/>
                  <a:gd name="T6" fmla="*/ 471488 w 297"/>
                  <a:gd name="T7" fmla="*/ 0 h 168"/>
                  <a:gd name="T8" fmla="*/ 444500 w 297"/>
                  <a:gd name="T9" fmla="*/ 222250 h 168"/>
                  <a:gd name="T10" fmla="*/ 444500 w 297"/>
                  <a:gd name="T11" fmla="*/ 222250 h 168"/>
                  <a:gd name="T12" fmla="*/ 442913 w 297"/>
                  <a:gd name="T13" fmla="*/ 233363 h 168"/>
                  <a:gd name="T14" fmla="*/ 438150 w 297"/>
                  <a:gd name="T15" fmla="*/ 241300 h 168"/>
                  <a:gd name="T16" fmla="*/ 431800 w 297"/>
                  <a:gd name="T17" fmla="*/ 247650 h 168"/>
                  <a:gd name="T18" fmla="*/ 422275 w 297"/>
                  <a:gd name="T19" fmla="*/ 254000 h 168"/>
                  <a:gd name="T20" fmla="*/ 414338 w 297"/>
                  <a:gd name="T21" fmla="*/ 258763 h 168"/>
                  <a:gd name="T22" fmla="*/ 403225 w 297"/>
                  <a:gd name="T23" fmla="*/ 263525 h 168"/>
                  <a:gd name="T24" fmla="*/ 395288 w 297"/>
                  <a:gd name="T25" fmla="*/ 265113 h 168"/>
                  <a:gd name="T26" fmla="*/ 385763 w 297"/>
                  <a:gd name="T27" fmla="*/ 266700 h 168"/>
                  <a:gd name="T28" fmla="*/ 385763 w 297"/>
                  <a:gd name="T29" fmla="*/ 266700 h 168"/>
                  <a:gd name="T30" fmla="*/ 1588 w 297"/>
                  <a:gd name="T31" fmla="*/ 258763 h 168"/>
                  <a:gd name="T32" fmla="*/ 1588 w 297"/>
                  <a:gd name="T33" fmla="*/ 258763 h 168"/>
                  <a:gd name="T34" fmla="*/ 0 w 297"/>
                  <a:gd name="T35" fmla="*/ 0 h 168"/>
                  <a:gd name="T36" fmla="*/ 0 w 297"/>
                  <a:gd name="T37" fmla="*/ 0 h 16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297" h="168">
                    <a:moveTo>
                      <a:pt x="0" y="0"/>
                    </a:moveTo>
                    <a:lnTo>
                      <a:pt x="0" y="0"/>
                    </a:lnTo>
                    <a:lnTo>
                      <a:pt x="297" y="0"/>
                    </a:lnTo>
                    <a:lnTo>
                      <a:pt x="280" y="140"/>
                    </a:lnTo>
                    <a:lnTo>
                      <a:pt x="279" y="147"/>
                    </a:lnTo>
                    <a:lnTo>
                      <a:pt x="276" y="152"/>
                    </a:lnTo>
                    <a:lnTo>
                      <a:pt x="272" y="156"/>
                    </a:lnTo>
                    <a:lnTo>
                      <a:pt x="266" y="160"/>
                    </a:lnTo>
                    <a:lnTo>
                      <a:pt x="261" y="163"/>
                    </a:lnTo>
                    <a:lnTo>
                      <a:pt x="254" y="166"/>
                    </a:lnTo>
                    <a:lnTo>
                      <a:pt x="249" y="167"/>
                    </a:lnTo>
                    <a:lnTo>
                      <a:pt x="243" y="168"/>
                    </a:lnTo>
                    <a:lnTo>
                      <a:pt x="1" y="1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7979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8" name="îŝļiḓè">
                <a:extLst>
                  <a:ext uri="{FF2B5EF4-FFF2-40B4-BE49-F238E27FC236}">
                    <a16:creationId xmlns:a16="http://schemas.microsoft.com/office/drawing/2014/main" id="{7D974405-3F92-AB97-98B6-A6F287A308D0}"/>
                  </a:ext>
                </a:extLst>
              </p:cNvPr>
              <p:cNvSpPr/>
              <p:nvPr/>
            </p:nvSpPr>
            <p:spPr bwMode="auto">
              <a:xfrm>
                <a:off x="2601539" y="4814638"/>
                <a:ext cx="420284" cy="240982"/>
              </a:xfrm>
              <a:custGeom>
                <a:avLst/>
                <a:gdLst>
                  <a:gd name="T0" fmla="*/ 0 w 293"/>
                  <a:gd name="T1" fmla="*/ 0 h 168"/>
                  <a:gd name="T2" fmla="*/ 0 w 293"/>
                  <a:gd name="T3" fmla="*/ 0 h 168"/>
                  <a:gd name="T4" fmla="*/ 465138 w 293"/>
                  <a:gd name="T5" fmla="*/ 0 h 168"/>
                  <a:gd name="T6" fmla="*/ 465138 w 293"/>
                  <a:gd name="T7" fmla="*/ 0 h 168"/>
                  <a:gd name="T8" fmla="*/ 438150 w 293"/>
                  <a:gd name="T9" fmla="*/ 222250 h 168"/>
                  <a:gd name="T10" fmla="*/ 438150 w 293"/>
                  <a:gd name="T11" fmla="*/ 222250 h 168"/>
                  <a:gd name="T12" fmla="*/ 436563 w 293"/>
                  <a:gd name="T13" fmla="*/ 233363 h 168"/>
                  <a:gd name="T14" fmla="*/ 431800 w 293"/>
                  <a:gd name="T15" fmla="*/ 241300 h 168"/>
                  <a:gd name="T16" fmla="*/ 425450 w 293"/>
                  <a:gd name="T17" fmla="*/ 247650 h 168"/>
                  <a:gd name="T18" fmla="*/ 415925 w 293"/>
                  <a:gd name="T19" fmla="*/ 254000 h 168"/>
                  <a:gd name="T20" fmla="*/ 407988 w 293"/>
                  <a:gd name="T21" fmla="*/ 258763 h 168"/>
                  <a:gd name="T22" fmla="*/ 396875 w 293"/>
                  <a:gd name="T23" fmla="*/ 263525 h 168"/>
                  <a:gd name="T24" fmla="*/ 388938 w 293"/>
                  <a:gd name="T25" fmla="*/ 265113 h 168"/>
                  <a:gd name="T26" fmla="*/ 379413 w 293"/>
                  <a:gd name="T27" fmla="*/ 266700 h 168"/>
                  <a:gd name="T28" fmla="*/ 379413 w 293"/>
                  <a:gd name="T29" fmla="*/ 266700 h 168"/>
                  <a:gd name="T30" fmla="*/ 0 w 293"/>
                  <a:gd name="T31" fmla="*/ 258763 h 168"/>
                  <a:gd name="T32" fmla="*/ 0 w 293"/>
                  <a:gd name="T33" fmla="*/ 258763 h 168"/>
                  <a:gd name="T34" fmla="*/ 0 w 293"/>
                  <a:gd name="T35" fmla="*/ 0 h 168"/>
                  <a:gd name="T36" fmla="*/ 0 w 293"/>
                  <a:gd name="T37" fmla="*/ 0 h 16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293" h="168">
                    <a:moveTo>
                      <a:pt x="0" y="0"/>
                    </a:moveTo>
                    <a:lnTo>
                      <a:pt x="0" y="0"/>
                    </a:lnTo>
                    <a:lnTo>
                      <a:pt x="293" y="0"/>
                    </a:lnTo>
                    <a:lnTo>
                      <a:pt x="276" y="140"/>
                    </a:lnTo>
                    <a:lnTo>
                      <a:pt x="275" y="147"/>
                    </a:lnTo>
                    <a:lnTo>
                      <a:pt x="272" y="152"/>
                    </a:lnTo>
                    <a:lnTo>
                      <a:pt x="268" y="156"/>
                    </a:lnTo>
                    <a:lnTo>
                      <a:pt x="262" y="160"/>
                    </a:lnTo>
                    <a:lnTo>
                      <a:pt x="257" y="163"/>
                    </a:lnTo>
                    <a:lnTo>
                      <a:pt x="250" y="166"/>
                    </a:lnTo>
                    <a:lnTo>
                      <a:pt x="245" y="167"/>
                    </a:lnTo>
                    <a:lnTo>
                      <a:pt x="239" y="168"/>
                    </a:lnTo>
                    <a:lnTo>
                      <a:pt x="0" y="1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8989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39" name="íŝ1idè">
                <a:extLst>
                  <a:ext uri="{FF2B5EF4-FFF2-40B4-BE49-F238E27FC236}">
                    <a16:creationId xmlns:a16="http://schemas.microsoft.com/office/drawing/2014/main" id="{D523CB24-3E89-7237-A371-C9AC0B404D51}"/>
                  </a:ext>
                </a:extLst>
              </p:cNvPr>
              <p:cNvSpPr/>
              <p:nvPr/>
            </p:nvSpPr>
            <p:spPr bwMode="auto">
              <a:xfrm>
                <a:off x="2607276" y="4814638"/>
                <a:ext cx="414547" cy="240982"/>
              </a:xfrm>
              <a:custGeom>
                <a:avLst/>
                <a:gdLst>
                  <a:gd name="T0" fmla="*/ 0 w 289"/>
                  <a:gd name="T1" fmla="*/ 0 h 168"/>
                  <a:gd name="T2" fmla="*/ 0 w 289"/>
                  <a:gd name="T3" fmla="*/ 0 h 168"/>
                  <a:gd name="T4" fmla="*/ 458788 w 289"/>
                  <a:gd name="T5" fmla="*/ 0 h 168"/>
                  <a:gd name="T6" fmla="*/ 458788 w 289"/>
                  <a:gd name="T7" fmla="*/ 0 h 168"/>
                  <a:gd name="T8" fmla="*/ 431800 w 289"/>
                  <a:gd name="T9" fmla="*/ 222250 h 168"/>
                  <a:gd name="T10" fmla="*/ 431800 w 289"/>
                  <a:gd name="T11" fmla="*/ 222250 h 168"/>
                  <a:gd name="T12" fmla="*/ 430213 w 289"/>
                  <a:gd name="T13" fmla="*/ 233363 h 168"/>
                  <a:gd name="T14" fmla="*/ 425450 w 289"/>
                  <a:gd name="T15" fmla="*/ 239713 h 168"/>
                  <a:gd name="T16" fmla="*/ 419100 w 289"/>
                  <a:gd name="T17" fmla="*/ 247650 h 168"/>
                  <a:gd name="T18" fmla="*/ 409575 w 289"/>
                  <a:gd name="T19" fmla="*/ 254000 h 168"/>
                  <a:gd name="T20" fmla="*/ 401638 w 289"/>
                  <a:gd name="T21" fmla="*/ 258763 h 168"/>
                  <a:gd name="T22" fmla="*/ 393700 w 289"/>
                  <a:gd name="T23" fmla="*/ 263525 h 168"/>
                  <a:gd name="T24" fmla="*/ 373063 w 289"/>
                  <a:gd name="T25" fmla="*/ 266700 h 168"/>
                  <a:gd name="T26" fmla="*/ 373063 w 289"/>
                  <a:gd name="T27" fmla="*/ 266700 h 168"/>
                  <a:gd name="T28" fmla="*/ 0 w 289"/>
                  <a:gd name="T29" fmla="*/ 255588 h 168"/>
                  <a:gd name="T30" fmla="*/ 0 w 289"/>
                  <a:gd name="T31" fmla="*/ 255588 h 168"/>
                  <a:gd name="T32" fmla="*/ 0 w 289"/>
                  <a:gd name="T33" fmla="*/ 0 h 168"/>
                  <a:gd name="T34" fmla="*/ 0 w 289"/>
                  <a:gd name="T35" fmla="*/ 0 h 16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289" h="168">
                    <a:moveTo>
                      <a:pt x="0" y="0"/>
                    </a:moveTo>
                    <a:lnTo>
                      <a:pt x="0" y="0"/>
                    </a:lnTo>
                    <a:lnTo>
                      <a:pt x="289" y="0"/>
                    </a:lnTo>
                    <a:lnTo>
                      <a:pt x="272" y="140"/>
                    </a:lnTo>
                    <a:lnTo>
                      <a:pt x="271" y="147"/>
                    </a:lnTo>
                    <a:lnTo>
                      <a:pt x="268" y="151"/>
                    </a:lnTo>
                    <a:lnTo>
                      <a:pt x="264" y="156"/>
                    </a:lnTo>
                    <a:lnTo>
                      <a:pt x="258" y="160"/>
                    </a:lnTo>
                    <a:lnTo>
                      <a:pt x="253" y="163"/>
                    </a:lnTo>
                    <a:lnTo>
                      <a:pt x="248" y="166"/>
                    </a:lnTo>
                    <a:lnTo>
                      <a:pt x="235" y="168"/>
                    </a:lnTo>
                    <a:lnTo>
                      <a:pt x="0" y="1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9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40" name="îṣ1íḓé">
                <a:extLst>
                  <a:ext uri="{FF2B5EF4-FFF2-40B4-BE49-F238E27FC236}">
                    <a16:creationId xmlns:a16="http://schemas.microsoft.com/office/drawing/2014/main" id="{2849661E-3659-2D4E-A2C6-5933EE3D18E9}"/>
                  </a:ext>
                </a:extLst>
              </p:cNvPr>
              <p:cNvSpPr/>
              <p:nvPr/>
            </p:nvSpPr>
            <p:spPr bwMode="auto">
              <a:xfrm>
                <a:off x="2613014" y="4814638"/>
                <a:ext cx="408809" cy="239548"/>
              </a:xfrm>
              <a:custGeom>
                <a:avLst/>
                <a:gdLst>
                  <a:gd name="T0" fmla="*/ 0 w 285"/>
                  <a:gd name="T1" fmla="*/ 0 h 167"/>
                  <a:gd name="T2" fmla="*/ 0 w 285"/>
                  <a:gd name="T3" fmla="*/ 0 h 167"/>
                  <a:gd name="T4" fmla="*/ 452438 w 285"/>
                  <a:gd name="T5" fmla="*/ 0 h 167"/>
                  <a:gd name="T6" fmla="*/ 452438 w 285"/>
                  <a:gd name="T7" fmla="*/ 0 h 167"/>
                  <a:gd name="T8" fmla="*/ 425450 w 285"/>
                  <a:gd name="T9" fmla="*/ 222250 h 167"/>
                  <a:gd name="T10" fmla="*/ 425450 w 285"/>
                  <a:gd name="T11" fmla="*/ 222250 h 167"/>
                  <a:gd name="T12" fmla="*/ 423863 w 285"/>
                  <a:gd name="T13" fmla="*/ 233363 h 167"/>
                  <a:gd name="T14" fmla="*/ 419100 w 285"/>
                  <a:gd name="T15" fmla="*/ 239713 h 167"/>
                  <a:gd name="T16" fmla="*/ 412750 w 285"/>
                  <a:gd name="T17" fmla="*/ 247650 h 167"/>
                  <a:gd name="T18" fmla="*/ 403225 w 285"/>
                  <a:gd name="T19" fmla="*/ 254000 h 167"/>
                  <a:gd name="T20" fmla="*/ 395288 w 285"/>
                  <a:gd name="T21" fmla="*/ 258763 h 167"/>
                  <a:gd name="T22" fmla="*/ 387350 w 285"/>
                  <a:gd name="T23" fmla="*/ 263525 h 167"/>
                  <a:gd name="T24" fmla="*/ 366713 w 285"/>
                  <a:gd name="T25" fmla="*/ 265113 h 167"/>
                  <a:gd name="T26" fmla="*/ 366713 w 285"/>
                  <a:gd name="T27" fmla="*/ 265113 h 167"/>
                  <a:gd name="T28" fmla="*/ 0 w 285"/>
                  <a:gd name="T29" fmla="*/ 254000 h 167"/>
                  <a:gd name="T30" fmla="*/ 0 w 285"/>
                  <a:gd name="T31" fmla="*/ 254000 h 167"/>
                  <a:gd name="T32" fmla="*/ 0 w 285"/>
                  <a:gd name="T33" fmla="*/ 0 h 167"/>
                  <a:gd name="T34" fmla="*/ 0 w 285"/>
                  <a:gd name="T35" fmla="*/ 0 h 16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285" h="167">
                    <a:moveTo>
                      <a:pt x="0" y="0"/>
                    </a:moveTo>
                    <a:lnTo>
                      <a:pt x="0" y="0"/>
                    </a:lnTo>
                    <a:lnTo>
                      <a:pt x="285" y="0"/>
                    </a:lnTo>
                    <a:lnTo>
                      <a:pt x="268" y="140"/>
                    </a:lnTo>
                    <a:lnTo>
                      <a:pt x="267" y="147"/>
                    </a:lnTo>
                    <a:lnTo>
                      <a:pt x="264" y="151"/>
                    </a:lnTo>
                    <a:lnTo>
                      <a:pt x="260" y="156"/>
                    </a:lnTo>
                    <a:lnTo>
                      <a:pt x="254" y="160"/>
                    </a:lnTo>
                    <a:lnTo>
                      <a:pt x="249" y="163"/>
                    </a:lnTo>
                    <a:lnTo>
                      <a:pt x="244" y="166"/>
                    </a:lnTo>
                    <a:lnTo>
                      <a:pt x="231" y="167"/>
                    </a:lnTo>
                    <a:lnTo>
                      <a:pt x="0" y="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9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41" name="îŝliḓe">
                <a:extLst>
                  <a:ext uri="{FF2B5EF4-FFF2-40B4-BE49-F238E27FC236}">
                    <a16:creationId xmlns:a16="http://schemas.microsoft.com/office/drawing/2014/main" id="{A77EC7CF-5747-EA45-B081-DD0246FD794A}"/>
                  </a:ext>
                </a:extLst>
              </p:cNvPr>
              <p:cNvSpPr/>
              <p:nvPr/>
            </p:nvSpPr>
            <p:spPr bwMode="auto">
              <a:xfrm>
                <a:off x="2618752" y="4814638"/>
                <a:ext cx="403071" cy="239548"/>
              </a:xfrm>
              <a:custGeom>
                <a:avLst/>
                <a:gdLst>
                  <a:gd name="T0" fmla="*/ 0 w 281"/>
                  <a:gd name="T1" fmla="*/ 0 h 167"/>
                  <a:gd name="T2" fmla="*/ 0 w 281"/>
                  <a:gd name="T3" fmla="*/ 0 h 167"/>
                  <a:gd name="T4" fmla="*/ 446088 w 281"/>
                  <a:gd name="T5" fmla="*/ 0 h 167"/>
                  <a:gd name="T6" fmla="*/ 446088 w 281"/>
                  <a:gd name="T7" fmla="*/ 0 h 167"/>
                  <a:gd name="T8" fmla="*/ 419100 w 281"/>
                  <a:gd name="T9" fmla="*/ 222250 h 167"/>
                  <a:gd name="T10" fmla="*/ 419100 w 281"/>
                  <a:gd name="T11" fmla="*/ 222250 h 167"/>
                  <a:gd name="T12" fmla="*/ 417513 w 281"/>
                  <a:gd name="T13" fmla="*/ 230188 h 167"/>
                  <a:gd name="T14" fmla="*/ 412750 w 281"/>
                  <a:gd name="T15" fmla="*/ 239713 h 167"/>
                  <a:gd name="T16" fmla="*/ 406400 w 281"/>
                  <a:gd name="T17" fmla="*/ 247650 h 167"/>
                  <a:gd name="T18" fmla="*/ 396875 w 281"/>
                  <a:gd name="T19" fmla="*/ 254000 h 167"/>
                  <a:gd name="T20" fmla="*/ 388938 w 281"/>
                  <a:gd name="T21" fmla="*/ 258763 h 167"/>
                  <a:gd name="T22" fmla="*/ 381000 w 281"/>
                  <a:gd name="T23" fmla="*/ 263525 h 167"/>
                  <a:gd name="T24" fmla="*/ 363538 w 281"/>
                  <a:gd name="T25" fmla="*/ 265113 h 167"/>
                  <a:gd name="T26" fmla="*/ 363538 w 281"/>
                  <a:gd name="T27" fmla="*/ 265113 h 167"/>
                  <a:gd name="T28" fmla="*/ 0 w 281"/>
                  <a:gd name="T29" fmla="*/ 252413 h 167"/>
                  <a:gd name="T30" fmla="*/ 0 w 281"/>
                  <a:gd name="T31" fmla="*/ 252413 h 167"/>
                  <a:gd name="T32" fmla="*/ 0 w 281"/>
                  <a:gd name="T33" fmla="*/ 0 h 167"/>
                  <a:gd name="T34" fmla="*/ 0 w 281"/>
                  <a:gd name="T35" fmla="*/ 0 h 16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281" h="167">
                    <a:moveTo>
                      <a:pt x="0" y="0"/>
                    </a:moveTo>
                    <a:lnTo>
                      <a:pt x="0" y="0"/>
                    </a:lnTo>
                    <a:lnTo>
                      <a:pt x="281" y="0"/>
                    </a:lnTo>
                    <a:lnTo>
                      <a:pt x="264" y="140"/>
                    </a:lnTo>
                    <a:lnTo>
                      <a:pt x="263" y="145"/>
                    </a:lnTo>
                    <a:lnTo>
                      <a:pt x="260" y="151"/>
                    </a:lnTo>
                    <a:lnTo>
                      <a:pt x="256" y="156"/>
                    </a:lnTo>
                    <a:lnTo>
                      <a:pt x="250" y="160"/>
                    </a:lnTo>
                    <a:lnTo>
                      <a:pt x="245" y="163"/>
                    </a:lnTo>
                    <a:lnTo>
                      <a:pt x="240" y="166"/>
                    </a:lnTo>
                    <a:lnTo>
                      <a:pt x="229" y="167"/>
                    </a:lnTo>
                    <a:lnTo>
                      <a:pt x="0" y="1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A9A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42" name="íš1ïḋé">
                <a:extLst>
                  <a:ext uri="{FF2B5EF4-FFF2-40B4-BE49-F238E27FC236}">
                    <a16:creationId xmlns:a16="http://schemas.microsoft.com/office/drawing/2014/main" id="{3898D17F-11CE-86AA-C84F-02D62F5F35C4}"/>
                  </a:ext>
                </a:extLst>
              </p:cNvPr>
              <p:cNvSpPr/>
              <p:nvPr/>
            </p:nvSpPr>
            <p:spPr bwMode="auto">
              <a:xfrm>
                <a:off x="2623054" y="4814638"/>
                <a:ext cx="398768" cy="239548"/>
              </a:xfrm>
              <a:custGeom>
                <a:avLst/>
                <a:gdLst>
                  <a:gd name="T0" fmla="*/ 1588 w 278"/>
                  <a:gd name="T1" fmla="*/ 0 h 167"/>
                  <a:gd name="T2" fmla="*/ 1588 w 278"/>
                  <a:gd name="T3" fmla="*/ 0 h 167"/>
                  <a:gd name="T4" fmla="*/ 441325 w 278"/>
                  <a:gd name="T5" fmla="*/ 0 h 167"/>
                  <a:gd name="T6" fmla="*/ 441325 w 278"/>
                  <a:gd name="T7" fmla="*/ 0 h 167"/>
                  <a:gd name="T8" fmla="*/ 414338 w 278"/>
                  <a:gd name="T9" fmla="*/ 222250 h 167"/>
                  <a:gd name="T10" fmla="*/ 414338 w 278"/>
                  <a:gd name="T11" fmla="*/ 222250 h 167"/>
                  <a:gd name="T12" fmla="*/ 412750 w 278"/>
                  <a:gd name="T13" fmla="*/ 230188 h 167"/>
                  <a:gd name="T14" fmla="*/ 407988 w 278"/>
                  <a:gd name="T15" fmla="*/ 239713 h 167"/>
                  <a:gd name="T16" fmla="*/ 401638 w 278"/>
                  <a:gd name="T17" fmla="*/ 247650 h 167"/>
                  <a:gd name="T18" fmla="*/ 392113 w 278"/>
                  <a:gd name="T19" fmla="*/ 252413 h 167"/>
                  <a:gd name="T20" fmla="*/ 384175 w 278"/>
                  <a:gd name="T21" fmla="*/ 258763 h 167"/>
                  <a:gd name="T22" fmla="*/ 376238 w 278"/>
                  <a:gd name="T23" fmla="*/ 263525 h 167"/>
                  <a:gd name="T24" fmla="*/ 358775 w 278"/>
                  <a:gd name="T25" fmla="*/ 265113 h 167"/>
                  <a:gd name="T26" fmla="*/ 358775 w 278"/>
                  <a:gd name="T27" fmla="*/ 265113 h 167"/>
                  <a:gd name="T28" fmla="*/ 0 w 278"/>
                  <a:gd name="T29" fmla="*/ 249238 h 167"/>
                  <a:gd name="T30" fmla="*/ 0 w 278"/>
                  <a:gd name="T31" fmla="*/ 249238 h 167"/>
                  <a:gd name="T32" fmla="*/ 1588 w 278"/>
                  <a:gd name="T33" fmla="*/ 0 h 167"/>
                  <a:gd name="T34" fmla="*/ 1588 w 278"/>
                  <a:gd name="T35" fmla="*/ 0 h 16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278" h="167">
                    <a:moveTo>
                      <a:pt x="1" y="0"/>
                    </a:moveTo>
                    <a:lnTo>
                      <a:pt x="1" y="0"/>
                    </a:lnTo>
                    <a:lnTo>
                      <a:pt x="278" y="0"/>
                    </a:lnTo>
                    <a:lnTo>
                      <a:pt x="261" y="140"/>
                    </a:lnTo>
                    <a:lnTo>
                      <a:pt x="260" y="145"/>
                    </a:lnTo>
                    <a:lnTo>
                      <a:pt x="257" y="151"/>
                    </a:lnTo>
                    <a:lnTo>
                      <a:pt x="253" y="156"/>
                    </a:lnTo>
                    <a:lnTo>
                      <a:pt x="247" y="159"/>
                    </a:lnTo>
                    <a:lnTo>
                      <a:pt x="242" y="163"/>
                    </a:lnTo>
                    <a:lnTo>
                      <a:pt x="237" y="166"/>
                    </a:lnTo>
                    <a:lnTo>
                      <a:pt x="226" y="167"/>
                    </a:lnTo>
                    <a:lnTo>
                      <a:pt x="0" y="15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9A9A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43" name="iṧľïḍe">
                <a:extLst>
                  <a:ext uri="{FF2B5EF4-FFF2-40B4-BE49-F238E27FC236}">
                    <a16:creationId xmlns:a16="http://schemas.microsoft.com/office/drawing/2014/main" id="{ABF7DF7E-C72D-B8C9-143A-A166B9A601B3}"/>
                  </a:ext>
                </a:extLst>
              </p:cNvPr>
              <p:cNvSpPr/>
              <p:nvPr/>
            </p:nvSpPr>
            <p:spPr bwMode="auto">
              <a:xfrm>
                <a:off x="2628792" y="4814638"/>
                <a:ext cx="393030" cy="239548"/>
              </a:xfrm>
              <a:custGeom>
                <a:avLst/>
                <a:gdLst>
                  <a:gd name="T0" fmla="*/ 1588 w 274"/>
                  <a:gd name="T1" fmla="*/ 0 h 167"/>
                  <a:gd name="T2" fmla="*/ 1588 w 274"/>
                  <a:gd name="T3" fmla="*/ 0 h 167"/>
                  <a:gd name="T4" fmla="*/ 434975 w 274"/>
                  <a:gd name="T5" fmla="*/ 0 h 167"/>
                  <a:gd name="T6" fmla="*/ 434975 w 274"/>
                  <a:gd name="T7" fmla="*/ 0 h 167"/>
                  <a:gd name="T8" fmla="*/ 407988 w 274"/>
                  <a:gd name="T9" fmla="*/ 222250 h 167"/>
                  <a:gd name="T10" fmla="*/ 407988 w 274"/>
                  <a:gd name="T11" fmla="*/ 222250 h 167"/>
                  <a:gd name="T12" fmla="*/ 406400 w 274"/>
                  <a:gd name="T13" fmla="*/ 230188 h 167"/>
                  <a:gd name="T14" fmla="*/ 401638 w 274"/>
                  <a:gd name="T15" fmla="*/ 239713 h 167"/>
                  <a:gd name="T16" fmla="*/ 395288 w 274"/>
                  <a:gd name="T17" fmla="*/ 247650 h 167"/>
                  <a:gd name="T18" fmla="*/ 388938 w 274"/>
                  <a:gd name="T19" fmla="*/ 252413 h 167"/>
                  <a:gd name="T20" fmla="*/ 379413 w 274"/>
                  <a:gd name="T21" fmla="*/ 258763 h 167"/>
                  <a:gd name="T22" fmla="*/ 369888 w 274"/>
                  <a:gd name="T23" fmla="*/ 260350 h 167"/>
                  <a:gd name="T24" fmla="*/ 352425 w 274"/>
                  <a:gd name="T25" fmla="*/ 265113 h 167"/>
                  <a:gd name="T26" fmla="*/ 352425 w 274"/>
                  <a:gd name="T27" fmla="*/ 265113 h 167"/>
                  <a:gd name="T28" fmla="*/ 0 w 274"/>
                  <a:gd name="T29" fmla="*/ 247650 h 167"/>
                  <a:gd name="T30" fmla="*/ 0 w 274"/>
                  <a:gd name="T31" fmla="*/ 247650 h 167"/>
                  <a:gd name="T32" fmla="*/ 1588 w 274"/>
                  <a:gd name="T33" fmla="*/ 0 h 167"/>
                  <a:gd name="T34" fmla="*/ 1588 w 274"/>
                  <a:gd name="T35" fmla="*/ 0 h 16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274" h="167">
                    <a:moveTo>
                      <a:pt x="1" y="0"/>
                    </a:moveTo>
                    <a:lnTo>
                      <a:pt x="1" y="0"/>
                    </a:lnTo>
                    <a:lnTo>
                      <a:pt x="274" y="0"/>
                    </a:lnTo>
                    <a:lnTo>
                      <a:pt x="257" y="140"/>
                    </a:lnTo>
                    <a:lnTo>
                      <a:pt x="256" y="145"/>
                    </a:lnTo>
                    <a:lnTo>
                      <a:pt x="253" y="151"/>
                    </a:lnTo>
                    <a:lnTo>
                      <a:pt x="249" y="156"/>
                    </a:lnTo>
                    <a:lnTo>
                      <a:pt x="245" y="159"/>
                    </a:lnTo>
                    <a:lnTo>
                      <a:pt x="239" y="163"/>
                    </a:lnTo>
                    <a:lnTo>
                      <a:pt x="233" y="164"/>
                    </a:lnTo>
                    <a:lnTo>
                      <a:pt x="222" y="167"/>
                    </a:lnTo>
                    <a:lnTo>
                      <a:pt x="0" y="15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9B9B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44" name="î$1iḓé">
                <a:extLst>
                  <a:ext uri="{FF2B5EF4-FFF2-40B4-BE49-F238E27FC236}">
                    <a16:creationId xmlns:a16="http://schemas.microsoft.com/office/drawing/2014/main" id="{EC0809F9-AEAA-9B86-4EF2-5E463C7B20CF}"/>
                  </a:ext>
                </a:extLst>
              </p:cNvPr>
              <p:cNvSpPr/>
              <p:nvPr/>
            </p:nvSpPr>
            <p:spPr bwMode="auto">
              <a:xfrm>
                <a:off x="2634530" y="4814638"/>
                <a:ext cx="387292" cy="239548"/>
              </a:xfrm>
              <a:custGeom>
                <a:avLst/>
                <a:gdLst>
                  <a:gd name="T0" fmla="*/ 0 w 270"/>
                  <a:gd name="T1" fmla="*/ 0 h 167"/>
                  <a:gd name="T2" fmla="*/ 0 w 270"/>
                  <a:gd name="T3" fmla="*/ 0 h 167"/>
                  <a:gd name="T4" fmla="*/ 428625 w 270"/>
                  <a:gd name="T5" fmla="*/ 0 h 167"/>
                  <a:gd name="T6" fmla="*/ 428625 w 270"/>
                  <a:gd name="T7" fmla="*/ 0 h 167"/>
                  <a:gd name="T8" fmla="*/ 401638 w 270"/>
                  <a:gd name="T9" fmla="*/ 222250 h 167"/>
                  <a:gd name="T10" fmla="*/ 401638 w 270"/>
                  <a:gd name="T11" fmla="*/ 222250 h 167"/>
                  <a:gd name="T12" fmla="*/ 400050 w 270"/>
                  <a:gd name="T13" fmla="*/ 230188 h 167"/>
                  <a:gd name="T14" fmla="*/ 395288 w 270"/>
                  <a:gd name="T15" fmla="*/ 239713 h 167"/>
                  <a:gd name="T16" fmla="*/ 388938 w 270"/>
                  <a:gd name="T17" fmla="*/ 246063 h 167"/>
                  <a:gd name="T18" fmla="*/ 382588 w 270"/>
                  <a:gd name="T19" fmla="*/ 252413 h 167"/>
                  <a:gd name="T20" fmla="*/ 373063 w 270"/>
                  <a:gd name="T21" fmla="*/ 258763 h 167"/>
                  <a:gd name="T22" fmla="*/ 365125 w 270"/>
                  <a:gd name="T23" fmla="*/ 260350 h 167"/>
                  <a:gd name="T24" fmla="*/ 347663 w 270"/>
                  <a:gd name="T25" fmla="*/ 265113 h 167"/>
                  <a:gd name="T26" fmla="*/ 347663 w 270"/>
                  <a:gd name="T27" fmla="*/ 265113 h 167"/>
                  <a:gd name="T28" fmla="*/ 0 w 270"/>
                  <a:gd name="T29" fmla="*/ 247650 h 167"/>
                  <a:gd name="T30" fmla="*/ 0 w 270"/>
                  <a:gd name="T31" fmla="*/ 247650 h 167"/>
                  <a:gd name="T32" fmla="*/ 0 w 270"/>
                  <a:gd name="T33" fmla="*/ 0 h 167"/>
                  <a:gd name="T34" fmla="*/ 0 w 270"/>
                  <a:gd name="T35" fmla="*/ 0 h 16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270" h="167">
                    <a:moveTo>
                      <a:pt x="0" y="0"/>
                    </a:moveTo>
                    <a:lnTo>
                      <a:pt x="0" y="0"/>
                    </a:lnTo>
                    <a:lnTo>
                      <a:pt x="270" y="0"/>
                    </a:lnTo>
                    <a:lnTo>
                      <a:pt x="253" y="140"/>
                    </a:lnTo>
                    <a:lnTo>
                      <a:pt x="252" y="145"/>
                    </a:lnTo>
                    <a:lnTo>
                      <a:pt x="249" y="151"/>
                    </a:lnTo>
                    <a:lnTo>
                      <a:pt x="245" y="155"/>
                    </a:lnTo>
                    <a:lnTo>
                      <a:pt x="241" y="159"/>
                    </a:lnTo>
                    <a:lnTo>
                      <a:pt x="235" y="163"/>
                    </a:lnTo>
                    <a:lnTo>
                      <a:pt x="230" y="164"/>
                    </a:lnTo>
                    <a:lnTo>
                      <a:pt x="219" y="167"/>
                    </a:lnTo>
                    <a:lnTo>
                      <a:pt x="0" y="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C9C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45" name="îS1îďê">
                <a:extLst>
                  <a:ext uri="{FF2B5EF4-FFF2-40B4-BE49-F238E27FC236}">
                    <a16:creationId xmlns:a16="http://schemas.microsoft.com/office/drawing/2014/main" id="{7383DC72-9B61-DB51-2D3F-806964C58BD1}"/>
                  </a:ext>
                </a:extLst>
              </p:cNvPr>
              <p:cNvSpPr/>
              <p:nvPr/>
            </p:nvSpPr>
            <p:spPr bwMode="auto">
              <a:xfrm>
                <a:off x="2640267" y="4814638"/>
                <a:ext cx="381555" cy="239548"/>
              </a:xfrm>
              <a:custGeom>
                <a:avLst/>
                <a:gdLst>
                  <a:gd name="T0" fmla="*/ 0 w 266"/>
                  <a:gd name="T1" fmla="*/ 0 h 167"/>
                  <a:gd name="T2" fmla="*/ 0 w 266"/>
                  <a:gd name="T3" fmla="*/ 0 h 167"/>
                  <a:gd name="T4" fmla="*/ 422275 w 266"/>
                  <a:gd name="T5" fmla="*/ 0 h 167"/>
                  <a:gd name="T6" fmla="*/ 422275 w 266"/>
                  <a:gd name="T7" fmla="*/ 0 h 167"/>
                  <a:gd name="T8" fmla="*/ 395288 w 266"/>
                  <a:gd name="T9" fmla="*/ 222250 h 167"/>
                  <a:gd name="T10" fmla="*/ 395288 w 266"/>
                  <a:gd name="T11" fmla="*/ 222250 h 167"/>
                  <a:gd name="T12" fmla="*/ 393700 w 266"/>
                  <a:gd name="T13" fmla="*/ 230188 h 167"/>
                  <a:gd name="T14" fmla="*/ 388938 w 266"/>
                  <a:gd name="T15" fmla="*/ 239713 h 167"/>
                  <a:gd name="T16" fmla="*/ 382588 w 266"/>
                  <a:gd name="T17" fmla="*/ 246063 h 167"/>
                  <a:gd name="T18" fmla="*/ 376238 w 266"/>
                  <a:gd name="T19" fmla="*/ 252413 h 167"/>
                  <a:gd name="T20" fmla="*/ 358775 w 266"/>
                  <a:gd name="T21" fmla="*/ 260350 h 167"/>
                  <a:gd name="T22" fmla="*/ 341313 w 266"/>
                  <a:gd name="T23" fmla="*/ 265113 h 167"/>
                  <a:gd name="T24" fmla="*/ 341313 w 266"/>
                  <a:gd name="T25" fmla="*/ 265113 h 167"/>
                  <a:gd name="T26" fmla="*/ 0 w 266"/>
                  <a:gd name="T27" fmla="*/ 246063 h 167"/>
                  <a:gd name="T28" fmla="*/ 0 w 266"/>
                  <a:gd name="T29" fmla="*/ 246063 h 167"/>
                  <a:gd name="T30" fmla="*/ 0 w 266"/>
                  <a:gd name="T31" fmla="*/ 0 h 167"/>
                  <a:gd name="T32" fmla="*/ 0 w 266"/>
                  <a:gd name="T33" fmla="*/ 0 h 16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66" h="167">
                    <a:moveTo>
                      <a:pt x="0" y="0"/>
                    </a:moveTo>
                    <a:lnTo>
                      <a:pt x="0" y="0"/>
                    </a:lnTo>
                    <a:lnTo>
                      <a:pt x="266" y="0"/>
                    </a:lnTo>
                    <a:lnTo>
                      <a:pt x="249" y="140"/>
                    </a:lnTo>
                    <a:lnTo>
                      <a:pt x="248" y="145"/>
                    </a:lnTo>
                    <a:lnTo>
                      <a:pt x="245" y="151"/>
                    </a:lnTo>
                    <a:lnTo>
                      <a:pt x="241" y="155"/>
                    </a:lnTo>
                    <a:lnTo>
                      <a:pt x="237" y="159"/>
                    </a:lnTo>
                    <a:lnTo>
                      <a:pt x="226" y="164"/>
                    </a:lnTo>
                    <a:lnTo>
                      <a:pt x="215" y="167"/>
                    </a:lnTo>
                    <a:lnTo>
                      <a:pt x="0" y="1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C9C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46" name="iS1íḓê">
                <a:extLst>
                  <a:ext uri="{FF2B5EF4-FFF2-40B4-BE49-F238E27FC236}">
                    <a16:creationId xmlns:a16="http://schemas.microsoft.com/office/drawing/2014/main" id="{887329D9-8A9C-6CFE-4594-B93CF6324316}"/>
                  </a:ext>
                </a:extLst>
              </p:cNvPr>
              <p:cNvSpPr/>
              <p:nvPr/>
            </p:nvSpPr>
            <p:spPr bwMode="auto">
              <a:xfrm>
                <a:off x="2643136" y="4814638"/>
                <a:ext cx="378686" cy="239548"/>
              </a:xfrm>
              <a:custGeom>
                <a:avLst/>
                <a:gdLst>
                  <a:gd name="T0" fmla="*/ 3175 w 264"/>
                  <a:gd name="T1" fmla="*/ 0 h 167"/>
                  <a:gd name="T2" fmla="*/ 3175 w 264"/>
                  <a:gd name="T3" fmla="*/ 0 h 167"/>
                  <a:gd name="T4" fmla="*/ 419100 w 264"/>
                  <a:gd name="T5" fmla="*/ 0 h 167"/>
                  <a:gd name="T6" fmla="*/ 419100 w 264"/>
                  <a:gd name="T7" fmla="*/ 0 h 167"/>
                  <a:gd name="T8" fmla="*/ 392113 w 264"/>
                  <a:gd name="T9" fmla="*/ 222250 h 167"/>
                  <a:gd name="T10" fmla="*/ 392113 w 264"/>
                  <a:gd name="T11" fmla="*/ 222250 h 167"/>
                  <a:gd name="T12" fmla="*/ 390525 w 264"/>
                  <a:gd name="T13" fmla="*/ 230188 h 167"/>
                  <a:gd name="T14" fmla="*/ 385763 w 264"/>
                  <a:gd name="T15" fmla="*/ 239713 h 167"/>
                  <a:gd name="T16" fmla="*/ 379413 w 264"/>
                  <a:gd name="T17" fmla="*/ 246063 h 167"/>
                  <a:gd name="T18" fmla="*/ 373063 w 264"/>
                  <a:gd name="T19" fmla="*/ 252413 h 167"/>
                  <a:gd name="T20" fmla="*/ 355600 w 264"/>
                  <a:gd name="T21" fmla="*/ 260350 h 167"/>
                  <a:gd name="T22" fmla="*/ 338138 w 264"/>
                  <a:gd name="T23" fmla="*/ 265113 h 167"/>
                  <a:gd name="T24" fmla="*/ 338138 w 264"/>
                  <a:gd name="T25" fmla="*/ 265113 h 167"/>
                  <a:gd name="T26" fmla="*/ 0 w 264"/>
                  <a:gd name="T27" fmla="*/ 242888 h 167"/>
                  <a:gd name="T28" fmla="*/ 0 w 264"/>
                  <a:gd name="T29" fmla="*/ 242888 h 167"/>
                  <a:gd name="T30" fmla="*/ 3175 w 264"/>
                  <a:gd name="T31" fmla="*/ 0 h 167"/>
                  <a:gd name="T32" fmla="*/ 3175 w 264"/>
                  <a:gd name="T33" fmla="*/ 0 h 16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64" h="167">
                    <a:moveTo>
                      <a:pt x="2" y="0"/>
                    </a:moveTo>
                    <a:lnTo>
                      <a:pt x="2" y="0"/>
                    </a:lnTo>
                    <a:lnTo>
                      <a:pt x="264" y="0"/>
                    </a:lnTo>
                    <a:lnTo>
                      <a:pt x="247" y="140"/>
                    </a:lnTo>
                    <a:lnTo>
                      <a:pt x="246" y="145"/>
                    </a:lnTo>
                    <a:lnTo>
                      <a:pt x="243" y="151"/>
                    </a:lnTo>
                    <a:lnTo>
                      <a:pt x="239" y="155"/>
                    </a:lnTo>
                    <a:lnTo>
                      <a:pt x="235" y="159"/>
                    </a:lnTo>
                    <a:lnTo>
                      <a:pt x="224" y="164"/>
                    </a:lnTo>
                    <a:lnTo>
                      <a:pt x="213" y="167"/>
                    </a:lnTo>
                    <a:lnTo>
                      <a:pt x="0" y="153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9D9D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47" name="îṥḻíḑê">
                <a:extLst>
                  <a:ext uri="{FF2B5EF4-FFF2-40B4-BE49-F238E27FC236}">
                    <a16:creationId xmlns:a16="http://schemas.microsoft.com/office/drawing/2014/main" id="{2DCCBCC6-0BDB-EBCB-DF15-4B45B7EC65C1}"/>
                  </a:ext>
                </a:extLst>
              </p:cNvPr>
              <p:cNvSpPr/>
              <p:nvPr/>
            </p:nvSpPr>
            <p:spPr bwMode="auto">
              <a:xfrm>
                <a:off x="2648874" y="4814638"/>
                <a:ext cx="372948" cy="239548"/>
              </a:xfrm>
              <a:custGeom>
                <a:avLst/>
                <a:gdLst>
                  <a:gd name="T0" fmla="*/ 3175 w 260"/>
                  <a:gd name="T1" fmla="*/ 0 h 167"/>
                  <a:gd name="T2" fmla="*/ 3175 w 260"/>
                  <a:gd name="T3" fmla="*/ 0 h 167"/>
                  <a:gd name="T4" fmla="*/ 412750 w 260"/>
                  <a:gd name="T5" fmla="*/ 0 h 167"/>
                  <a:gd name="T6" fmla="*/ 412750 w 260"/>
                  <a:gd name="T7" fmla="*/ 0 h 167"/>
                  <a:gd name="T8" fmla="*/ 385763 w 260"/>
                  <a:gd name="T9" fmla="*/ 222250 h 167"/>
                  <a:gd name="T10" fmla="*/ 385763 w 260"/>
                  <a:gd name="T11" fmla="*/ 222250 h 167"/>
                  <a:gd name="T12" fmla="*/ 384175 w 260"/>
                  <a:gd name="T13" fmla="*/ 230188 h 167"/>
                  <a:gd name="T14" fmla="*/ 379413 w 260"/>
                  <a:gd name="T15" fmla="*/ 239713 h 167"/>
                  <a:gd name="T16" fmla="*/ 373063 w 260"/>
                  <a:gd name="T17" fmla="*/ 246063 h 167"/>
                  <a:gd name="T18" fmla="*/ 366713 w 260"/>
                  <a:gd name="T19" fmla="*/ 252413 h 167"/>
                  <a:gd name="T20" fmla="*/ 349250 w 260"/>
                  <a:gd name="T21" fmla="*/ 260350 h 167"/>
                  <a:gd name="T22" fmla="*/ 331788 w 260"/>
                  <a:gd name="T23" fmla="*/ 265113 h 167"/>
                  <a:gd name="T24" fmla="*/ 331788 w 260"/>
                  <a:gd name="T25" fmla="*/ 265113 h 167"/>
                  <a:gd name="T26" fmla="*/ 0 w 260"/>
                  <a:gd name="T27" fmla="*/ 241300 h 167"/>
                  <a:gd name="T28" fmla="*/ 0 w 260"/>
                  <a:gd name="T29" fmla="*/ 241300 h 167"/>
                  <a:gd name="T30" fmla="*/ 3175 w 260"/>
                  <a:gd name="T31" fmla="*/ 0 h 167"/>
                  <a:gd name="T32" fmla="*/ 3175 w 260"/>
                  <a:gd name="T33" fmla="*/ 0 h 16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60" h="167">
                    <a:moveTo>
                      <a:pt x="2" y="0"/>
                    </a:moveTo>
                    <a:lnTo>
                      <a:pt x="2" y="0"/>
                    </a:lnTo>
                    <a:lnTo>
                      <a:pt x="260" y="0"/>
                    </a:lnTo>
                    <a:lnTo>
                      <a:pt x="243" y="140"/>
                    </a:lnTo>
                    <a:lnTo>
                      <a:pt x="242" y="145"/>
                    </a:lnTo>
                    <a:lnTo>
                      <a:pt x="239" y="151"/>
                    </a:lnTo>
                    <a:lnTo>
                      <a:pt x="235" y="155"/>
                    </a:lnTo>
                    <a:lnTo>
                      <a:pt x="231" y="159"/>
                    </a:lnTo>
                    <a:lnTo>
                      <a:pt x="220" y="164"/>
                    </a:lnTo>
                    <a:lnTo>
                      <a:pt x="209" y="167"/>
                    </a:lnTo>
                    <a:lnTo>
                      <a:pt x="0" y="15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9D9D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48" name="íṣľídè">
                <a:extLst>
                  <a:ext uri="{FF2B5EF4-FFF2-40B4-BE49-F238E27FC236}">
                    <a16:creationId xmlns:a16="http://schemas.microsoft.com/office/drawing/2014/main" id="{46D87A7A-D037-03E8-BDE0-073173EE415A}"/>
                  </a:ext>
                </a:extLst>
              </p:cNvPr>
              <p:cNvSpPr/>
              <p:nvPr/>
            </p:nvSpPr>
            <p:spPr bwMode="auto">
              <a:xfrm>
                <a:off x="2656046" y="4814638"/>
                <a:ext cx="365777" cy="239548"/>
              </a:xfrm>
              <a:custGeom>
                <a:avLst/>
                <a:gdLst>
                  <a:gd name="T0" fmla="*/ 1588 w 255"/>
                  <a:gd name="T1" fmla="*/ 0 h 167"/>
                  <a:gd name="T2" fmla="*/ 1588 w 255"/>
                  <a:gd name="T3" fmla="*/ 0 h 167"/>
                  <a:gd name="T4" fmla="*/ 404813 w 255"/>
                  <a:gd name="T5" fmla="*/ 0 h 167"/>
                  <a:gd name="T6" fmla="*/ 404813 w 255"/>
                  <a:gd name="T7" fmla="*/ 0 h 167"/>
                  <a:gd name="T8" fmla="*/ 377825 w 255"/>
                  <a:gd name="T9" fmla="*/ 222250 h 167"/>
                  <a:gd name="T10" fmla="*/ 377825 w 255"/>
                  <a:gd name="T11" fmla="*/ 222250 h 167"/>
                  <a:gd name="T12" fmla="*/ 376238 w 255"/>
                  <a:gd name="T13" fmla="*/ 230188 h 167"/>
                  <a:gd name="T14" fmla="*/ 371475 w 255"/>
                  <a:gd name="T15" fmla="*/ 239713 h 167"/>
                  <a:gd name="T16" fmla="*/ 365125 w 255"/>
                  <a:gd name="T17" fmla="*/ 246063 h 167"/>
                  <a:gd name="T18" fmla="*/ 358775 w 255"/>
                  <a:gd name="T19" fmla="*/ 252413 h 167"/>
                  <a:gd name="T20" fmla="*/ 341313 w 255"/>
                  <a:gd name="T21" fmla="*/ 260350 h 167"/>
                  <a:gd name="T22" fmla="*/ 325438 w 255"/>
                  <a:gd name="T23" fmla="*/ 265113 h 167"/>
                  <a:gd name="T24" fmla="*/ 325438 w 255"/>
                  <a:gd name="T25" fmla="*/ 265113 h 167"/>
                  <a:gd name="T26" fmla="*/ 0 w 255"/>
                  <a:gd name="T27" fmla="*/ 239713 h 167"/>
                  <a:gd name="T28" fmla="*/ 0 w 255"/>
                  <a:gd name="T29" fmla="*/ 239713 h 167"/>
                  <a:gd name="T30" fmla="*/ 1588 w 255"/>
                  <a:gd name="T31" fmla="*/ 0 h 167"/>
                  <a:gd name="T32" fmla="*/ 1588 w 255"/>
                  <a:gd name="T33" fmla="*/ 0 h 16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55" h="167">
                    <a:moveTo>
                      <a:pt x="1" y="0"/>
                    </a:moveTo>
                    <a:lnTo>
                      <a:pt x="1" y="0"/>
                    </a:lnTo>
                    <a:lnTo>
                      <a:pt x="255" y="0"/>
                    </a:lnTo>
                    <a:lnTo>
                      <a:pt x="238" y="140"/>
                    </a:lnTo>
                    <a:lnTo>
                      <a:pt x="237" y="145"/>
                    </a:lnTo>
                    <a:lnTo>
                      <a:pt x="234" y="151"/>
                    </a:lnTo>
                    <a:lnTo>
                      <a:pt x="230" y="155"/>
                    </a:lnTo>
                    <a:lnTo>
                      <a:pt x="226" y="159"/>
                    </a:lnTo>
                    <a:lnTo>
                      <a:pt x="215" y="164"/>
                    </a:lnTo>
                    <a:lnTo>
                      <a:pt x="205" y="167"/>
                    </a:lnTo>
                    <a:lnTo>
                      <a:pt x="0" y="15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9E9E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49" name="ïšlïḑé">
                <a:extLst>
                  <a:ext uri="{FF2B5EF4-FFF2-40B4-BE49-F238E27FC236}">
                    <a16:creationId xmlns:a16="http://schemas.microsoft.com/office/drawing/2014/main" id="{8C7E220C-6167-CCA7-573E-6B540ACE2026}"/>
                  </a:ext>
                </a:extLst>
              </p:cNvPr>
              <p:cNvSpPr/>
              <p:nvPr/>
            </p:nvSpPr>
            <p:spPr bwMode="auto">
              <a:xfrm>
                <a:off x="2661784" y="4814638"/>
                <a:ext cx="360039" cy="239548"/>
              </a:xfrm>
              <a:custGeom>
                <a:avLst/>
                <a:gdLst>
                  <a:gd name="T0" fmla="*/ 1588 w 251"/>
                  <a:gd name="T1" fmla="*/ 0 h 167"/>
                  <a:gd name="T2" fmla="*/ 1588 w 251"/>
                  <a:gd name="T3" fmla="*/ 0 h 167"/>
                  <a:gd name="T4" fmla="*/ 398463 w 251"/>
                  <a:gd name="T5" fmla="*/ 0 h 167"/>
                  <a:gd name="T6" fmla="*/ 398463 w 251"/>
                  <a:gd name="T7" fmla="*/ 0 h 167"/>
                  <a:gd name="T8" fmla="*/ 371475 w 251"/>
                  <a:gd name="T9" fmla="*/ 222250 h 167"/>
                  <a:gd name="T10" fmla="*/ 371475 w 251"/>
                  <a:gd name="T11" fmla="*/ 222250 h 167"/>
                  <a:gd name="T12" fmla="*/ 369888 w 251"/>
                  <a:gd name="T13" fmla="*/ 230188 h 167"/>
                  <a:gd name="T14" fmla="*/ 365125 w 251"/>
                  <a:gd name="T15" fmla="*/ 239713 h 167"/>
                  <a:gd name="T16" fmla="*/ 358775 w 251"/>
                  <a:gd name="T17" fmla="*/ 246063 h 167"/>
                  <a:gd name="T18" fmla="*/ 352425 w 251"/>
                  <a:gd name="T19" fmla="*/ 252413 h 167"/>
                  <a:gd name="T20" fmla="*/ 336550 w 251"/>
                  <a:gd name="T21" fmla="*/ 260350 h 167"/>
                  <a:gd name="T22" fmla="*/ 319088 w 251"/>
                  <a:gd name="T23" fmla="*/ 265113 h 167"/>
                  <a:gd name="T24" fmla="*/ 319088 w 251"/>
                  <a:gd name="T25" fmla="*/ 265113 h 167"/>
                  <a:gd name="T26" fmla="*/ 0 w 251"/>
                  <a:gd name="T27" fmla="*/ 236538 h 167"/>
                  <a:gd name="T28" fmla="*/ 0 w 251"/>
                  <a:gd name="T29" fmla="*/ 236538 h 167"/>
                  <a:gd name="T30" fmla="*/ 1588 w 251"/>
                  <a:gd name="T31" fmla="*/ 0 h 167"/>
                  <a:gd name="T32" fmla="*/ 1588 w 251"/>
                  <a:gd name="T33" fmla="*/ 0 h 16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51" h="167">
                    <a:moveTo>
                      <a:pt x="1" y="0"/>
                    </a:moveTo>
                    <a:lnTo>
                      <a:pt x="1" y="0"/>
                    </a:lnTo>
                    <a:lnTo>
                      <a:pt x="251" y="0"/>
                    </a:lnTo>
                    <a:lnTo>
                      <a:pt x="234" y="140"/>
                    </a:lnTo>
                    <a:lnTo>
                      <a:pt x="233" y="145"/>
                    </a:lnTo>
                    <a:lnTo>
                      <a:pt x="230" y="151"/>
                    </a:lnTo>
                    <a:lnTo>
                      <a:pt x="226" y="155"/>
                    </a:lnTo>
                    <a:lnTo>
                      <a:pt x="222" y="159"/>
                    </a:lnTo>
                    <a:lnTo>
                      <a:pt x="212" y="164"/>
                    </a:lnTo>
                    <a:lnTo>
                      <a:pt x="201" y="167"/>
                    </a:lnTo>
                    <a:lnTo>
                      <a:pt x="0" y="14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9F9F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50" name="îṣḻîḑé">
                <a:extLst>
                  <a:ext uri="{FF2B5EF4-FFF2-40B4-BE49-F238E27FC236}">
                    <a16:creationId xmlns:a16="http://schemas.microsoft.com/office/drawing/2014/main" id="{A11143C1-D41D-6E3E-955C-6202C7B13D06}"/>
                  </a:ext>
                </a:extLst>
              </p:cNvPr>
              <p:cNvSpPr/>
              <p:nvPr/>
            </p:nvSpPr>
            <p:spPr bwMode="auto">
              <a:xfrm>
                <a:off x="2664653" y="4814638"/>
                <a:ext cx="357170" cy="238113"/>
              </a:xfrm>
              <a:custGeom>
                <a:avLst/>
                <a:gdLst>
                  <a:gd name="T0" fmla="*/ 3175 w 249"/>
                  <a:gd name="T1" fmla="*/ 0 h 166"/>
                  <a:gd name="T2" fmla="*/ 3175 w 249"/>
                  <a:gd name="T3" fmla="*/ 0 h 166"/>
                  <a:gd name="T4" fmla="*/ 395288 w 249"/>
                  <a:gd name="T5" fmla="*/ 0 h 166"/>
                  <a:gd name="T6" fmla="*/ 395288 w 249"/>
                  <a:gd name="T7" fmla="*/ 0 h 166"/>
                  <a:gd name="T8" fmla="*/ 368300 w 249"/>
                  <a:gd name="T9" fmla="*/ 222250 h 166"/>
                  <a:gd name="T10" fmla="*/ 368300 w 249"/>
                  <a:gd name="T11" fmla="*/ 222250 h 166"/>
                  <a:gd name="T12" fmla="*/ 366713 w 249"/>
                  <a:gd name="T13" fmla="*/ 230188 h 166"/>
                  <a:gd name="T14" fmla="*/ 361950 w 249"/>
                  <a:gd name="T15" fmla="*/ 239713 h 166"/>
                  <a:gd name="T16" fmla="*/ 357188 w 249"/>
                  <a:gd name="T17" fmla="*/ 246063 h 166"/>
                  <a:gd name="T18" fmla="*/ 349250 w 249"/>
                  <a:gd name="T19" fmla="*/ 252413 h 166"/>
                  <a:gd name="T20" fmla="*/ 333375 w 249"/>
                  <a:gd name="T21" fmla="*/ 260350 h 166"/>
                  <a:gd name="T22" fmla="*/ 315913 w 249"/>
                  <a:gd name="T23" fmla="*/ 263525 h 166"/>
                  <a:gd name="T24" fmla="*/ 315913 w 249"/>
                  <a:gd name="T25" fmla="*/ 263525 h 166"/>
                  <a:gd name="T26" fmla="*/ 0 w 249"/>
                  <a:gd name="T27" fmla="*/ 234950 h 166"/>
                  <a:gd name="T28" fmla="*/ 0 w 249"/>
                  <a:gd name="T29" fmla="*/ 234950 h 166"/>
                  <a:gd name="T30" fmla="*/ 3175 w 249"/>
                  <a:gd name="T31" fmla="*/ 0 h 166"/>
                  <a:gd name="T32" fmla="*/ 3175 w 249"/>
                  <a:gd name="T33" fmla="*/ 0 h 16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49" h="166">
                    <a:moveTo>
                      <a:pt x="2" y="0"/>
                    </a:moveTo>
                    <a:lnTo>
                      <a:pt x="2" y="0"/>
                    </a:lnTo>
                    <a:lnTo>
                      <a:pt x="249" y="0"/>
                    </a:lnTo>
                    <a:lnTo>
                      <a:pt x="232" y="140"/>
                    </a:lnTo>
                    <a:lnTo>
                      <a:pt x="231" y="145"/>
                    </a:lnTo>
                    <a:lnTo>
                      <a:pt x="228" y="151"/>
                    </a:lnTo>
                    <a:lnTo>
                      <a:pt x="225" y="155"/>
                    </a:lnTo>
                    <a:lnTo>
                      <a:pt x="220" y="159"/>
                    </a:lnTo>
                    <a:lnTo>
                      <a:pt x="210" y="164"/>
                    </a:lnTo>
                    <a:lnTo>
                      <a:pt x="199" y="166"/>
                    </a:lnTo>
                    <a:lnTo>
                      <a:pt x="0" y="148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9F9F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51" name="ïšḻíďe">
                <a:extLst>
                  <a:ext uri="{FF2B5EF4-FFF2-40B4-BE49-F238E27FC236}">
                    <a16:creationId xmlns:a16="http://schemas.microsoft.com/office/drawing/2014/main" id="{85B8534A-7D2D-D8EA-43C3-4D307E08F241}"/>
                  </a:ext>
                </a:extLst>
              </p:cNvPr>
              <p:cNvSpPr/>
              <p:nvPr/>
            </p:nvSpPr>
            <p:spPr bwMode="auto">
              <a:xfrm>
                <a:off x="2670391" y="4814638"/>
                <a:ext cx="351432" cy="238113"/>
              </a:xfrm>
              <a:custGeom>
                <a:avLst/>
                <a:gdLst>
                  <a:gd name="T0" fmla="*/ 3175 w 245"/>
                  <a:gd name="T1" fmla="*/ 0 h 166"/>
                  <a:gd name="T2" fmla="*/ 3175 w 245"/>
                  <a:gd name="T3" fmla="*/ 0 h 166"/>
                  <a:gd name="T4" fmla="*/ 388938 w 245"/>
                  <a:gd name="T5" fmla="*/ 0 h 166"/>
                  <a:gd name="T6" fmla="*/ 388938 w 245"/>
                  <a:gd name="T7" fmla="*/ 0 h 166"/>
                  <a:gd name="T8" fmla="*/ 361950 w 245"/>
                  <a:gd name="T9" fmla="*/ 222250 h 166"/>
                  <a:gd name="T10" fmla="*/ 361950 w 245"/>
                  <a:gd name="T11" fmla="*/ 222250 h 166"/>
                  <a:gd name="T12" fmla="*/ 360363 w 245"/>
                  <a:gd name="T13" fmla="*/ 230188 h 166"/>
                  <a:gd name="T14" fmla="*/ 355600 w 245"/>
                  <a:gd name="T15" fmla="*/ 239713 h 166"/>
                  <a:gd name="T16" fmla="*/ 350838 w 245"/>
                  <a:gd name="T17" fmla="*/ 246063 h 166"/>
                  <a:gd name="T18" fmla="*/ 342900 w 245"/>
                  <a:gd name="T19" fmla="*/ 252413 h 166"/>
                  <a:gd name="T20" fmla="*/ 327025 w 245"/>
                  <a:gd name="T21" fmla="*/ 258763 h 166"/>
                  <a:gd name="T22" fmla="*/ 309563 w 245"/>
                  <a:gd name="T23" fmla="*/ 263525 h 166"/>
                  <a:gd name="T24" fmla="*/ 309563 w 245"/>
                  <a:gd name="T25" fmla="*/ 263525 h 166"/>
                  <a:gd name="T26" fmla="*/ 0 w 245"/>
                  <a:gd name="T27" fmla="*/ 234950 h 166"/>
                  <a:gd name="T28" fmla="*/ 0 w 245"/>
                  <a:gd name="T29" fmla="*/ 234950 h 166"/>
                  <a:gd name="T30" fmla="*/ 3175 w 245"/>
                  <a:gd name="T31" fmla="*/ 0 h 166"/>
                  <a:gd name="T32" fmla="*/ 3175 w 245"/>
                  <a:gd name="T33" fmla="*/ 0 h 16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45" h="166">
                    <a:moveTo>
                      <a:pt x="2" y="0"/>
                    </a:moveTo>
                    <a:lnTo>
                      <a:pt x="2" y="0"/>
                    </a:lnTo>
                    <a:lnTo>
                      <a:pt x="245" y="0"/>
                    </a:lnTo>
                    <a:lnTo>
                      <a:pt x="228" y="140"/>
                    </a:lnTo>
                    <a:lnTo>
                      <a:pt x="227" y="145"/>
                    </a:lnTo>
                    <a:lnTo>
                      <a:pt x="224" y="151"/>
                    </a:lnTo>
                    <a:lnTo>
                      <a:pt x="221" y="155"/>
                    </a:lnTo>
                    <a:lnTo>
                      <a:pt x="216" y="159"/>
                    </a:lnTo>
                    <a:lnTo>
                      <a:pt x="206" y="163"/>
                    </a:lnTo>
                    <a:lnTo>
                      <a:pt x="195" y="166"/>
                    </a:lnTo>
                    <a:lnTo>
                      <a:pt x="0" y="148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A0A0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52" name="îṧḻídê">
                <a:extLst>
                  <a:ext uri="{FF2B5EF4-FFF2-40B4-BE49-F238E27FC236}">
                    <a16:creationId xmlns:a16="http://schemas.microsoft.com/office/drawing/2014/main" id="{6F09B49B-087B-2F7B-157C-0F88A992C8AD}"/>
                  </a:ext>
                </a:extLst>
              </p:cNvPr>
              <p:cNvSpPr/>
              <p:nvPr/>
            </p:nvSpPr>
            <p:spPr bwMode="auto">
              <a:xfrm>
                <a:off x="2676128" y="4814638"/>
                <a:ext cx="345695" cy="238113"/>
              </a:xfrm>
              <a:custGeom>
                <a:avLst/>
                <a:gdLst>
                  <a:gd name="T0" fmla="*/ 3175 w 241"/>
                  <a:gd name="T1" fmla="*/ 0 h 166"/>
                  <a:gd name="T2" fmla="*/ 3175 w 241"/>
                  <a:gd name="T3" fmla="*/ 0 h 166"/>
                  <a:gd name="T4" fmla="*/ 382588 w 241"/>
                  <a:gd name="T5" fmla="*/ 0 h 166"/>
                  <a:gd name="T6" fmla="*/ 382588 w 241"/>
                  <a:gd name="T7" fmla="*/ 0 h 166"/>
                  <a:gd name="T8" fmla="*/ 355600 w 241"/>
                  <a:gd name="T9" fmla="*/ 222250 h 166"/>
                  <a:gd name="T10" fmla="*/ 355600 w 241"/>
                  <a:gd name="T11" fmla="*/ 222250 h 166"/>
                  <a:gd name="T12" fmla="*/ 354013 w 241"/>
                  <a:gd name="T13" fmla="*/ 230188 h 166"/>
                  <a:gd name="T14" fmla="*/ 349250 w 241"/>
                  <a:gd name="T15" fmla="*/ 239713 h 166"/>
                  <a:gd name="T16" fmla="*/ 344488 w 241"/>
                  <a:gd name="T17" fmla="*/ 246063 h 166"/>
                  <a:gd name="T18" fmla="*/ 336550 w 241"/>
                  <a:gd name="T19" fmla="*/ 249238 h 166"/>
                  <a:gd name="T20" fmla="*/ 320675 w 241"/>
                  <a:gd name="T21" fmla="*/ 258763 h 166"/>
                  <a:gd name="T22" fmla="*/ 306388 w 241"/>
                  <a:gd name="T23" fmla="*/ 263525 h 166"/>
                  <a:gd name="T24" fmla="*/ 306388 w 241"/>
                  <a:gd name="T25" fmla="*/ 263525 h 166"/>
                  <a:gd name="T26" fmla="*/ 0 w 241"/>
                  <a:gd name="T27" fmla="*/ 233363 h 166"/>
                  <a:gd name="T28" fmla="*/ 0 w 241"/>
                  <a:gd name="T29" fmla="*/ 233363 h 166"/>
                  <a:gd name="T30" fmla="*/ 3175 w 241"/>
                  <a:gd name="T31" fmla="*/ 0 h 166"/>
                  <a:gd name="T32" fmla="*/ 3175 w 241"/>
                  <a:gd name="T33" fmla="*/ 0 h 16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41" h="166">
                    <a:moveTo>
                      <a:pt x="2" y="0"/>
                    </a:moveTo>
                    <a:lnTo>
                      <a:pt x="2" y="0"/>
                    </a:lnTo>
                    <a:lnTo>
                      <a:pt x="241" y="0"/>
                    </a:lnTo>
                    <a:lnTo>
                      <a:pt x="224" y="140"/>
                    </a:lnTo>
                    <a:lnTo>
                      <a:pt x="223" y="145"/>
                    </a:lnTo>
                    <a:lnTo>
                      <a:pt x="220" y="151"/>
                    </a:lnTo>
                    <a:lnTo>
                      <a:pt x="217" y="155"/>
                    </a:lnTo>
                    <a:lnTo>
                      <a:pt x="212" y="157"/>
                    </a:lnTo>
                    <a:lnTo>
                      <a:pt x="202" y="163"/>
                    </a:lnTo>
                    <a:lnTo>
                      <a:pt x="193" y="166"/>
                    </a:lnTo>
                    <a:lnTo>
                      <a:pt x="0" y="147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A1A1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53" name="iśļiḑe">
                <a:extLst>
                  <a:ext uri="{FF2B5EF4-FFF2-40B4-BE49-F238E27FC236}">
                    <a16:creationId xmlns:a16="http://schemas.microsoft.com/office/drawing/2014/main" id="{80F960E4-F11C-CF59-C4BD-4F13B8090C1E}"/>
                  </a:ext>
                </a:extLst>
              </p:cNvPr>
              <p:cNvSpPr/>
              <p:nvPr/>
            </p:nvSpPr>
            <p:spPr bwMode="auto">
              <a:xfrm>
                <a:off x="2683300" y="4814638"/>
                <a:ext cx="338522" cy="238113"/>
              </a:xfrm>
              <a:custGeom>
                <a:avLst/>
                <a:gdLst>
                  <a:gd name="T0" fmla="*/ 1588 w 236"/>
                  <a:gd name="T1" fmla="*/ 0 h 166"/>
                  <a:gd name="T2" fmla="*/ 1588 w 236"/>
                  <a:gd name="T3" fmla="*/ 0 h 166"/>
                  <a:gd name="T4" fmla="*/ 374650 w 236"/>
                  <a:gd name="T5" fmla="*/ 0 h 166"/>
                  <a:gd name="T6" fmla="*/ 374650 w 236"/>
                  <a:gd name="T7" fmla="*/ 0 h 166"/>
                  <a:gd name="T8" fmla="*/ 347663 w 236"/>
                  <a:gd name="T9" fmla="*/ 222250 h 166"/>
                  <a:gd name="T10" fmla="*/ 347663 w 236"/>
                  <a:gd name="T11" fmla="*/ 222250 h 166"/>
                  <a:gd name="T12" fmla="*/ 346075 w 236"/>
                  <a:gd name="T13" fmla="*/ 230188 h 166"/>
                  <a:gd name="T14" fmla="*/ 341313 w 236"/>
                  <a:gd name="T15" fmla="*/ 239713 h 166"/>
                  <a:gd name="T16" fmla="*/ 336550 w 236"/>
                  <a:gd name="T17" fmla="*/ 246063 h 166"/>
                  <a:gd name="T18" fmla="*/ 330200 w 236"/>
                  <a:gd name="T19" fmla="*/ 249238 h 166"/>
                  <a:gd name="T20" fmla="*/ 312738 w 236"/>
                  <a:gd name="T21" fmla="*/ 258763 h 166"/>
                  <a:gd name="T22" fmla="*/ 298450 w 236"/>
                  <a:gd name="T23" fmla="*/ 263525 h 166"/>
                  <a:gd name="T24" fmla="*/ 298450 w 236"/>
                  <a:gd name="T25" fmla="*/ 263525 h 166"/>
                  <a:gd name="T26" fmla="*/ 0 w 236"/>
                  <a:gd name="T27" fmla="*/ 230188 h 166"/>
                  <a:gd name="T28" fmla="*/ 0 w 236"/>
                  <a:gd name="T29" fmla="*/ 230188 h 166"/>
                  <a:gd name="T30" fmla="*/ 1588 w 236"/>
                  <a:gd name="T31" fmla="*/ 0 h 166"/>
                  <a:gd name="T32" fmla="*/ 1588 w 236"/>
                  <a:gd name="T33" fmla="*/ 0 h 16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36" h="166">
                    <a:moveTo>
                      <a:pt x="1" y="0"/>
                    </a:moveTo>
                    <a:lnTo>
                      <a:pt x="1" y="0"/>
                    </a:lnTo>
                    <a:lnTo>
                      <a:pt x="236" y="0"/>
                    </a:lnTo>
                    <a:lnTo>
                      <a:pt x="219" y="140"/>
                    </a:lnTo>
                    <a:lnTo>
                      <a:pt x="218" y="145"/>
                    </a:lnTo>
                    <a:lnTo>
                      <a:pt x="215" y="151"/>
                    </a:lnTo>
                    <a:lnTo>
                      <a:pt x="212" y="155"/>
                    </a:lnTo>
                    <a:lnTo>
                      <a:pt x="208" y="157"/>
                    </a:lnTo>
                    <a:lnTo>
                      <a:pt x="197" y="163"/>
                    </a:lnTo>
                    <a:lnTo>
                      <a:pt x="188" y="166"/>
                    </a:lnTo>
                    <a:lnTo>
                      <a:pt x="0" y="14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A1A1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54" name="is1ïḑe">
                <a:extLst>
                  <a:ext uri="{FF2B5EF4-FFF2-40B4-BE49-F238E27FC236}">
                    <a16:creationId xmlns:a16="http://schemas.microsoft.com/office/drawing/2014/main" id="{54D62C4F-36DA-46FB-1963-22E0E8A8A3F4}"/>
                  </a:ext>
                </a:extLst>
              </p:cNvPr>
              <p:cNvSpPr/>
              <p:nvPr/>
            </p:nvSpPr>
            <p:spPr bwMode="auto">
              <a:xfrm>
                <a:off x="2689038" y="4814638"/>
                <a:ext cx="332784" cy="238113"/>
              </a:xfrm>
              <a:custGeom>
                <a:avLst/>
                <a:gdLst>
                  <a:gd name="T0" fmla="*/ 1588 w 232"/>
                  <a:gd name="T1" fmla="*/ 0 h 166"/>
                  <a:gd name="T2" fmla="*/ 1588 w 232"/>
                  <a:gd name="T3" fmla="*/ 0 h 166"/>
                  <a:gd name="T4" fmla="*/ 368300 w 232"/>
                  <a:gd name="T5" fmla="*/ 0 h 166"/>
                  <a:gd name="T6" fmla="*/ 368300 w 232"/>
                  <a:gd name="T7" fmla="*/ 0 h 166"/>
                  <a:gd name="T8" fmla="*/ 341313 w 232"/>
                  <a:gd name="T9" fmla="*/ 222250 h 166"/>
                  <a:gd name="T10" fmla="*/ 341313 w 232"/>
                  <a:gd name="T11" fmla="*/ 222250 h 166"/>
                  <a:gd name="T12" fmla="*/ 339725 w 232"/>
                  <a:gd name="T13" fmla="*/ 230188 h 166"/>
                  <a:gd name="T14" fmla="*/ 334963 w 232"/>
                  <a:gd name="T15" fmla="*/ 239713 h 166"/>
                  <a:gd name="T16" fmla="*/ 330200 w 232"/>
                  <a:gd name="T17" fmla="*/ 246063 h 166"/>
                  <a:gd name="T18" fmla="*/ 323850 w 232"/>
                  <a:gd name="T19" fmla="*/ 249238 h 166"/>
                  <a:gd name="T20" fmla="*/ 309563 w 232"/>
                  <a:gd name="T21" fmla="*/ 258763 h 166"/>
                  <a:gd name="T22" fmla="*/ 292100 w 232"/>
                  <a:gd name="T23" fmla="*/ 263525 h 166"/>
                  <a:gd name="T24" fmla="*/ 292100 w 232"/>
                  <a:gd name="T25" fmla="*/ 263525 h 166"/>
                  <a:gd name="T26" fmla="*/ 0 w 232"/>
                  <a:gd name="T27" fmla="*/ 228600 h 166"/>
                  <a:gd name="T28" fmla="*/ 0 w 232"/>
                  <a:gd name="T29" fmla="*/ 228600 h 166"/>
                  <a:gd name="T30" fmla="*/ 1588 w 232"/>
                  <a:gd name="T31" fmla="*/ 0 h 166"/>
                  <a:gd name="T32" fmla="*/ 1588 w 232"/>
                  <a:gd name="T33" fmla="*/ 0 h 16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32" h="166">
                    <a:moveTo>
                      <a:pt x="1" y="0"/>
                    </a:moveTo>
                    <a:lnTo>
                      <a:pt x="1" y="0"/>
                    </a:lnTo>
                    <a:lnTo>
                      <a:pt x="232" y="0"/>
                    </a:lnTo>
                    <a:lnTo>
                      <a:pt x="215" y="140"/>
                    </a:lnTo>
                    <a:lnTo>
                      <a:pt x="214" y="145"/>
                    </a:lnTo>
                    <a:lnTo>
                      <a:pt x="211" y="151"/>
                    </a:lnTo>
                    <a:lnTo>
                      <a:pt x="208" y="155"/>
                    </a:lnTo>
                    <a:lnTo>
                      <a:pt x="204" y="157"/>
                    </a:lnTo>
                    <a:lnTo>
                      <a:pt x="195" y="163"/>
                    </a:lnTo>
                    <a:lnTo>
                      <a:pt x="184" y="166"/>
                    </a:lnTo>
                    <a:lnTo>
                      <a:pt x="0" y="14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A2A2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55" name="îSľîḓe">
                <a:extLst>
                  <a:ext uri="{FF2B5EF4-FFF2-40B4-BE49-F238E27FC236}">
                    <a16:creationId xmlns:a16="http://schemas.microsoft.com/office/drawing/2014/main" id="{D6A2013D-BACB-F748-5711-AB32A9D16892}"/>
                  </a:ext>
                </a:extLst>
              </p:cNvPr>
              <p:cNvSpPr/>
              <p:nvPr/>
            </p:nvSpPr>
            <p:spPr bwMode="auto">
              <a:xfrm>
                <a:off x="2691906" y="4814638"/>
                <a:ext cx="329916" cy="238113"/>
              </a:xfrm>
              <a:custGeom>
                <a:avLst/>
                <a:gdLst>
                  <a:gd name="T0" fmla="*/ 4763 w 230"/>
                  <a:gd name="T1" fmla="*/ 0 h 166"/>
                  <a:gd name="T2" fmla="*/ 4763 w 230"/>
                  <a:gd name="T3" fmla="*/ 0 h 166"/>
                  <a:gd name="T4" fmla="*/ 365125 w 230"/>
                  <a:gd name="T5" fmla="*/ 0 h 166"/>
                  <a:gd name="T6" fmla="*/ 365125 w 230"/>
                  <a:gd name="T7" fmla="*/ 0 h 166"/>
                  <a:gd name="T8" fmla="*/ 338138 w 230"/>
                  <a:gd name="T9" fmla="*/ 222250 h 166"/>
                  <a:gd name="T10" fmla="*/ 338138 w 230"/>
                  <a:gd name="T11" fmla="*/ 222250 h 166"/>
                  <a:gd name="T12" fmla="*/ 336550 w 230"/>
                  <a:gd name="T13" fmla="*/ 230188 h 166"/>
                  <a:gd name="T14" fmla="*/ 331788 w 230"/>
                  <a:gd name="T15" fmla="*/ 236538 h 166"/>
                  <a:gd name="T16" fmla="*/ 327025 w 230"/>
                  <a:gd name="T17" fmla="*/ 242888 h 166"/>
                  <a:gd name="T18" fmla="*/ 320675 w 230"/>
                  <a:gd name="T19" fmla="*/ 249238 h 166"/>
                  <a:gd name="T20" fmla="*/ 306388 w 230"/>
                  <a:gd name="T21" fmla="*/ 258763 h 166"/>
                  <a:gd name="T22" fmla="*/ 290513 w 230"/>
                  <a:gd name="T23" fmla="*/ 263525 h 166"/>
                  <a:gd name="T24" fmla="*/ 290513 w 230"/>
                  <a:gd name="T25" fmla="*/ 263525 h 166"/>
                  <a:gd name="T26" fmla="*/ 0 w 230"/>
                  <a:gd name="T27" fmla="*/ 227013 h 166"/>
                  <a:gd name="T28" fmla="*/ 0 w 230"/>
                  <a:gd name="T29" fmla="*/ 227013 h 166"/>
                  <a:gd name="T30" fmla="*/ 4763 w 230"/>
                  <a:gd name="T31" fmla="*/ 0 h 166"/>
                  <a:gd name="T32" fmla="*/ 4763 w 230"/>
                  <a:gd name="T33" fmla="*/ 0 h 16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30" h="166">
                    <a:moveTo>
                      <a:pt x="3" y="0"/>
                    </a:moveTo>
                    <a:lnTo>
                      <a:pt x="3" y="0"/>
                    </a:lnTo>
                    <a:lnTo>
                      <a:pt x="230" y="0"/>
                    </a:lnTo>
                    <a:lnTo>
                      <a:pt x="213" y="140"/>
                    </a:lnTo>
                    <a:lnTo>
                      <a:pt x="212" y="145"/>
                    </a:lnTo>
                    <a:lnTo>
                      <a:pt x="209" y="149"/>
                    </a:lnTo>
                    <a:lnTo>
                      <a:pt x="206" y="153"/>
                    </a:lnTo>
                    <a:lnTo>
                      <a:pt x="202" y="157"/>
                    </a:lnTo>
                    <a:lnTo>
                      <a:pt x="193" y="163"/>
                    </a:lnTo>
                    <a:lnTo>
                      <a:pt x="183" y="166"/>
                    </a:lnTo>
                    <a:lnTo>
                      <a:pt x="0" y="143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A2A2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56" name="ïsḻiḍé">
                <a:extLst>
                  <a:ext uri="{FF2B5EF4-FFF2-40B4-BE49-F238E27FC236}">
                    <a16:creationId xmlns:a16="http://schemas.microsoft.com/office/drawing/2014/main" id="{CE9DF60F-7278-1595-9E00-0D264AD33D62}"/>
                  </a:ext>
                </a:extLst>
              </p:cNvPr>
              <p:cNvSpPr/>
              <p:nvPr/>
            </p:nvSpPr>
            <p:spPr bwMode="auto">
              <a:xfrm>
                <a:off x="2697644" y="4814638"/>
                <a:ext cx="324178" cy="238113"/>
              </a:xfrm>
              <a:custGeom>
                <a:avLst/>
                <a:gdLst>
                  <a:gd name="T0" fmla="*/ 4763 w 226"/>
                  <a:gd name="T1" fmla="*/ 0 h 166"/>
                  <a:gd name="T2" fmla="*/ 4763 w 226"/>
                  <a:gd name="T3" fmla="*/ 0 h 166"/>
                  <a:gd name="T4" fmla="*/ 358775 w 226"/>
                  <a:gd name="T5" fmla="*/ 0 h 166"/>
                  <a:gd name="T6" fmla="*/ 358775 w 226"/>
                  <a:gd name="T7" fmla="*/ 0 h 166"/>
                  <a:gd name="T8" fmla="*/ 331788 w 226"/>
                  <a:gd name="T9" fmla="*/ 222250 h 166"/>
                  <a:gd name="T10" fmla="*/ 331788 w 226"/>
                  <a:gd name="T11" fmla="*/ 222250 h 166"/>
                  <a:gd name="T12" fmla="*/ 330200 w 226"/>
                  <a:gd name="T13" fmla="*/ 230188 h 166"/>
                  <a:gd name="T14" fmla="*/ 325438 w 226"/>
                  <a:gd name="T15" fmla="*/ 236538 h 166"/>
                  <a:gd name="T16" fmla="*/ 320675 w 226"/>
                  <a:gd name="T17" fmla="*/ 242888 h 166"/>
                  <a:gd name="T18" fmla="*/ 314325 w 226"/>
                  <a:gd name="T19" fmla="*/ 249238 h 166"/>
                  <a:gd name="T20" fmla="*/ 300038 w 226"/>
                  <a:gd name="T21" fmla="*/ 258763 h 166"/>
                  <a:gd name="T22" fmla="*/ 284163 w 226"/>
                  <a:gd name="T23" fmla="*/ 263525 h 166"/>
                  <a:gd name="T24" fmla="*/ 284163 w 226"/>
                  <a:gd name="T25" fmla="*/ 263525 h 166"/>
                  <a:gd name="T26" fmla="*/ 0 w 226"/>
                  <a:gd name="T27" fmla="*/ 223838 h 166"/>
                  <a:gd name="T28" fmla="*/ 0 w 226"/>
                  <a:gd name="T29" fmla="*/ 223838 h 166"/>
                  <a:gd name="T30" fmla="*/ 4763 w 226"/>
                  <a:gd name="T31" fmla="*/ 0 h 166"/>
                  <a:gd name="T32" fmla="*/ 4763 w 226"/>
                  <a:gd name="T33" fmla="*/ 0 h 16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26" h="166">
                    <a:moveTo>
                      <a:pt x="3" y="0"/>
                    </a:moveTo>
                    <a:lnTo>
                      <a:pt x="3" y="0"/>
                    </a:lnTo>
                    <a:lnTo>
                      <a:pt x="226" y="0"/>
                    </a:lnTo>
                    <a:lnTo>
                      <a:pt x="209" y="140"/>
                    </a:lnTo>
                    <a:lnTo>
                      <a:pt x="208" y="145"/>
                    </a:lnTo>
                    <a:lnTo>
                      <a:pt x="205" y="149"/>
                    </a:lnTo>
                    <a:lnTo>
                      <a:pt x="202" y="153"/>
                    </a:lnTo>
                    <a:lnTo>
                      <a:pt x="198" y="157"/>
                    </a:lnTo>
                    <a:lnTo>
                      <a:pt x="189" y="163"/>
                    </a:lnTo>
                    <a:lnTo>
                      <a:pt x="179" y="166"/>
                    </a:lnTo>
                    <a:lnTo>
                      <a:pt x="0" y="141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A3A3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57" name="isḷíḓè">
                <a:extLst>
                  <a:ext uri="{FF2B5EF4-FFF2-40B4-BE49-F238E27FC236}">
                    <a16:creationId xmlns:a16="http://schemas.microsoft.com/office/drawing/2014/main" id="{3CCE4222-B0A6-5EBF-F21F-DBE795782F59}"/>
                  </a:ext>
                </a:extLst>
              </p:cNvPr>
              <p:cNvSpPr/>
              <p:nvPr/>
            </p:nvSpPr>
            <p:spPr bwMode="auto">
              <a:xfrm>
                <a:off x="2703382" y="4814638"/>
                <a:ext cx="318440" cy="238113"/>
              </a:xfrm>
              <a:custGeom>
                <a:avLst/>
                <a:gdLst>
                  <a:gd name="T0" fmla="*/ 3175 w 222"/>
                  <a:gd name="T1" fmla="*/ 0 h 166"/>
                  <a:gd name="T2" fmla="*/ 3175 w 222"/>
                  <a:gd name="T3" fmla="*/ 0 h 166"/>
                  <a:gd name="T4" fmla="*/ 352425 w 222"/>
                  <a:gd name="T5" fmla="*/ 0 h 166"/>
                  <a:gd name="T6" fmla="*/ 352425 w 222"/>
                  <a:gd name="T7" fmla="*/ 0 h 166"/>
                  <a:gd name="T8" fmla="*/ 325438 w 222"/>
                  <a:gd name="T9" fmla="*/ 222250 h 166"/>
                  <a:gd name="T10" fmla="*/ 325438 w 222"/>
                  <a:gd name="T11" fmla="*/ 222250 h 166"/>
                  <a:gd name="T12" fmla="*/ 323850 w 222"/>
                  <a:gd name="T13" fmla="*/ 230188 h 166"/>
                  <a:gd name="T14" fmla="*/ 319088 w 222"/>
                  <a:gd name="T15" fmla="*/ 236538 h 166"/>
                  <a:gd name="T16" fmla="*/ 314325 w 222"/>
                  <a:gd name="T17" fmla="*/ 242888 h 166"/>
                  <a:gd name="T18" fmla="*/ 307975 w 222"/>
                  <a:gd name="T19" fmla="*/ 249238 h 166"/>
                  <a:gd name="T20" fmla="*/ 293688 w 222"/>
                  <a:gd name="T21" fmla="*/ 258763 h 166"/>
                  <a:gd name="T22" fmla="*/ 277813 w 222"/>
                  <a:gd name="T23" fmla="*/ 263525 h 166"/>
                  <a:gd name="T24" fmla="*/ 277813 w 222"/>
                  <a:gd name="T25" fmla="*/ 263525 h 166"/>
                  <a:gd name="T26" fmla="*/ 0 w 222"/>
                  <a:gd name="T27" fmla="*/ 223838 h 166"/>
                  <a:gd name="T28" fmla="*/ 0 w 222"/>
                  <a:gd name="T29" fmla="*/ 223838 h 166"/>
                  <a:gd name="T30" fmla="*/ 3175 w 222"/>
                  <a:gd name="T31" fmla="*/ 0 h 166"/>
                  <a:gd name="T32" fmla="*/ 3175 w 222"/>
                  <a:gd name="T33" fmla="*/ 0 h 16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22" h="166">
                    <a:moveTo>
                      <a:pt x="2" y="0"/>
                    </a:moveTo>
                    <a:lnTo>
                      <a:pt x="2" y="0"/>
                    </a:lnTo>
                    <a:lnTo>
                      <a:pt x="222" y="0"/>
                    </a:lnTo>
                    <a:lnTo>
                      <a:pt x="205" y="140"/>
                    </a:lnTo>
                    <a:lnTo>
                      <a:pt x="204" y="145"/>
                    </a:lnTo>
                    <a:lnTo>
                      <a:pt x="201" y="149"/>
                    </a:lnTo>
                    <a:lnTo>
                      <a:pt x="198" y="153"/>
                    </a:lnTo>
                    <a:lnTo>
                      <a:pt x="194" y="157"/>
                    </a:lnTo>
                    <a:lnTo>
                      <a:pt x="185" y="163"/>
                    </a:lnTo>
                    <a:lnTo>
                      <a:pt x="175" y="166"/>
                    </a:lnTo>
                    <a:lnTo>
                      <a:pt x="0" y="141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A4A4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58" name="íṥḷíḓè">
                <a:extLst>
                  <a:ext uri="{FF2B5EF4-FFF2-40B4-BE49-F238E27FC236}">
                    <a16:creationId xmlns:a16="http://schemas.microsoft.com/office/drawing/2014/main" id="{630865BE-74E5-0271-A208-4750C422A4C0}"/>
                  </a:ext>
                </a:extLst>
              </p:cNvPr>
              <p:cNvSpPr/>
              <p:nvPr/>
            </p:nvSpPr>
            <p:spPr bwMode="auto">
              <a:xfrm>
                <a:off x="2709119" y="4814638"/>
                <a:ext cx="312703" cy="238113"/>
              </a:xfrm>
              <a:custGeom>
                <a:avLst/>
                <a:gdLst>
                  <a:gd name="T0" fmla="*/ 3175 w 218"/>
                  <a:gd name="T1" fmla="*/ 0 h 166"/>
                  <a:gd name="T2" fmla="*/ 3175 w 218"/>
                  <a:gd name="T3" fmla="*/ 0 h 166"/>
                  <a:gd name="T4" fmla="*/ 346075 w 218"/>
                  <a:gd name="T5" fmla="*/ 0 h 166"/>
                  <a:gd name="T6" fmla="*/ 346075 w 218"/>
                  <a:gd name="T7" fmla="*/ 0 h 166"/>
                  <a:gd name="T8" fmla="*/ 319088 w 218"/>
                  <a:gd name="T9" fmla="*/ 222250 h 166"/>
                  <a:gd name="T10" fmla="*/ 319088 w 218"/>
                  <a:gd name="T11" fmla="*/ 222250 h 166"/>
                  <a:gd name="T12" fmla="*/ 317500 w 218"/>
                  <a:gd name="T13" fmla="*/ 230188 h 166"/>
                  <a:gd name="T14" fmla="*/ 312738 w 218"/>
                  <a:gd name="T15" fmla="*/ 236538 h 166"/>
                  <a:gd name="T16" fmla="*/ 307975 w 218"/>
                  <a:gd name="T17" fmla="*/ 242888 h 166"/>
                  <a:gd name="T18" fmla="*/ 301625 w 218"/>
                  <a:gd name="T19" fmla="*/ 249238 h 166"/>
                  <a:gd name="T20" fmla="*/ 287338 w 218"/>
                  <a:gd name="T21" fmla="*/ 258763 h 166"/>
                  <a:gd name="T22" fmla="*/ 271463 w 218"/>
                  <a:gd name="T23" fmla="*/ 263525 h 166"/>
                  <a:gd name="T24" fmla="*/ 271463 w 218"/>
                  <a:gd name="T25" fmla="*/ 263525 h 166"/>
                  <a:gd name="T26" fmla="*/ 0 w 218"/>
                  <a:gd name="T27" fmla="*/ 222250 h 166"/>
                  <a:gd name="T28" fmla="*/ 0 w 218"/>
                  <a:gd name="T29" fmla="*/ 222250 h 166"/>
                  <a:gd name="T30" fmla="*/ 3175 w 218"/>
                  <a:gd name="T31" fmla="*/ 0 h 166"/>
                  <a:gd name="T32" fmla="*/ 3175 w 218"/>
                  <a:gd name="T33" fmla="*/ 0 h 16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18" h="166">
                    <a:moveTo>
                      <a:pt x="2" y="0"/>
                    </a:moveTo>
                    <a:lnTo>
                      <a:pt x="2" y="0"/>
                    </a:lnTo>
                    <a:lnTo>
                      <a:pt x="218" y="0"/>
                    </a:lnTo>
                    <a:lnTo>
                      <a:pt x="201" y="140"/>
                    </a:lnTo>
                    <a:lnTo>
                      <a:pt x="200" y="145"/>
                    </a:lnTo>
                    <a:lnTo>
                      <a:pt x="197" y="149"/>
                    </a:lnTo>
                    <a:lnTo>
                      <a:pt x="194" y="153"/>
                    </a:lnTo>
                    <a:lnTo>
                      <a:pt x="190" y="157"/>
                    </a:lnTo>
                    <a:lnTo>
                      <a:pt x="181" y="163"/>
                    </a:lnTo>
                    <a:lnTo>
                      <a:pt x="171" y="166"/>
                    </a:lnTo>
                    <a:lnTo>
                      <a:pt x="0" y="14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A4A4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59" name="ïṡḻïḍé">
                <a:extLst>
                  <a:ext uri="{FF2B5EF4-FFF2-40B4-BE49-F238E27FC236}">
                    <a16:creationId xmlns:a16="http://schemas.microsoft.com/office/drawing/2014/main" id="{49DB45A5-A4FA-B543-9163-31CAF56D8E42}"/>
                  </a:ext>
                </a:extLst>
              </p:cNvPr>
              <p:cNvSpPr/>
              <p:nvPr/>
            </p:nvSpPr>
            <p:spPr bwMode="auto">
              <a:xfrm>
                <a:off x="2713423" y="4814638"/>
                <a:ext cx="308400" cy="235244"/>
              </a:xfrm>
              <a:custGeom>
                <a:avLst/>
                <a:gdLst>
                  <a:gd name="T0" fmla="*/ 4763 w 215"/>
                  <a:gd name="T1" fmla="*/ 0 h 164"/>
                  <a:gd name="T2" fmla="*/ 4763 w 215"/>
                  <a:gd name="T3" fmla="*/ 0 h 164"/>
                  <a:gd name="T4" fmla="*/ 341313 w 215"/>
                  <a:gd name="T5" fmla="*/ 0 h 164"/>
                  <a:gd name="T6" fmla="*/ 341313 w 215"/>
                  <a:gd name="T7" fmla="*/ 0 h 164"/>
                  <a:gd name="T8" fmla="*/ 314325 w 215"/>
                  <a:gd name="T9" fmla="*/ 222250 h 164"/>
                  <a:gd name="T10" fmla="*/ 314325 w 215"/>
                  <a:gd name="T11" fmla="*/ 222250 h 164"/>
                  <a:gd name="T12" fmla="*/ 312738 w 215"/>
                  <a:gd name="T13" fmla="*/ 230188 h 164"/>
                  <a:gd name="T14" fmla="*/ 309563 w 215"/>
                  <a:gd name="T15" fmla="*/ 236538 h 164"/>
                  <a:gd name="T16" fmla="*/ 303213 w 215"/>
                  <a:gd name="T17" fmla="*/ 242888 h 164"/>
                  <a:gd name="T18" fmla="*/ 296863 w 215"/>
                  <a:gd name="T19" fmla="*/ 249238 h 164"/>
                  <a:gd name="T20" fmla="*/ 282575 w 215"/>
                  <a:gd name="T21" fmla="*/ 258763 h 164"/>
                  <a:gd name="T22" fmla="*/ 268288 w 215"/>
                  <a:gd name="T23" fmla="*/ 260350 h 164"/>
                  <a:gd name="T24" fmla="*/ 268288 w 215"/>
                  <a:gd name="T25" fmla="*/ 260350 h 164"/>
                  <a:gd name="T26" fmla="*/ 0 w 215"/>
                  <a:gd name="T27" fmla="*/ 219075 h 164"/>
                  <a:gd name="T28" fmla="*/ 0 w 215"/>
                  <a:gd name="T29" fmla="*/ 219075 h 164"/>
                  <a:gd name="T30" fmla="*/ 4763 w 215"/>
                  <a:gd name="T31" fmla="*/ 0 h 164"/>
                  <a:gd name="T32" fmla="*/ 4763 w 215"/>
                  <a:gd name="T33" fmla="*/ 0 h 16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15" h="164">
                    <a:moveTo>
                      <a:pt x="3" y="0"/>
                    </a:moveTo>
                    <a:lnTo>
                      <a:pt x="3" y="0"/>
                    </a:lnTo>
                    <a:lnTo>
                      <a:pt x="215" y="0"/>
                    </a:lnTo>
                    <a:lnTo>
                      <a:pt x="198" y="140"/>
                    </a:lnTo>
                    <a:lnTo>
                      <a:pt x="197" y="145"/>
                    </a:lnTo>
                    <a:lnTo>
                      <a:pt x="195" y="149"/>
                    </a:lnTo>
                    <a:lnTo>
                      <a:pt x="191" y="153"/>
                    </a:lnTo>
                    <a:lnTo>
                      <a:pt x="187" y="157"/>
                    </a:lnTo>
                    <a:lnTo>
                      <a:pt x="178" y="163"/>
                    </a:lnTo>
                    <a:lnTo>
                      <a:pt x="169" y="164"/>
                    </a:lnTo>
                    <a:lnTo>
                      <a:pt x="0" y="138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A5A5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60" name="îsľïḓê">
                <a:extLst>
                  <a:ext uri="{FF2B5EF4-FFF2-40B4-BE49-F238E27FC236}">
                    <a16:creationId xmlns:a16="http://schemas.microsoft.com/office/drawing/2014/main" id="{C8EEB6BB-74DB-1076-EA1C-C503A317BDC1}"/>
                  </a:ext>
                </a:extLst>
              </p:cNvPr>
              <p:cNvSpPr/>
              <p:nvPr/>
            </p:nvSpPr>
            <p:spPr bwMode="auto">
              <a:xfrm>
                <a:off x="2719161" y="4814638"/>
                <a:ext cx="302662" cy="235244"/>
              </a:xfrm>
              <a:custGeom>
                <a:avLst/>
                <a:gdLst>
                  <a:gd name="T0" fmla="*/ 4763 w 211"/>
                  <a:gd name="T1" fmla="*/ 0 h 164"/>
                  <a:gd name="T2" fmla="*/ 4763 w 211"/>
                  <a:gd name="T3" fmla="*/ 0 h 164"/>
                  <a:gd name="T4" fmla="*/ 334963 w 211"/>
                  <a:gd name="T5" fmla="*/ 0 h 164"/>
                  <a:gd name="T6" fmla="*/ 334963 w 211"/>
                  <a:gd name="T7" fmla="*/ 0 h 164"/>
                  <a:gd name="T8" fmla="*/ 307975 w 211"/>
                  <a:gd name="T9" fmla="*/ 222250 h 164"/>
                  <a:gd name="T10" fmla="*/ 307975 w 211"/>
                  <a:gd name="T11" fmla="*/ 222250 h 164"/>
                  <a:gd name="T12" fmla="*/ 306388 w 211"/>
                  <a:gd name="T13" fmla="*/ 230188 h 164"/>
                  <a:gd name="T14" fmla="*/ 303213 w 211"/>
                  <a:gd name="T15" fmla="*/ 236538 h 164"/>
                  <a:gd name="T16" fmla="*/ 296863 w 211"/>
                  <a:gd name="T17" fmla="*/ 242888 h 164"/>
                  <a:gd name="T18" fmla="*/ 290513 w 211"/>
                  <a:gd name="T19" fmla="*/ 249238 h 164"/>
                  <a:gd name="T20" fmla="*/ 277813 w 211"/>
                  <a:gd name="T21" fmla="*/ 255588 h 164"/>
                  <a:gd name="T22" fmla="*/ 261938 w 211"/>
                  <a:gd name="T23" fmla="*/ 260350 h 164"/>
                  <a:gd name="T24" fmla="*/ 261938 w 211"/>
                  <a:gd name="T25" fmla="*/ 260350 h 164"/>
                  <a:gd name="T26" fmla="*/ 0 w 211"/>
                  <a:gd name="T27" fmla="*/ 217488 h 164"/>
                  <a:gd name="T28" fmla="*/ 0 w 211"/>
                  <a:gd name="T29" fmla="*/ 217488 h 164"/>
                  <a:gd name="T30" fmla="*/ 4763 w 211"/>
                  <a:gd name="T31" fmla="*/ 0 h 164"/>
                  <a:gd name="T32" fmla="*/ 4763 w 211"/>
                  <a:gd name="T33" fmla="*/ 0 h 16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11" h="164">
                    <a:moveTo>
                      <a:pt x="3" y="0"/>
                    </a:moveTo>
                    <a:lnTo>
                      <a:pt x="3" y="0"/>
                    </a:lnTo>
                    <a:lnTo>
                      <a:pt x="211" y="0"/>
                    </a:lnTo>
                    <a:lnTo>
                      <a:pt x="194" y="140"/>
                    </a:lnTo>
                    <a:lnTo>
                      <a:pt x="193" y="145"/>
                    </a:lnTo>
                    <a:lnTo>
                      <a:pt x="191" y="149"/>
                    </a:lnTo>
                    <a:lnTo>
                      <a:pt x="187" y="153"/>
                    </a:lnTo>
                    <a:lnTo>
                      <a:pt x="183" y="157"/>
                    </a:lnTo>
                    <a:lnTo>
                      <a:pt x="175" y="161"/>
                    </a:lnTo>
                    <a:lnTo>
                      <a:pt x="165" y="164"/>
                    </a:lnTo>
                    <a:lnTo>
                      <a:pt x="0" y="137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A6A6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61" name="ïSḻïḑe">
                <a:extLst>
                  <a:ext uri="{FF2B5EF4-FFF2-40B4-BE49-F238E27FC236}">
                    <a16:creationId xmlns:a16="http://schemas.microsoft.com/office/drawing/2014/main" id="{F1ECD172-AFBF-8EBB-54AB-D879484D19F9}"/>
                  </a:ext>
                </a:extLst>
              </p:cNvPr>
              <p:cNvSpPr/>
              <p:nvPr/>
            </p:nvSpPr>
            <p:spPr bwMode="auto">
              <a:xfrm>
                <a:off x="2724898" y="4814638"/>
                <a:ext cx="296925" cy="235244"/>
              </a:xfrm>
              <a:custGeom>
                <a:avLst/>
                <a:gdLst>
                  <a:gd name="T0" fmla="*/ 4763 w 207"/>
                  <a:gd name="T1" fmla="*/ 0 h 164"/>
                  <a:gd name="T2" fmla="*/ 4763 w 207"/>
                  <a:gd name="T3" fmla="*/ 0 h 164"/>
                  <a:gd name="T4" fmla="*/ 328613 w 207"/>
                  <a:gd name="T5" fmla="*/ 0 h 164"/>
                  <a:gd name="T6" fmla="*/ 328613 w 207"/>
                  <a:gd name="T7" fmla="*/ 0 h 164"/>
                  <a:gd name="T8" fmla="*/ 301625 w 207"/>
                  <a:gd name="T9" fmla="*/ 222250 h 164"/>
                  <a:gd name="T10" fmla="*/ 301625 w 207"/>
                  <a:gd name="T11" fmla="*/ 222250 h 164"/>
                  <a:gd name="T12" fmla="*/ 300038 w 207"/>
                  <a:gd name="T13" fmla="*/ 230188 h 164"/>
                  <a:gd name="T14" fmla="*/ 296863 w 207"/>
                  <a:gd name="T15" fmla="*/ 236538 h 164"/>
                  <a:gd name="T16" fmla="*/ 290513 w 207"/>
                  <a:gd name="T17" fmla="*/ 242888 h 164"/>
                  <a:gd name="T18" fmla="*/ 284163 w 207"/>
                  <a:gd name="T19" fmla="*/ 247650 h 164"/>
                  <a:gd name="T20" fmla="*/ 271463 w 207"/>
                  <a:gd name="T21" fmla="*/ 255588 h 164"/>
                  <a:gd name="T22" fmla="*/ 255588 w 207"/>
                  <a:gd name="T23" fmla="*/ 260350 h 164"/>
                  <a:gd name="T24" fmla="*/ 255588 w 207"/>
                  <a:gd name="T25" fmla="*/ 260350 h 164"/>
                  <a:gd name="T26" fmla="*/ 0 w 207"/>
                  <a:gd name="T27" fmla="*/ 215900 h 164"/>
                  <a:gd name="T28" fmla="*/ 0 w 207"/>
                  <a:gd name="T29" fmla="*/ 215900 h 164"/>
                  <a:gd name="T30" fmla="*/ 4763 w 207"/>
                  <a:gd name="T31" fmla="*/ 0 h 164"/>
                  <a:gd name="T32" fmla="*/ 4763 w 207"/>
                  <a:gd name="T33" fmla="*/ 0 h 16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07" h="164">
                    <a:moveTo>
                      <a:pt x="3" y="0"/>
                    </a:moveTo>
                    <a:lnTo>
                      <a:pt x="3" y="0"/>
                    </a:lnTo>
                    <a:lnTo>
                      <a:pt x="207" y="0"/>
                    </a:lnTo>
                    <a:lnTo>
                      <a:pt x="190" y="140"/>
                    </a:lnTo>
                    <a:lnTo>
                      <a:pt x="189" y="145"/>
                    </a:lnTo>
                    <a:lnTo>
                      <a:pt x="187" y="149"/>
                    </a:lnTo>
                    <a:lnTo>
                      <a:pt x="183" y="153"/>
                    </a:lnTo>
                    <a:lnTo>
                      <a:pt x="179" y="156"/>
                    </a:lnTo>
                    <a:lnTo>
                      <a:pt x="171" y="161"/>
                    </a:lnTo>
                    <a:lnTo>
                      <a:pt x="161" y="164"/>
                    </a:lnTo>
                    <a:lnTo>
                      <a:pt x="0" y="136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A6A6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62" name="ïşḻïḋé">
                <a:extLst>
                  <a:ext uri="{FF2B5EF4-FFF2-40B4-BE49-F238E27FC236}">
                    <a16:creationId xmlns:a16="http://schemas.microsoft.com/office/drawing/2014/main" id="{AE00A0FC-5C94-B569-FCF7-829E8E9E2DD8}"/>
                  </a:ext>
                </a:extLst>
              </p:cNvPr>
              <p:cNvSpPr/>
              <p:nvPr/>
            </p:nvSpPr>
            <p:spPr bwMode="auto">
              <a:xfrm>
                <a:off x="2730636" y="4814638"/>
                <a:ext cx="291187" cy="235244"/>
              </a:xfrm>
              <a:custGeom>
                <a:avLst/>
                <a:gdLst>
                  <a:gd name="T0" fmla="*/ 4763 w 203"/>
                  <a:gd name="T1" fmla="*/ 0 h 164"/>
                  <a:gd name="T2" fmla="*/ 4763 w 203"/>
                  <a:gd name="T3" fmla="*/ 0 h 164"/>
                  <a:gd name="T4" fmla="*/ 322263 w 203"/>
                  <a:gd name="T5" fmla="*/ 0 h 164"/>
                  <a:gd name="T6" fmla="*/ 322263 w 203"/>
                  <a:gd name="T7" fmla="*/ 0 h 164"/>
                  <a:gd name="T8" fmla="*/ 295275 w 203"/>
                  <a:gd name="T9" fmla="*/ 222250 h 164"/>
                  <a:gd name="T10" fmla="*/ 295275 w 203"/>
                  <a:gd name="T11" fmla="*/ 222250 h 164"/>
                  <a:gd name="T12" fmla="*/ 293688 w 203"/>
                  <a:gd name="T13" fmla="*/ 230188 h 164"/>
                  <a:gd name="T14" fmla="*/ 290513 w 203"/>
                  <a:gd name="T15" fmla="*/ 236538 h 164"/>
                  <a:gd name="T16" fmla="*/ 284163 w 203"/>
                  <a:gd name="T17" fmla="*/ 242888 h 164"/>
                  <a:gd name="T18" fmla="*/ 279400 w 203"/>
                  <a:gd name="T19" fmla="*/ 247650 h 164"/>
                  <a:gd name="T20" fmla="*/ 265113 w 203"/>
                  <a:gd name="T21" fmla="*/ 255588 h 164"/>
                  <a:gd name="T22" fmla="*/ 249238 w 203"/>
                  <a:gd name="T23" fmla="*/ 260350 h 164"/>
                  <a:gd name="T24" fmla="*/ 249238 w 203"/>
                  <a:gd name="T25" fmla="*/ 260350 h 164"/>
                  <a:gd name="T26" fmla="*/ 0 w 203"/>
                  <a:gd name="T27" fmla="*/ 212725 h 164"/>
                  <a:gd name="T28" fmla="*/ 0 w 203"/>
                  <a:gd name="T29" fmla="*/ 212725 h 164"/>
                  <a:gd name="T30" fmla="*/ 4763 w 203"/>
                  <a:gd name="T31" fmla="*/ 0 h 164"/>
                  <a:gd name="T32" fmla="*/ 4763 w 203"/>
                  <a:gd name="T33" fmla="*/ 0 h 16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03" h="164">
                    <a:moveTo>
                      <a:pt x="3" y="0"/>
                    </a:moveTo>
                    <a:lnTo>
                      <a:pt x="3" y="0"/>
                    </a:lnTo>
                    <a:lnTo>
                      <a:pt x="203" y="0"/>
                    </a:lnTo>
                    <a:lnTo>
                      <a:pt x="186" y="140"/>
                    </a:lnTo>
                    <a:lnTo>
                      <a:pt x="185" y="145"/>
                    </a:lnTo>
                    <a:lnTo>
                      <a:pt x="183" y="149"/>
                    </a:lnTo>
                    <a:lnTo>
                      <a:pt x="179" y="153"/>
                    </a:lnTo>
                    <a:lnTo>
                      <a:pt x="176" y="156"/>
                    </a:lnTo>
                    <a:lnTo>
                      <a:pt x="167" y="161"/>
                    </a:lnTo>
                    <a:lnTo>
                      <a:pt x="157" y="164"/>
                    </a:lnTo>
                    <a:lnTo>
                      <a:pt x="0" y="134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A7A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63" name="íṧlïḑe">
                <a:extLst>
                  <a:ext uri="{FF2B5EF4-FFF2-40B4-BE49-F238E27FC236}">
                    <a16:creationId xmlns:a16="http://schemas.microsoft.com/office/drawing/2014/main" id="{98C541C8-7179-E20D-3798-33F98B457EF8}"/>
                  </a:ext>
                </a:extLst>
              </p:cNvPr>
              <p:cNvSpPr/>
              <p:nvPr/>
            </p:nvSpPr>
            <p:spPr bwMode="auto">
              <a:xfrm>
                <a:off x="2734939" y="4814638"/>
                <a:ext cx="286883" cy="235244"/>
              </a:xfrm>
              <a:custGeom>
                <a:avLst/>
                <a:gdLst>
                  <a:gd name="T0" fmla="*/ 4763 w 200"/>
                  <a:gd name="T1" fmla="*/ 0 h 164"/>
                  <a:gd name="T2" fmla="*/ 4763 w 200"/>
                  <a:gd name="T3" fmla="*/ 0 h 164"/>
                  <a:gd name="T4" fmla="*/ 317500 w 200"/>
                  <a:gd name="T5" fmla="*/ 0 h 164"/>
                  <a:gd name="T6" fmla="*/ 317500 w 200"/>
                  <a:gd name="T7" fmla="*/ 0 h 164"/>
                  <a:gd name="T8" fmla="*/ 290513 w 200"/>
                  <a:gd name="T9" fmla="*/ 222250 h 164"/>
                  <a:gd name="T10" fmla="*/ 290513 w 200"/>
                  <a:gd name="T11" fmla="*/ 222250 h 164"/>
                  <a:gd name="T12" fmla="*/ 288925 w 200"/>
                  <a:gd name="T13" fmla="*/ 230188 h 164"/>
                  <a:gd name="T14" fmla="*/ 285750 w 200"/>
                  <a:gd name="T15" fmla="*/ 236538 h 164"/>
                  <a:gd name="T16" fmla="*/ 279400 w 200"/>
                  <a:gd name="T17" fmla="*/ 242888 h 164"/>
                  <a:gd name="T18" fmla="*/ 274638 w 200"/>
                  <a:gd name="T19" fmla="*/ 247650 h 164"/>
                  <a:gd name="T20" fmla="*/ 260350 w 200"/>
                  <a:gd name="T21" fmla="*/ 255588 h 164"/>
                  <a:gd name="T22" fmla="*/ 247650 w 200"/>
                  <a:gd name="T23" fmla="*/ 260350 h 164"/>
                  <a:gd name="T24" fmla="*/ 247650 w 200"/>
                  <a:gd name="T25" fmla="*/ 260350 h 164"/>
                  <a:gd name="T26" fmla="*/ 0 w 200"/>
                  <a:gd name="T27" fmla="*/ 212725 h 164"/>
                  <a:gd name="T28" fmla="*/ 0 w 200"/>
                  <a:gd name="T29" fmla="*/ 212725 h 164"/>
                  <a:gd name="T30" fmla="*/ 4763 w 200"/>
                  <a:gd name="T31" fmla="*/ 0 h 164"/>
                  <a:gd name="T32" fmla="*/ 4763 w 200"/>
                  <a:gd name="T33" fmla="*/ 0 h 16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00" h="164">
                    <a:moveTo>
                      <a:pt x="3" y="0"/>
                    </a:moveTo>
                    <a:lnTo>
                      <a:pt x="3" y="0"/>
                    </a:lnTo>
                    <a:lnTo>
                      <a:pt x="200" y="0"/>
                    </a:lnTo>
                    <a:lnTo>
                      <a:pt x="183" y="140"/>
                    </a:lnTo>
                    <a:lnTo>
                      <a:pt x="182" y="145"/>
                    </a:lnTo>
                    <a:lnTo>
                      <a:pt x="180" y="149"/>
                    </a:lnTo>
                    <a:lnTo>
                      <a:pt x="176" y="153"/>
                    </a:lnTo>
                    <a:lnTo>
                      <a:pt x="173" y="156"/>
                    </a:lnTo>
                    <a:lnTo>
                      <a:pt x="164" y="161"/>
                    </a:lnTo>
                    <a:lnTo>
                      <a:pt x="156" y="164"/>
                    </a:lnTo>
                    <a:lnTo>
                      <a:pt x="0" y="134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A7A7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64" name="íślïḓè">
                <a:extLst>
                  <a:ext uri="{FF2B5EF4-FFF2-40B4-BE49-F238E27FC236}">
                    <a16:creationId xmlns:a16="http://schemas.microsoft.com/office/drawing/2014/main" id="{8089B6A2-639E-C4C5-7050-A2F216BDE962}"/>
                  </a:ext>
                </a:extLst>
              </p:cNvPr>
              <p:cNvSpPr/>
              <p:nvPr/>
            </p:nvSpPr>
            <p:spPr bwMode="auto">
              <a:xfrm>
                <a:off x="2740677" y="4814638"/>
                <a:ext cx="281146" cy="235244"/>
              </a:xfrm>
              <a:custGeom>
                <a:avLst/>
                <a:gdLst>
                  <a:gd name="T0" fmla="*/ 4763 w 196"/>
                  <a:gd name="T1" fmla="*/ 0 h 164"/>
                  <a:gd name="T2" fmla="*/ 4763 w 196"/>
                  <a:gd name="T3" fmla="*/ 0 h 164"/>
                  <a:gd name="T4" fmla="*/ 311150 w 196"/>
                  <a:gd name="T5" fmla="*/ 0 h 164"/>
                  <a:gd name="T6" fmla="*/ 311150 w 196"/>
                  <a:gd name="T7" fmla="*/ 0 h 164"/>
                  <a:gd name="T8" fmla="*/ 284163 w 196"/>
                  <a:gd name="T9" fmla="*/ 222250 h 164"/>
                  <a:gd name="T10" fmla="*/ 284163 w 196"/>
                  <a:gd name="T11" fmla="*/ 222250 h 164"/>
                  <a:gd name="T12" fmla="*/ 282575 w 196"/>
                  <a:gd name="T13" fmla="*/ 230188 h 164"/>
                  <a:gd name="T14" fmla="*/ 279400 w 196"/>
                  <a:gd name="T15" fmla="*/ 236538 h 164"/>
                  <a:gd name="T16" fmla="*/ 273050 w 196"/>
                  <a:gd name="T17" fmla="*/ 242888 h 164"/>
                  <a:gd name="T18" fmla="*/ 268288 w 196"/>
                  <a:gd name="T19" fmla="*/ 247650 h 164"/>
                  <a:gd name="T20" fmla="*/ 254000 w 196"/>
                  <a:gd name="T21" fmla="*/ 255588 h 164"/>
                  <a:gd name="T22" fmla="*/ 241300 w 196"/>
                  <a:gd name="T23" fmla="*/ 260350 h 164"/>
                  <a:gd name="T24" fmla="*/ 241300 w 196"/>
                  <a:gd name="T25" fmla="*/ 260350 h 164"/>
                  <a:gd name="T26" fmla="*/ 0 w 196"/>
                  <a:gd name="T27" fmla="*/ 211138 h 164"/>
                  <a:gd name="T28" fmla="*/ 0 w 196"/>
                  <a:gd name="T29" fmla="*/ 211138 h 164"/>
                  <a:gd name="T30" fmla="*/ 4763 w 196"/>
                  <a:gd name="T31" fmla="*/ 0 h 164"/>
                  <a:gd name="T32" fmla="*/ 4763 w 196"/>
                  <a:gd name="T33" fmla="*/ 0 h 16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96" h="164">
                    <a:moveTo>
                      <a:pt x="3" y="0"/>
                    </a:moveTo>
                    <a:lnTo>
                      <a:pt x="3" y="0"/>
                    </a:lnTo>
                    <a:lnTo>
                      <a:pt x="196" y="0"/>
                    </a:lnTo>
                    <a:lnTo>
                      <a:pt x="179" y="140"/>
                    </a:lnTo>
                    <a:lnTo>
                      <a:pt x="178" y="145"/>
                    </a:lnTo>
                    <a:lnTo>
                      <a:pt x="176" y="149"/>
                    </a:lnTo>
                    <a:lnTo>
                      <a:pt x="172" y="153"/>
                    </a:lnTo>
                    <a:lnTo>
                      <a:pt x="169" y="156"/>
                    </a:lnTo>
                    <a:lnTo>
                      <a:pt x="160" y="161"/>
                    </a:lnTo>
                    <a:lnTo>
                      <a:pt x="152" y="164"/>
                    </a:lnTo>
                    <a:lnTo>
                      <a:pt x="0" y="133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A8A8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65" name="iSļíḑè">
                <a:extLst>
                  <a:ext uri="{FF2B5EF4-FFF2-40B4-BE49-F238E27FC236}">
                    <a16:creationId xmlns:a16="http://schemas.microsoft.com/office/drawing/2014/main" id="{1828FF11-DB15-0E00-4A18-00F837E1AC09}"/>
                  </a:ext>
                </a:extLst>
              </p:cNvPr>
              <p:cNvSpPr/>
              <p:nvPr/>
            </p:nvSpPr>
            <p:spPr bwMode="auto">
              <a:xfrm>
                <a:off x="2746414" y="4814638"/>
                <a:ext cx="275408" cy="235244"/>
              </a:xfrm>
              <a:custGeom>
                <a:avLst/>
                <a:gdLst>
                  <a:gd name="T0" fmla="*/ 4763 w 192"/>
                  <a:gd name="T1" fmla="*/ 0 h 164"/>
                  <a:gd name="T2" fmla="*/ 4763 w 192"/>
                  <a:gd name="T3" fmla="*/ 0 h 164"/>
                  <a:gd name="T4" fmla="*/ 304800 w 192"/>
                  <a:gd name="T5" fmla="*/ 0 h 164"/>
                  <a:gd name="T6" fmla="*/ 304800 w 192"/>
                  <a:gd name="T7" fmla="*/ 0 h 164"/>
                  <a:gd name="T8" fmla="*/ 277813 w 192"/>
                  <a:gd name="T9" fmla="*/ 222250 h 164"/>
                  <a:gd name="T10" fmla="*/ 277813 w 192"/>
                  <a:gd name="T11" fmla="*/ 222250 h 164"/>
                  <a:gd name="T12" fmla="*/ 276225 w 192"/>
                  <a:gd name="T13" fmla="*/ 230188 h 164"/>
                  <a:gd name="T14" fmla="*/ 273050 w 192"/>
                  <a:gd name="T15" fmla="*/ 236538 h 164"/>
                  <a:gd name="T16" fmla="*/ 268288 w 192"/>
                  <a:gd name="T17" fmla="*/ 242888 h 164"/>
                  <a:gd name="T18" fmla="*/ 261938 w 192"/>
                  <a:gd name="T19" fmla="*/ 247650 h 164"/>
                  <a:gd name="T20" fmla="*/ 249238 w 192"/>
                  <a:gd name="T21" fmla="*/ 255588 h 164"/>
                  <a:gd name="T22" fmla="*/ 234950 w 192"/>
                  <a:gd name="T23" fmla="*/ 260350 h 164"/>
                  <a:gd name="T24" fmla="*/ 234950 w 192"/>
                  <a:gd name="T25" fmla="*/ 260350 h 164"/>
                  <a:gd name="T26" fmla="*/ 0 w 192"/>
                  <a:gd name="T27" fmla="*/ 209550 h 164"/>
                  <a:gd name="T28" fmla="*/ 0 w 192"/>
                  <a:gd name="T29" fmla="*/ 209550 h 164"/>
                  <a:gd name="T30" fmla="*/ 4763 w 192"/>
                  <a:gd name="T31" fmla="*/ 0 h 164"/>
                  <a:gd name="T32" fmla="*/ 4763 w 192"/>
                  <a:gd name="T33" fmla="*/ 0 h 16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92" h="164">
                    <a:moveTo>
                      <a:pt x="3" y="0"/>
                    </a:moveTo>
                    <a:lnTo>
                      <a:pt x="3" y="0"/>
                    </a:lnTo>
                    <a:lnTo>
                      <a:pt x="192" y="0"/>
                    </a:lnTo>
                    <a:lnTo>
                      <a:pt x="175" y="140"/>
                    </a:lnTo>
                    <a:lnTo>
                      <a:pt x="174" y="145"/>
                    </a:lnTo>
                    <a:lnTo>
                      <a:pt x="172" y="149"/>
                    </a:lnTo>
                    <a:lnTo>
                      <a:pt x="169" y="153"/>
                    </a:lnTo>
                    <a:lnTo>
                      <a:pt x="165" y="156"/>
                    </a:lnTo>
                    <a:lnTo>
                      <a:pt x="157" y="161"/>
                    </a:lnTo>
                    <a:lnTo>
                      <a:pt x="148" y="164"/>
                    </a:lnTo>
                    <a:lnTo>
                      <a:pt x="0" y="132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A9A9A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66" name="í$ľïḑê">
                <a:extLst>
                  <a:ext uri="{FF2B5EF4-FFF2-40B4-BE49-F238E27FC236}">
                    <a16:creationId xmlns:a16="http://schemas.microsoft.com/office/drawing/2014/main" id="{95A523A3-45D5-9160-1269-8A2DB0399EC2}"/>
                  </a:ext>
                </a:extLst>
              </p:cNvPr>
              <p:cNvSpPr/>
              <p:nvPr/>
            </p:nvSpPr>
            <p:spPr bwMode="auto">
              <a:xfrm>
                <a:off x="2752152" y="4814638"/>
                <a:ext cx="269670" cy="235244"/>
              </a:xfrm>
              <a:custGeom>
                <a:avLst/>
                <a:gdLst>
                  <a:gd name="T0" fmla="*/ 4763 w 188"/>
                  <a:gd name="T1" fmla="*/ 0 h 164"/>
                  <a:gd name="T2" fmla="*/ 4763 w 188"/>
                  <a:gd name="T3" fmla="*/ 0 h 164"/>
                  <a:gd name="T4" fmla="*/ 298450 w 188"/>
                  <a:gd name="T5" fmla="*/ 0 h 164"/>
                  <a:gd name="T6" fmla="*/ 298450 w 188"/>
                  <a:gd name="T7" fmla="*/ 0 h 164"/>
                  <a:gd name="T8" fmla="*/ 271463 w 188"/>
                  <a:gd name="T9" fmla="*/ 222250 h 164"/>
                  <a:gd name="T10" fmla="*/ 271463 w 188"/>
                  <a:gd name="T11" fmla="*/ 222250 h 164"/>
                  <a:gd name="T12" fmla="*/ 269875 w 188"/>
                  <a:gd name="T13" fmla="*/ 230188 h 164"/>
                  <a:gd name="T14" fmla="*/ 266700 w 188"/>
                  <a:gd name="T15" fmla="*/ 236538 h 164"/>
                  <a:gd name="T16" fmla="*/ 261938 w 188"/>
                  <a:gd name="T17" fmla="*/ 242888 h 164"/>
                  <a:gd name="T18" fmla="*/ 255588 w 188"/>
                  <a:gd name="T19" fmla="*/ 247650 h 164"/>
                  <a:gd name="T20" fmla="*/ 242888 w 188"/>
                  <a:gd name="T21" fmla="*/ 255588 h 164"/>
                  <a:gd name="T22" fmla="*/ 228600 w 188"/>
                  <a:gd name="T23" fmla="*/ 260350 h 164"/>
                  <a:gd name="T24" fmla="*/ 228600 w 188"/>
                  <a:gd name="T25" fmla="*/ 260350 h 164"/>
                  <a:gd name="T26" fmla="*/ 0 w 188"/>
                  <a:gd name="T27" fmla="*/ 206375 h 164"/>
                  <a:gd name="T28" fmla="*/ 0 w 188"/>
                  <a:gd name="T29" fmla="*/ 206375 h 164"/>
                  <a:gd name="T30" fmla="*/ 4763 w 188"/>
                  <a:gd name="T31" fmla="*/ 0 h 164"/>
                  <a:gd name="T32" fmla="*/ 4763 w 188"/>
                  <a:gd name="T33" fmla="*/ 0 h 16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88" h="164">
                    <a:moveTo>
                      <a:pt x="3" y="0"/>
                    </a:moveTo>
                    <a:lnTo>
                      <a:pt x="3" y="0"/>
                    </a:lnTo>
                    <a:lnTo>
                      <a:pt x="188" y="0"/>
                    </a:lnTo>
                    <a:lnTo>
                      <a:pt x="171" y="140"/>
                    </a:lnTo>
                    <a:lnTo>
                      <a:pt x="170" y="145"/>
                    </a:lnTo>
                    <a:lnTo>
                      <a:pt x="168" y="149"/>
                    </a:lnTo>
                    <a:lnTo>
                      <a:pt x="165" y="153"/>
                    </a:lnTo>
                    <a:lnTo>
                      <a:pt x="161" y="156"/>
                    </a:lnTo>
                    <a:lnTo>
                      <a:pt x="153" y="161"/>
                    </a:lnTo>
                    <a:lnTo>
                      <a:pt x="144" y="164"/>
                    </a:lnTo>
                    <a:lnTo>
                      <a:pt x="0" y="13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A9A9A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67" name="íṩḻîḋê">
                <a:extLst>
                  <a:ext uri="{FF2B5EF4-FFF2-40B4-BE49-F238E27FC236}">
                    <a16:creationId xmlns:a16="http://schemas.microsoft.com/office/drawing/2014/main" id="{58025E45-8215-3862-3CB7-4F7C551A5F63}"/>
                  </a:ext>
                </a:extLst>
              </p:cNvPr>
              <p:cNvSpPr/>
              <p:nvPr/>
            </p:nvSpPr>
            <p:spPr bwMode="auto">
              <a:xfrm>
                <a:off x="2757890" y="4814638"/>
                <a:ext cx="263933" cy="235244"/>
              </a:xfrm>
              <a:custGeom>
                <a:avLst/>
                <a:gdLst>
                  <a:gd name="T0" fmla="*/ 4763 w 184"/>
                  <a:gd name="T1" fmla="*/ 0 h 164"/>
                  <a:gd name="T2" fmla="*/ 4763 w 184"/>
                  <a:gd name="T3" fmla="*/ 0 h 164"/>
                  <a:gd name="T4" fmla="*/ 292100 w 184"/>
                  <a:gd name="T5" fmla="*/ 0 h 164"/>
                  <a:gd name="T6" fmla="*/ 292100 w 184"/>
                  <a:gd name="T7" fmla="*/ 0 h 164"/>
                  <a:gd name="T8" fmla="*/ 265113 w 184"/>
                  <a:gd name="T9" fmla="*/ 222250 h 164"/>
                  <a:gd name="T10" fmla="*/ 265113 w 184"/>
                  <a:gd name="T11" fmla="*/ 222250 h 164"/>
                  <a:gd name="T12" fmla="*/ 263525 w 184"/>
                  <a:gd name="T13" fmla="*/ 230188 h 164"/>
                  <a:gd name="T14" fmla="*/ 260350 w 184"/>
                  <a:gd name="T15" fmla="*/ 236538 h 164"/>
                  <a:gd name="T16" fmla="*/ 249238 w 184"/>
                  <a:gd name="T17" fmla="*/ 247650 h 164"/>
                  <a:gd name="T18" fmla="*/ 236538 w 184"/>
                  <a:gd name="T19" fmla="*/ 255588 h 164"/>
                  <a:gd name="T20" fmla="*/ 223838 w 184"/>
                  <a:gd name="T21" fmla="*/ 260350 h 164"/>
                  <a:gd name="T22" fmla="*/ 223838 w 184"/>
                  <a:gd name="T23" fmla="*/ 260350 h 164"/>
                  <a:gd name="T24" fmla="*/ 0 w 184"/>
                  <a:gd name="T25" fmla="*/ 204788 h 164"/>
                  <a:gd name="T26" fmla="*/ 0 w 184"/>
                  <a:gd name="T27" fmla="*/ 204788 h 164"/>
                  <a:gd name="T28" fmla="*/ 4763 w 184"/>
                  <a:gd name="T29" fmla="*/ 0 h 164"/>
                  <a:gd name="T30" fmla="*/ 4763 w 184"/>
                  <a:gd name="T31" fmla="*/ 0 h 16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84" h="164">
                    <a:moveTo>
                      <a:pt x="3" y="0"/>
                    </a:moveTo>
                    <a:lnTo>
                      <a:pt x="3" y="0"/>
                    </a:lnTo>
                    <a:lnTo>
                      <a:pt x="184" y="0"/>
                    </a:lnTo>
                    <a:lnTo>
                      <a:pt x="167" y="140"/>
                    </a:lnTo>
                    <a:lnTo>
                      <a:pt x="166" y="145"/>
                    </a:lnTo>
                    <a:lnTo>
                      <a:pt x="164" y="149"/>
                    </a:lnTo>
                    <a:lnTo>
                      <a:pt x="157" y="156"/>
                    </a:lnTo>
                    <a:lnTo>
                      <a:pt x="149" y="161"/>
                    </a:lnTo>
                    <a:lnTo>
                      <a:pt x="141" y="164"/>
                    </a:lnTo>
                    <a:lnTo>
                      <a:pt x="0" y="129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AAAAA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68" name="íşlíḑé">
                <a:extLst>
                  <a:ext uri="{FF2B5EF4-FFF2-40B4-BE49-F238E27FC236}">
                    <a16:creationId xmlns:a16="http://schemas.microsoft.com/office/drawing/2014/main" id="{399359C5-4FC7-D931-FF14-2BFD4EC81685}"/>
                  </a:ext>
                </a:extLst>
              </p:cNvPr>
              <p:cNvSpPr/>
              <p:nvPr/>
            </p:nvSpPr>
            <p:spPr bwMode="auto">
              <a:xfrm>
                <a:off x="2762193" y="4814638"/>
                <a:ext cx="259630" cy="235244"/>
              </a:xfrm>
              <a:custGeom>
                <a:avLst/>
                <a:gdLst>
                  <a:gd name="T0" fmla="*/ 6350 w 181"/>
                  <a:gd name="T1" fmla="*/ 0 h 164"/>
                  <a:gd name="T2" fmla="*/ 6350 w 181"/>
                  <a:gd name="T3" fmla="*/ 0 h 164"/>
                  <a:gd name="T4" fmla="*/ 287338 w 181"/>
                  <a:gd name="T5" fmla="*/ 0 h 164"/>
                  <a:gd name="T6" fmla="*/ 287338 w 181"/>
                  <a:gd name="T7" fmla="*/ 0 h 164"/>
                  <a:gd name="T8" fmla="*/ 260350 w 181"/>
                  <a:gd name="T9" fmla="*/ 222250 h 164"/>
                  <a:gd name="T10" fmla="*/ 260350 w 181"/>
                  <a:gd name="T11" fmla="*/ 222250 h 164"/>
                  <a:gd name="T12" fmla="*/ 258763 w 181"/>
                  <a:gd name="T13" fmla="*/ 230188 h 164"/>
                  <a:gd name="T14" fmla="*/ 255588 w 181"/>
                  <a:gd name="T15" fmla="*/ 236538 h 164"/>
                  <a:gd name="T16" fmla="*/ 244475 w 181"/>
                  <a:gd name="T17" fmla="*/ 247650 h 164"/>
                  <a:gd name="T18" fmla="*/ 231775 w 181"/>
                  <a:gd name="T19" fmla="*/ 254000 h 164"/>
                  <a:gd name="T20" fmla="*/ 219075 w 181"/>
                  <a:gd name="T21" fmla="*/ 260350 h 164"/>
                  <a:gd name="T22" fmla="*/ 219075 w 181"/>
                  <a:gd name="T23" fmla="*/ 260350 h 164"/>
                  <a:gd name="T24" fmla="*/ 0 w 181"/>
                  <a:gd name="T25" fmla="*/ 203200 h 164"/>
                  <a:gd name="T26" fmla="*/ 0 w 181"/>
                  <a:gd name="T27" fmla="*/ 203200 h 164"/>
                  <a:gd name="T28" fmla="*/ 6350 w 181"/>
                  <a:gd name="T29" fmla="*/ 0 h 164"/>
                  <a:gd name="T30" fmla="*/ 6350 w 181"/>
                  <a:gd name="T31" fmla="*/ 0 h 16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81" h="164">
                    <a:moveTo>
                      <a:pt x="4" y="0"/>
                    </a:moveTo>
                    <a:lnTo>
                      <a:pt x="4" y="0"/>
                    </a:lnTo>
                    <a:lnTo>
                      <a:pt x="181" y="0"/>
                    </a:lnTo>
                    <a:lnTo>
                      <a:pt x="164" y="140"/>
                    </a:lnTo>
                    <a:lnTo>
                      <a:pt x="163" y="145"/>
                    </a:lnTo>
                    <a:lnTo>
                      <a:pt x="161" y="149"/>
                    </a:lnTo>
                    <a:lnTo>
                      <a:pt x="154" y="156"/>
                    </a:lnTo>
                    <a:lnTo>
                      <a:pt x="146" y="160"/>
                    </a:lnTo>
                    <a:lnTo>
                      <a:pt x="138" y="164"/>
                    </a:lnTo>
                    <a:lnTo>
                      <a:pt x="0" y="128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AAAA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69" name="išľíḑè">
                <a:extLst>
                  <a:ext uri="{FF2B5EF4-FFF2-40B4-BE49-F238E27FC236}">
                    <a16:creationId xmlns:a16="http://schemas.microsoft.com/office/drawing/2014/main" id="{B0E766EB-D22A-54B2-7BD8-83AF4EB83CC2}"/>
                  </a:ext>
                </a:extLst>
              </p:cNvPr>
              <p:cNvSpPr/>
              <p:nvPr/>
            </p:nvSpPr>
            <p:spPr bwMode="auto">
              <a:xfrm>
                <a:off x="2767931" y="4814638"/>
                <a:ext cx="253892" cy="233810"/>
              </a:xfrm>
              <a:custGeom>
                <a:avLst/>
                <a:gdLst>
                  <a:gd name="T0" fmla="*/ 6350 w 177"/>
                  <a:gd name="T1" fmla="*/ 0 h 163"/>
                  <a:gd name="T2" fmla="*/ 6350 w 177"/>
                  <a:gd name="T3" fmla="*/ 0 h 163"/>
                  <a:gd name="T4" fmla="*/ 280988 w 177"/>
                  <a:gd name="T5" fmla="*/ 0 h 163"/>
                  <a:gd name="T6" fmla="*/ 280988 w 177"/>
                  <a:gd name="T7" fmla="*/ 0 h 163"/>
                  <a:gd name="T8" fmla="*/ 254000 w 177"/>
                  <a:gd name="T9" fmla="*/ 222250 h 163"/>
                  <a:gd name="T10" fmla="*/ 254000 w 177"/>
                  <a:gd name="T11" fmla="*/ 222250 h 163"/>
                  <a:gd name="T12" fmla="*/ 252413 w 177"/>
                  <a:gd name="T13" fmla="*/ 230188 h 163"/>
                  <a:gd name="T14" fmla="*/ 249238 w 177"/>
                  <a:gd name="T15" fmla="*/ 236538 h 163"/>
                  <a:gd name="T16" fmla="*/ 238125 w 177"/>
                  <a:gd name="T17" fmla="*/ 247650 h 163"/>
                  <a:gd name="T18" fmla="*/ 225425 w 177"/>
                  <a:gd name="T19" fmla="*/ 254000 h 163"/>
                  <a:gd name="T20" fmla="*/ 212725 w 177"/>
                  <a:gd name="T21" fmla="*/ 258763 h 163"/>
                  <a:gd name="T22" fmla="*/ 212725 w 177"/>
                  <a:gd name="T23" fmla="*/ 258763 h 163"/>
                  <a:gd name="T24" fmla="*/ 0 w 177"/>
                  <a:gd name="T25" fmla="*/ 203200 h 163"/>
                  <a:gd name="T26" fmla="*/ 0 w 177"/>
                  <a:gd name="T27" fmla="*/ 203200 h 163"/>
                  <a:gd name="T28" fmla="*/ 6350 w 177"/>
                  <a:gd name="T29" fmla="*/ 0 h 163"/>
                  <a:gd name="T30" fmla="*/ 6350 w 177"/>
                  <a:gd name="T31" fmla="*/ 0 h 16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77" h="163">
                    <a:moveTo>
                      <a:pt x="4" y="0"/>
                    </a:moveTo>
                    <a:lnTo>
                      <a:pt x="4" y="0"/>
                    </a:lnTo>
                    <a:lnTo>
                      <a:pt x="177" y="0"/>
                    </a:lnTo>
                    <a:lnTo>
                      <a:pt x="160" y="140"/>
                    </a:lnTo>
                    <a:lnTo>
                      <a:pt x="159" y="145"/>
                    </a:lnTo>
                    <a:lnTo>
                      <a:pt x="157" y="149"/>
                    </a:lnTo>
                    <a:lnTo>
                      <a:pt x="150" y="156"/>
                    </a:lnTo>
                    <a:lnTo>
                      <a:pt x="142" y="160"/>
                    </a:lnTo>
                    <a:lnTo>
                      <a:pt x="134" y="163"/>
                    </a:lnTo>
                    <a:lnTo>
                      <a:pt x="0" y="128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ABABA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70" name="îṧľîḑé">
                <a:extLst>
                  <a:ext uri="{FF2B5EF4-FFF2-40B4-BE49-F238E27FC236}">
                    <a16:creationId xmlns:a16="http://schemas.microsoft.com/office/drawing/2014/main" id="{50A8EFA4-C6E6-8C00-D5C0-7F659D242077}"/>
                  </a:ext>
                </a:extLst>
              </p:cNvPr>
              <p:cNvSpPr/>
              <p:nvPr/>
            </p:nvSpPr>
            <p:spPr bwMode="auto">
              <a:xfrm>
                <a:off x="2773669" y="4814638"/>
                <a:ext cx="248154" cy="233810"/>
              </a:xfrm>
              <a:custGeom>
                <a:avLst/>
                <a:gdLst>
                  <a:gd name="T0" fmla="*/ 4763 w 173"/>
                  <a:gd name="T1" fmla="*/ 0 h 163"/>
                  <a:gd name="T2" fmla="*/ 4763 w 173"/>
                  <a:gd name="T3" fmla="*/ 0 h 163"/>
                  <a:gd name="T4" fmla="*/ 274638 w 173"/>
                  <a:gd name="T5" fmla="*/ 0 h 163"/>
                  <a:gd name="T6" fmla="*/ 274638 w 173"/>
                  <a:gd name="T7" fmla="*/ 0 h 163"/>
                  <a:gd name="T8" fmla="*/ 247650 w 173"/>
                  <a:gd name="T9" fmla="*/ 222250 h 163"/>
                  <a:gd name="T10" fmla="*/ 247650 w 173"/>
                  <a:gd name="T11" fmla="*/ 222250 h 163"/>
                  <a:gd name="T12" fmla="*/ 246063 w 173"/>
                  <a:gd name="T13" fmla="*/ 230188 h 163"/>
                  <a:gd name="T14" fmla="*/ 242888 w 173"/>
                  <a:gd name="T15" fmla="*/ 236538 h 163"/>
                  <a:gd name="T16" fmla="*/ 231775 w 173"/>
                  <a:gd name="T17" fmla="*/ 247650 h 163"/>
                  <a:gd name="T18" fmla="*/ 222250 w 173"/>
                  <a:gd name="T19" fmla="*/ 254000 h 163"/>
                  <a:gd name="T20" fmla="*/ 209550 w 173"/>
                  <a:gd name="T21" fmla="*/ 258763 h 163"/>
                  <a:gd name="T22" fmla="*/ 209550 w 173"/>
                  <a:gd name="T23" fmla="*/ 258763 h 163"/>
                  <a:gd name="T24" fmla="*/ 0 w 173"/>
                  <a:gd name="T25" fmla="*/ 200025 h 163"/>
                  <a:gd name="T26" fmla="*/ 0 w 173"/>
                  <a:gd name="T27" fmla="*/ 200025 h 163"/>
                  <a:gd name="T28" fmla="*/ 4763 w 173"/>
                  <a:gd name="T29" fmla="*/ 0 h 163"/>
                  <a:gd name="T30" fmla="*/ 4763 w 173"/>
                  <a:gd name="T31" fmla="*/ 0 h 16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73" h="163">
                    <a:moveTo>
                      <a:pt x="3" y="0"/>
                    </a:moveTo>
                    <a:lnTo>
                      <a:pt x="3" y="0"/>
                    </a:lnTo>
                    <a:lnTo>
                      <a:pt x="173" y="0"/>
                    </a:lnTo>
                    <a:lnTo>
                      <a:pt x="156" y="140"/>
                    </a:lnTo>
                    <a:lnTo>
                      <a:pt x="155" y="145"/>
                    </a:lnTo>
                    <a:lnTo>
                      <a:pt x="153" y="149"/>
                    </a:lnTo>
                    <a:lnTo>
                      <a:pt x="146" y="156"/>
                    </a:lnTo>
                    <a:lnTo>
                      <a:pt x="140" y="160"/>
                    </a:lnTo>
                    <a:lnTo>
                      <a:pt x="132" y="163"/>
                    </a:lnTo>
                    <a:lnTo>
                      <a:pt x="0" y="126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ACACA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71" name="íṥľîḑe">
                <a:extLst>
                  <a:ext uri="{FF2B5EF4-FFF2-40B4-BE49-F238E27FC236}">
                    <a16:creationId xmlns:a16="http://schemas.microsoft.com/office/drawing/2014/main" id="{56695835-1399-28B4-45CD-57D9232A3217}"/>
                  </a:ext>
                </a:extLst>
              </p:cNvPr>
              <p:cNvSpPr/>
              <p:nvPr/>
            </p:nvSpPr>
            <p:spPr bwMode="auto">
              <a:xfrm>
                <a:off x="2779406" y="4814638"/>
                <a:ext cx="242417" cy="233810"/>
              </a:xfrm>
              <a:custGeom>
                <a:avLst/>
                <a:gdLst>
                  <a:gd name="T0" fmla="*/ 4763 w 169"/>
                  <a:gd name="T1" fmla="*/ 0 h 163"/>
                  <a:gd name="T2" fmla="*/ 4763 w 169"/>
                  <a:gd name="T3" fmla="*/ 0 h 163"/>
                  <a:gd name="T4" fmla="*/ 268288 w 169"/>
                  <a:gd name="T5" fmla="*/ 0 h 163"/>
                  <a:gd name="T6" fmla="*/ 268288 w 169"/>
                  <a:gd name="T7" fmla="*/ 0 h 163"/>
                  <a:gd name="T8" fmla="*/ 241300 w 169"/>
                  <a:gd name="T9" fmla="*/ 222250 h 163"/>
                  <a:gd name="T10" fmla="*/ 241300 w 169"/>
                  <a:gd name="T11" fmla="*/ 222250 h 163"/>
                  <a:gd name="T12" fmla="*/ 239713 w 169"/>
                  <a:gd name="T13" fmla="*/ 228600 h 163"/>
                  <a:gd name="T14" fmla="*/ 236538 w 169"/>
                  <a:gd name="T15" fmla="*/ 234950 h 163"/>
                  <a:gd name="T16" fmla="*/ 225425 w 169"/>
                  <a:gd name="T17" fmla="*/ 246063 h 163"/>
                  <a:gd name="T18" fmla="*/ 215900 w 169"/>
                  <a:gd name="T19" fmla="*/ 254000 h 163"/>
                  <a:gd name="T20" fmla="*/ 203200 w 169"/>
                  <a:gd name="T21" fmla="*/ 258763 h 163"/>
                  <a:gd name="T22" fmla="*/ 203200 w 169"/>
                  <a:gd name="T23" fmla="*/ 258763 h 163"/>
                  <a:gd name="T24" fmla="*/ 0 w 169"/>
                  <a:gd name="T25" fmla="*/ 198438 h 163"/>
                  <a:gd name="T26" fmla="*/ 0 w 169"/>
                  <a:gd name="T27" fmla="*/ 198438 h 163"/>
                  <a:gd name="T28" fmla="*/ 4763 w 169"/>
                  <a:gd name="T29" fmla="*/ 0 h 163"/>
                  <a:gd name="T30" fmla="*/ 4763 w 169"/>
                  <a:gd name="T31" fmla="*/ 0 h 16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9" h="163">
                    <a:moveTo>
                      <a:pt x="3" y="0"/>
                    </a:moveTo>
                    <a:lnTo>
                      <a:pt x="3" y="0"/>
                    </a:lnTo>
                    <a:lnTo>
                      <a:pt x="169" y="0"/>
                    </a:lnTo>
                    <a:lnTo>
                      <a:pt x="152" y="140"/>
                    </a:lnTo>
                    <a:lnTo>
                      <a:pt x="151" y="144"/>
                    </a:lnTo>
                    <a:lnTo>
                      <a:pt x="149" y="148"/>
                    </a:lnTo>
                    <a:lnTo>
                      <a:pt x="142" y="155"/>
                    </a:lnTo>
                    <a:lnTo>
                      <a:pt x="136" y="160"/>
                    </a:lnTo>
                    <a:lnTo>
                      <a:pt x="128" y="163"/>
                    </a:lnTo>
                    <a:lnTo>
                      <a:pt x="0" y="12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ACAC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72" name="iṩlîḍe">
                <a:extLst>
                  <a:ext uri="{FF2B5EF4-FFF2-40B4-BE49-F238E27FC236}">
                    <a16:creationId xmlns:a16="http://schemas.microsoft.com/office/drawing/2014/main" id="{D8D622A4-D58B-2109-485C-A7435861A9CC}"/>
                  </a:ext>
                </a:extLst>
              </p:cNvPr>
              <p:cNvSpPr/>
              <p:nvPr/>
            </p:nvSpPr>
            <p:spPr bwMode="auto">
              <a:xfrm>
                <a:off x="2783709" y="4814638"/>
                <a:ext cx="238113" cy="233810"/>
              </a:xfrm>
              <a:custGeom>
                <a:avLst/>
                <a:gdLst>
                  <a:gd name="T0" fmla="*/ 6350 w 166"/>
                  <a:gd name="T1" fmla="*/ 0 h 163"/>
                  <a:gd name="T2" fmla="*/ 6350 w 166"/>
                  <a:gd name="T3" fmla="*/ 0 h 163"/>
                  <a:gd name="T4" fmla="*/ 263525 w 166"/>
                  <a:gd name="T5" fmla="*/ 0 h 163"/>
                  <a:gd name="T6" fmla="*/ 263525 w 166"/>
                  <a:gd name="T7" fmla="*/ 0 h 163"/>
                  <a:gd name="T8" fmla="*/ 236538 w 166"/>
                  <a:gd name="T9" fmla="*/ 222250 h 163"/>
                  <a:gd name="T10" fmla="*/ 236538 w 166"/>
                  <a:gd name="T11" fmla="*/ 222250 h 163"/>
                  <a:gd name="T12" fmla="*/ 234950 w 166"/>
                  <a:gd name="T13" fmla="*/ 228600 h 163"/>
                  <a:gd name="T14" fmla="*/ 231775 w 166"/>
                  <a:gd name="T15" fmla="*/ 234950 h 163"/>
                  <a:gd name="T16" fmla="*/ 223838 w 166"/>
                  <a:gd name="T17" fmla="*/ 246063 h 163"/>
                  <a:gd name="T18" fmla="*/ 211138 w 166"/>
                  <a:gd name="T19" fmla="*/ 254000 h 163"/>
                  <a:gd name="T20" fmla="*/ 198438 w 166"/>
                  <a:gd name="T21" fmla="*/ 258763 h 163"/>
                  <a:gd name="T22" fmla="*/ 198438 w 166"/>
                  <a:gd name="T23" fmla="*/ 258763 h 163"/>
                  <a:gd name="T24" fmla="*/ 0 w 166"/>
                  <a:gd name="T25" fmla="*/ 196850 h 163"/>
                  <a:gd name="T26" fmla="*/ 0 w 166"/>
                  <a:gd name="T27" fmla="*/ 196850 h 163"/>
                  <a:gd name="T28" fmla="*/ 6350 w 166"/>
                  <a:gd name="T29" fmla="*/ 0 h 163"/>
                  <a:gd name="T30" fmla="*/ 6350 w 166"/>
                  <a:gd name="T31" fmla="*/ 0 h 16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6" h="163">
                    <a:moveTo>
                      <a:pt x="4" y="0"/>
                    </a:moveTo>
                    <a:lnTo>
                      <a:pt x="4" y="0"/>
                    </a:lnTo>
                    <a:lnTo>
                      <a:pt x="166" y="0"/>
                    </a:lnTo>
                    <a:lnTo>
                      <a:pt x="149" y="140"/>
                    </a:lnTo>
                    <a:lnTo>
                      <a:pt x="148" y="144"/>
                    </a:lnTo>
                    <a:lnTo>
                      <a:pt x="146" y="148"/>
                    </a:lnTo>
                    <a:lnTo>
                      <a:pt x="141" y="155"/>
                    </a:lnTo>
                    <a:lnTo>
                      <a:pt x="133" y="160"/>
                    </a:lnTo>
                    <a:lnTo>
                      <a:pt x="125" y="163"/>
                    </a:lnTo>
                    <a:lnTo>
                      <a:pt x="0" y="124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ADAD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73" name="iṣḻíḍé">
                <a:extLst>
                  <a:ext uri="{FF2B5EF4-FFF2-40B4-BE49-F238E27FC236}">
                    <a16:creationId xmlns:a16="http://schemas.microsoft.com/office/drawing/2014/main" id="{6B54F12A-9361-3EBB-0553-ED3C4304D75F}"/>
                  </a:ext>
                </a:extLst>
              </p:cNvPr>
              <p:cNvSpPr/>
              <p:nvPr/>
            </p:nvSpPr>
            <p:spPr bwMode="auto">
              <a:xfrm>
                <a:off x="2789447" y="4814638"/>
                <a:ext cx="232375" cy="233810"/>
              </a:xfrm>
              <a:custGeom>
                <a:avLst/>
                <a:gdLst>
                  <a:gd name="T0" fmla="*/ 6350 w 162"/>
                  <a:gd name="T1" fmla="*/ 0 h 163"/>
                  <a:gd name="T2" fmla="*/ 6350 w 162"/>
                  <a:gd name="T3" fmla="*/ 0 h 163"/>
                  <a:gd name="T4" fmla="*/ 257175 w 162"/>
                  <a:gd name="T5" fmla="*/ 0 h 163"/>
                  <a:gd name="T6" fmla="*/ 257175 w 162"/>
                  <a:gd name="T7" fmla="*/ 0 h 163"/>
                  <a:gd name="T8" fmla="*/ 230188 w 162"/>
                  <a:gd name="T9" fmla="*/ 222250 h 163"/>
                  <a:gd name="T10" fmla="*/ 230188 w 162"/>
                  <a:gd name="T11" fmla="*/ 222250 h 163"/>
                  <a:gd name="T12" fmla="*/ 228600 w 162"/>
                  <a:gd name="T13" fmla="*/ 228600 h 163"/>
                  <a:gd name="T14" fmla="*/ 225425 w 162"/>
                  <a:gd name="T15" fmla="*/ 234950 h 163"/>
                  <a:gd name="T16" fmla="*/ 217488 w 162"/>
                  <a:gd name="T17" fmla="*/ 246063 h 163"/>
                  <a:gd name="T18" fmla="*/ 204788 w 162"/>
                  <a:gd name="T19" fmla="*/ 254000 h 163"/>
                  <a:gd name="T20" fmla="*/ 192088 w 162"/>
                  <a:gd name="T21" fmla="*/ 258763 h 163"/>
                  <a:gd name="T22" fmla="*/ 192088 w 162"/>
                  <a:gd name="T23" fmla="*/ 258763 h 163"/>
                  <a:gd name="T24" fmla="*/ 0 w 162"/>
                  <a:gd name="T25" fmla="*/ 193675 h 163"/>
                  <a:gd name="T26" fmla="*/ 0 w 162"/>
                  <a:gd name="T27" fmla="*/ 193675 h 163"/>
                  <a:gd name="T28" fmla="*/ 6350 w 162"/>
                  <a:gd name="T29" fmla="*/ 0 h 163"/>
                  <a:gd name="T30" fmla="*/ 6350 w 162"/>
                  <a:gd name="T31" fmla="*/ 0 h 16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2" h="163">
                    <a:moveTo>
                      <a:pt x="4" y="0"/>
                    </a:moveTo>
                    <a:lnTo>
                      <a:pt x="4" y="0"/>
                    </a:lnTo>
                    <a:lnTo>
                      <a:pt x="162" y="0"/>
                    </a:lnTo>
                    <a:lnTo>
                      <a:pt x="145" y="140"/>
                    </a:lnTo>
                    <a:lnTo>
                      <a:pt x="144" y="144"/>
                    </a:lnTo>
                    <a:lnTo>
                      <a:pt x="142" y="148"/>
                    </a:lnTo>
                    <a:lnTo>
                      <a:pt x="137" y="155"/>
                    </a:lnTo>
                    <a:lnTo>
                      <a:pt x="129" y="160"/>
                    </a:lnTo>
                    <a:lnTo>
                      <a:pt x="121" y="163"/>
                    </a:lnTo>
                    <a:lnTo>
                      <a:pt x="0" y="122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AEAE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74" name="iṧľïḋé">
                <a:extLst>
                  <a:ext uri="{FF2B5EF4-FFF2-40B4-BE49-F238E27FC236}">
                    <a16:creationId xmlns:a16="http://schemas.microsoft.com/office/drawing/2014/main" id="{5153B813-2A3C-76B7-D260-4F86459FA138}"/>
                  </a:ext>
                </a:extLst>
              </p:cNvPr>
              <p:cNvSpPr/>
              <p:nvPr/>
            </p:nvSpPr>
            <p:spPr bwMode="auto">
              <a:xfrm>
                <a:off x="2795184" y="4814638"/>
                <a:ext cx="226638" cy="233810"/>
              </a:xfrm>
              <a:custGeom>
                <a:avLst/>
                <a:gdLst>
                  <a:gd name="T0" fmla="*/ 6350 w 158"/>
                  <a:gd name="T1" fmla="*/ 0 h 163"/>
                  <a:gd name="T2" fmla="*/ 6350 w 158"/>
                  <a:gd name="T3" fmla="*/ 0 h 163"/>
                  <a:gd name="T4" fmla="*/ 250825 w 158"/>
                  <a:gd name="T5" fmla="*/ 0 h 163"/>
                  <a:gd name="T6" fmla="*/ 250825 w 158"/>
                  <a:gd name="T7" fmla="*/ 0 h 163"/>
                  <a:gd name="T8" fmla="*/ 223838 w 158"/>
                  <a:gd name="T9" fmla="*/ 222250 h 163"/>
                  <a:gd name="T10" fmla="*/ 223838 w 158"/>
                  <a:gd name="T11" fmla="*/ 222250 h 163"/>
                  <a:gd name="T12" fmla="*/ 222250 w 158"/>
                  <a:gd name="T13" fmla="*/ 228600 h 163"/>
                  <a:gd name="T14" fmla="*/ 219075 w 158"/>
                  <a:gd name="T15" fmla="*/ 234950 h 163"/>
                  <a:gd name="T16" fmla="*/ 211138 w 158"/>
                  <a:gd name="T17" fmla="*/ 246063 h 163"/>
                  <a:gd name="T18" fmla="*/ 198438 w 158"/>
                  <a:gd name="T19" fmla="*/ 254000 h 163"/>
                  <a:gd name="T20" fmla="*/ 187325 w 158"/>
                  <a:gd name="T21" fmla="*/ 258763 h 163"/>
                  <a:gd name="T22" fmla="*/ 187325 w 158"/>
                  <a:gd name="T23" fmla="*/ 258763 h 163"/>
                  <a:gd name="T24" fmla="*/ 0 w 158"/>
                  <a:gd name="T25" fmla="*/ 192088 h 163"/>
                  <a:gd name="T26" fmla="*/ 0 w 158"/>
                  <a:gd name="T27" fmla="*/ 192088 h 163"/>
                  <a:gd name="T28" fmla="*/ 6350 w 158"/>
                  <a:gd name="T29" fmla="*/ 0 h 163"/>
                  <a:gd name="T30" fmla="*/ 6350 w 158"/>
                  <a:gd name="T31" fmla="*/ 0 h 16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58" h="163">
                    <a:moveTo>
                      <a:pt x="4" y="0"/>
                    </a:moveTo>
                    <a:lnTo>
                      <a:pt x="4" y="0"/>
                    </a:lnTo>
                    <a:lnTo>
                      <a:pt x="158" y="0"/>
                    </a:lnTo>
                    <a:lnTo>
                      <a:pt x="141" y="140"/>
                    </a:lnTo>
                    <a:lnTo>
                      <a:pt x="140" y="144"/>
                    </a:lnTo>
                    <a:lnTo>
                      <a:pt x="138" y="148"/>
                    </a:lnTo>
                    <a:lnTo>
                      <a:pt x="133" y="155"/>
                    </a:lnTo>
                    <a:lnTo>
                      <a:pt x="125" y="160"/>
                    </a:lnTo>
                    <a:lnTo>
                      <a:pt x="118" y="163"/>
                    </a:lnTo>
                    <a:lnTo>
                      <a:pt x="0" y="121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AEAE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75" name="ïSļiḍé">
                <a:extLst>
                  <a:ext uri="{FF2B5EF4-FFF2-40B4-BE49-F238E27FC236}">
                    <a16:creationId xmlns:a16="http://schemas.microsoft.com/office/drawing/2014/main" id="{698CDF19-E2FE-6766-8BD2-041AF7FDB8D0}"/>
                  </a:ext>
                </a:extLst>
              </p:cNvPr>
              <p:cNvSpPr/>
              <p:nvPr/>
            </p:nvSpPr>
            <p:spPr bwMode="auto">
              <a:xfrm>
                <a:off x="2800922" y="4814638"/>
                <a:ext cx="220900" cy="233810"/>
              </a:xfrm>
              <a:custGeom>
                <a:avLst/>
                <a:gdLst>
                  <a:gd name="T0" fmla="*/ 6350 w 154"/>
                  <a:gd name="T1" fmla="*/ 0 h 163"/>
                  <a:gd name="T2" fmla="*/ 6350 w 154"/>
                  <a:gd name="T3" fmla="*/ 0 h 163"/>
                  <a:gd name="T4" fmla="*/ 244475 w 154"/>
                  <a:gd name="T5" fmla="*/ 0 h 163"/>
                  <a:gd name="T6" fmla="*/ 244475 w 154"/>
                  <a:gd name="T7" fmla="*/ 0 h 163"/>
                  <a:gd name="T8" fmla="*/ 217488 w 154"/>
                  <a:gd name="T9" fmla="*/ 222250 h 163"/>
                  <a:gd name="T10" fmla="*/ 217488 w 154"/>
                  <a:gd name="T11" fmla="*/ 222250 h 163"/>
                  <a:gd name="T12" fmla="*/ 215900 w 154"/>
                  <a:gd name="T13" fmla="*/ 228600 h 163"/>
                  <a:gd name="T14" fmla="*/ 212725 w 154"/>
                  <a:gd name="T15" fmla="*/ 234950 h 163"/>
                  <a:gd name="T16" fmla="*/ 204788 w 154"/>
                  <a:gd name="T17" fmla="*/ 246063 h 163"/>
                  <a:gd name="T18" fmla="*/ 193675 w 154"/>
                  <a:gd name="T19" fmla="*/ 254000 h 163"/>
                  <a:gd name="T20" fmla="*/ 180975 w 154"/>
                  <a:gd name="T21" fmla="*/ 258763 h 163"/>
                  <a:gd name="T22" fmla="*/ 180975 w 154"/>
                  <a:gd name="T23" fmla="*/ 258763 h 163"/>
                  <a:gd name="T24" fmla="*/ 0 w 154"/>
                  <a:gd name="T25" fmla="*/ 188913 h 163"/>
                  <a:gd name="T26" fmla="*/ 0 w 154"/>
                  <a:gd name="T27" fmla="*/ 188913 h 163"/>
                  <a:gd name="T28" fmla="*/ 6350 w 154"/>
                  <a:gd name="T29" fmla="*/ 0 h 163"/>
                  <a:gd name="T30" fmla="*/ 6350 w 154"/>
                  <a:gd name="T31" fmla="*/ 0 h 16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54" h="163">
                    <a:moveTo>
                      <a:pt x="4" y="0"/>
                    </a:moveTo>
                    <a:lnTo>
                      <a:pt x="4" y="0"/>
                    </a:lnTo>
                    <a:lnTo>
                      <a:pt x="154" y="0"/>
                    </a:lnTo>
                    <a:lnTo>
                      <a:pt x="137" y="140"/>
                    </a:lnTo>
                    <a:lnTo>
                      <a:pt x="136" y="144"/>
                    </a:lnTo>
                    <a:lnTo>
                      <a:pt x="134" y="148"/>
                    </a:lnTo>
                    <a:lnTo>
                      <a:pt x="129" y="155"/>
                    </a:lnTo>
                    <a:lnTo>
                      <a:pt x="122" y="160"/>
                    </a:lnTo>
                    <a:lnTo>
                      <a:pt x="114" y="163"/>
                    </a:lnTo>
                    <a:lnTo>
                      <a:pt x="0" y="119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AFAF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76" name="íṧḷíḋê">
                <a:extLst>
                  <a:ext uri="{FF2B5EF4-FFF2-40B4-BE49-F238E27FC236}">
                    <a16:creationId xmlns:a16="http://schemas.microsoft.com/office/drawing/2014/main" id="{66C36158-CF7D-3A6C-6C3D-F8506D852965}"/>
                  </a:ext>
                </a:extLst>
              </p:cNvPr>
              <p:cNvSpPr/>
              <p:nvPr/>
            </p:nvSpPr>
            <p:spPr bwMode="auto">
              <a:xfrm>
                <a:off x="2805226" y="4814638"/>
                <a:ext cx="216597" cy="233810"/>
              </a:xfrm>
              <a:custGeom>
                <a:avLst/>
                <a:gdLst>
                  <a:gd name="T0" fmla="*/ 6350 w 151"/>
                  <a:gd name="T1" fmla="*/ 0 h 163"/>
                  <a:gd name="T2" fmla="*/ 6350 w 151"/>
                  <a:gd name="T3" fmla="*/ 0 h 163"/>
                  <a:gd name="T4" fmla="*/ 239713 w 151"/>
                  <a:gd name="T5" fmla="*/ 0 h 163"/>
                  <a:gd name="T6" fmla="*/ 239713 w 151"/>
                  <a:gd name="T7" fmla="*/ 0 h 163"/>
                  <a:gd name="T8" fmla="*/ 212725 w 151"/>
                  <a:gd name="T9" fmla="*/ 222250 h 163"/>
                  <a:gd name="T10" fmla="*/ 212725 w 151"/>
                  <a:gd name="T11" fmla="*/ 222250 h 163"/>
                  <a:gd name="T12" fmla="*/ 211138 w 151"/>
                  <a:gd name="T13" fmla="*/ 228600 h 163"/>
                  <a:gd name="T14" fmla="*/ 207963 w 151"/>
                  <a:gd name="T15" fmla="*/ 234950 h 163"/>
                  <a:gd name="T16" fmla="*/ 200025 w 151"/>
                  <a:gd name="T17" fmla="*/ 246063 h 163"/>
                  <a:gd name="T18" fmla="*/ 188913 w 151"/>
                  <a:gd name="T19" fmla="*/ 254000 h 163"/>
                  <a:gd name="T20" fmla="*/ 176213 w 151"/>
                  <a:gd name="T21" fmla="*/ 258763 h 163"/>
                  <a:gd name="T22" fmla="*/ 176213 w 151"/>
                  <a:gd name="T23" fmla="*/ 258763 h 163"/>
                  <a:gd name="T24" fmla="*/ 0 w 151"/>
                  <a:gd name="T25" fmla="*/ 188913 h 163"/>
                  <a:gd name="T26" fmla="*/ 0 w 151"/>
                  <a:gd name="T27" fmla="*/ 188913 h 163"/>
                  <a:gd name="T28" fmla="*/ 6350 w 151"/>
                  <a:gd name="T29" fmla="*/ 0 h 163"/>
                  <a:gd name="T30" fmla="*/ 6350 w 151"/>
                  <a:gd name="T31" fmla="*/ 0 h 16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51" h="163">
                    <a:moveTo>
                      <a:pt x="4" y="0"/>
                    </a:moveTo>
                    <a:lnTo>
                      <a:pt x="4" y="0"/>
                    </a:lnTo>
                    <a:lnTo>
                      <a:pt x="151" y="0"/>
                    </a:lnTo>
                    <a:lnTo>
                      <a:pt x="134" y="140"/>
                    </a:lnTo>
                    <a:lnTo>
                      <a:pt x="133" y="144"/>
                    </a:lnTo>
                    <a:lnTo>
                      <a:pt x="131" y="148"/>
                    </a:lnTo>
                    <a:lnTo>
                      <a:pt x="126" y="155"/>
                    </a:lnTo>
                    <a:lnTo>
                      <a:pt x="119" y="160"/>
                    </a:lnTo>
                    <a:lnTo>
                      <a:pt x="111" y="163"/>
                    </a:lnTo>
                    <a:lnTo>
                      <a:pt x="0" y="119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AFAFB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77" name="íšľiḋe">
                <a:extLst>
                  <a:ext uri="{FF2B5EF4-FFF2-40B4-BE49-F238E27FC236}">
                    <a16:creationId xmlns:a16="http://schemas.microsoft.com/office/drawing/2014/main" id="{B0D60AC5-4C20-5B92-8892-DB7DE4FE9A4D}"/>
                  </a:ext>
                </a:extLst>
              </p:cNvPr>
              <p:cNvSpPr/>
              <p:nvPr/>
            </p:nvSpPr>
            <p:spPr bwMode="auto">
              <a:xfrm>
                <a:off x="2810963" y="4814638"/>
                <a:ext cx="210860" cy="233810"/>
              </a:xfrm>
              <a:custGeom>
                <a:avLst/>
                <a:gdLst>
                  <a:gd name="T0" fmla="*/ 6350 w 147"/>
                  <a:gd name="T1" fmla="*/ 0 h 163"/>
                  <a:gd name="T2" fmla="*/ 6350 w 147"/>
                  <a:gd name="T3" fmla="*/ 0 h 163"/>
                  <a:gd name="T4" fmla="*/ 233363 w 147"/>
                  <a:gd name="T5" fmla="*/ 0 h 163"/>
                  <a:gd name="T6" fmla="*/ 233363 w 147"/>
                  <a:gd name="T7" fmla="*/ 0 h 163"/>
                  <a:gd name="T8" fmla="*/ 206375 w 147"/>
                  <a:gd name="T9" fmla="*/ 222250 h 163"/>
                  <a:gd name="T10" fmla="*/ 206375 w 147"/>
                  <a:gd name="T11" fmla="*/ 222250 h 163"/>
                  <a:gd name="T12" fmla="*/ 204788 w 147"/>
                  <a:gd name="T13" fmla="*/ 228600 h 163"/>
                  <a:gd name="T14" fmla="*/ 201613 w 147"/>
                  <a:gd name="T15" fmla="*/ 234950 h 163"/>
                  <a:gd name="T16" fmla="*/ 193675 w 147"/>
                  <a:gd name="T17" fmla="*/ 246063 h 163"/>
                  <a:gd name="T18" fmla="*/ 182563 w 147"/>
                  <a:gd name="T19" fmla="*/ 252413 h 163"/>
                  <a:gd name="T20" fmla="*/ 169863 w 147"/>
                  <a:gd name="T21" fmla="*/ 258763 h 163"/>
                  <a:gd name="T22" fmla="*/ 169863 w 147"/>
                  <a:gd name="T23" fmla="*/ 258763 h 163"/>
                  <a:gd name="T24" fmla="*/ 0 w 147"/>
                  <a:gd name="T25" fmla="*/ 187325 h 163"/>
                  <a:gd name="T26" fmla="*/ 0 w 147"/>
                  <a:gd name="T27" fmla="*/ 187325 h 163"/>
                  <a:gd name="T28" fmla="*/ 6350 w 147"/>
                  <a:gd name="T29" fmla="*/ 0 h 163"/>
                  <a:gd name="T30" fmla="*/ 6350 w 147"/>
                  <a:gd name="T31" fmla="*/ 0 h 16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47" h="163">
                    <a:moveTo>
                      <a:pt x="4" y="0"/>
                    </a:moveTo>
                    <a:lnTo>
                      <a:pt x="4" y="0"/>
                    </a:lnTo>
                    <a:lnTo>
                      <a:pt x="147" y="0"/>
                    </a:lnTo>
                    <a:lnTo>
                      <a:pt x="130" y="140"/>
                    </a:lnTo>
                    <a:lnTo>
                      <a:pt x="129" y="144"/>
                    </a:lnTo>
                    <a:lnTo>
                      <a:pt x="127" y="148"/>
                    </a:lnTo>
                    <a:lnTo>
                      <a:pt x="122" y="155"/>
                    </a:lnTo>
                    <a:lnTo>
                      <a:pt x="115" y="159"/>
                    </a:lnTo>
                    <a:lnTo>
                      <a:pt x="107" y="163"/>
                    </a:lnTo>
                    <a:lnTo>
                      <a:pt x="0" y="118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B0B0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78" name="íŝľíḋê">
                <a:extLst>
                  <a:ext uri="{FF2B5EF4-FFF2-40B4-BE49-F238E27FC236}">
                    <a16:creationId xmlns:a16="http://schemas.microsoft.com/office/drawing/2014/main" id="{AF16CD34-BE4D-1310-CD41-61D956883108}"/>
                  </a:ext>
                </a:extLst>
              </p:cNvPr>
              <p:cNvSpPr/>
              <p:nvPr/>
            </p:nvSpPr>
            <p:spPr bwMode="auto">
              <a:xfrm>
                <a:off x="2816701" y="4814638"/>
                <a:ext cx="205122" cy="233810"/>
              </a:xfrm>
              <a:custGeom>
                <a:avLst/>
                <a:gdLst>
                  <a:gd name="T0" fmla="*/ 6350 w 143"/>
                  <a:gd name="T1" fmla="*/ 0 h 163"/>
                  <a:gd name="T2" fmla="*/ 6350 w 143"/>
                  <a:gd name="T3" fmla="*/ 0 h 163"/>
                  <a:gd name="T4" fmla="*/ 227013 w 143"/>
                  <a:gd name="T5" fmla="*/ 0 h 163"/>
                  <a:gd name="T6" fmla="*/ 227013 w 143"/>
                  <a:gd name="T7" fmla="*/ 0 h 163"/>
                  <a:gd name="T8" fmla="*/ 200025 w 143"/>
                  <a:gd name="T9" fmla="*/ 222250 h 163"/>
                  <a:gd name="T10" fmla="*/ 200025 w 143"/>
                  <a:gd name="T11" fmla="*/ 222250 h 163"/>
                  <a:gd name="T12" fmla="*/ 198438 w 143"/>
                  <a:gd name="T13" fmla="*/ 228600 h 163"/>
                  <a:gd name="T14" fmla="*/ 195263 w 143"/>
                  <a:gd name="T15" fmla="*/ 234950 h 163"/>
                  <a:gd name="T16" fmla="*/ 187325 w 143"/>
                  <a:gd name="T17" fmla="*/ 246063 h 163"/>
                  <a:gd name="T18" fmla="*/ 176213 w 143"/>
                  <a:gd name="T19" fmla="*/ 252413 h 163"/>
                  <a:gd name="T20" fmla="*/ 165100 w 143"/>
                  <a:gd name="T21" fmla="*/ 258763 h 163"/>
                  <a:gd name="T22" fmla="*/ 165100 w 143"/>
                  <a:gd name="T23" fmla="*/ 258763 h 163"/>
                  <a:gd name="T24" fmla="*/ 0 w 143"/>
                  <a:gd name="T25" fmla="*/ 185738 h 163"/>
                  <a:gd name="T26" fmla="*/ 0 w 143"/>
                  <a:gd name="T27" fmla="*/ 185738 h 163"/>
                  <a:gd name="T28" fmla="*/ 6350 w 143"/>
                  <a:gd name="T29" fmla="*/ 0 h 163"/>
                  <a:gd name="T30" fmla="*/ 6350 w 143"/>
                  <a:gd name="T31" fmla="*/ 0 h 16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43" h="163">
                    <a:moveTo>
                      <a:pt x="4" y="0"/>
                    </a:moveTo>
                    <a:lnTo>
                      <a:pt x="4" y="0"/>
                    </a:lnTo>
                    <a:lnTo>
                      <a:pt x="143" y="0"/>
                    </a:lnTo>
                    <a:lnTo>
                      <a:pt x="126" y="140"/>
                    </a:lnTo>
                    <a:lnTo>
                      <a:pt x="125" y="144"/>
                    </a:lnTo>
                    <a:lnTo>
                      <a:pt x="123" y="148"/>
                    </a:lnTo>
                    <a:lnTo>
                      <a:pt x="118" y="155"/>
                    </a:lnTo>
                    <a:lnTo>
                      <a:pt x="111" y="159"/>
                    </a:lnTo>
                    <a:lnTo>
                      <a:pt x="104" y="163"/>
                    </a:lnTo>
                    <a:lnTo>
                      <a:pt x="0" y="117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B1B1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79" name="ísľîḋê">
                <a:extLst>
                  <a:ext uri="{FF2B5EF4-FFF2-40B4-BE49-F238E27FC236}">
                    <a16:creationId xmlns:a16="http://schemas.microsoft.com/office/drawing/2014/main" id="{78DC0A0C-580F-B141-7DCF-2D0917E50A45}"/>
                  </a:ext>
                </a:extLst>
              </p:cNvPr>
              <p:cNvSpPr/>
              <p:nvPr/>
            </p:nvSpPr>
            <p:spPr bwMode="auto">
              <a:xfrm>
                <a:off x="2822439" y="4814638"/>
                <a:ext cx="199384" cy="230942"/>
              </a:xfrm>
              <a:custGeom>
                <a:avLst/>
                <a:gdLst>
                  <a:gd name="T0" fmla="*/ 6350 w 139"/>
                  <a:gd name="T1" fmla="*/ 0 h 161"/>
                  <a:gd name="T2" fmla="*/ 6350 w 139"/>
                  <a:gd name="T3" fmla="*/ 0 h 161"/>
                  <a:gd name="T4" fmla="*/ 220663 w 139"/>
                  <a:gd name="T5" fmla="*/ 0 h 161"/>
                  <a:gd name="T6" fmla="*/ 220663 w 139"/>
                  <a:gd name="T7" fmla="*/ 0 h 161"/>
                  <a:gd name="T8" fmla="*/ 193675 w 139"/>
                  <a:gd name="T9" fmla="*/ 222250 h 161"/>
                  <a:gd name="T10" fmla="*/ 193675 w 139"/>
                  <a:gd name="T11" fmla="*/ 222250 h 161"/>
                  <a:gd name="T12" fmla="*/ 192088 w 139"/>
                  <a:gd name="T13" fmla="*/ 228600 h 161"/>
                  <a:gd name="T14" fmla="*/ 188913 w 139"/>
                  <a:gd name="T15" fmla="*/ 234950 h 161"/>
                  <a:gd name="T16" fmla="*/ 180975 w 139"/>
                  <a:gd name="T17" fmla="*/ 246063 h 161"/>
                  <a:gd name="T18" fmla="*/ 169863 w 139"/>
                  <a:gd name="T19" fmla="*/ 252413 h 161"/>
                  <a:gd name="T20" fmla="*/ 158750 w 139"/>
                  <a:gd name="T21" fmla="*/ 255588 h 161"/>
                  <a:gd name="T22" fmla="*/ 158750 w 139"/>
                  <a:gd name="T23" fmla="*/ 255588 h 161"/>
                  <a:gd name="T24" fmla="*/ 0 w 139"/>
                  <a:gd name="T25" fmla="*/ 182563 h 161"/>
                  <a:gd name="T26" fmla="*/ 0 w 139"/>
                  <a:gd name="T27" fmla="*/ 182563 h 161"/>
                  <a:gd name="T28" fmla="*/ 6350 w 139"/>
                  <a:gd name="T29" fmla="*/ 0 h 161"/>
                  <a:gd name="T30" fmla="*/ 6350 w 139"/>
                  <a:gd name="T31" fmla="*/ 0 h 161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39" h="161">
                    <a:moveTo>
                      <a:pt x="4" y="0"/>
                    </a:moveTo>
                    <a:lnTo>
                      <a:pt x="4" y="0"/>
                    </a:lnTo>
                    <a:lnTo>
                      <a:pt x="139" y="0"/>
                    </a:lnTo>
                    <a:lnTo>
                      <a:pt x="122" y="140"/>
                    </a:lnTo>
                    <a:lnTo>
                      <a:pt x="121" y="144"/>
                    </a:lnTo>
                    <a:lnTo>
                      <a:pt x="119" y="148"/>
                    </a:lnTo>
                    <a:lnTo>
                      <a:pt x="114" y="155"/>
                    </a:lnTo>
                    <a:lnTo>
                      <a:pt x="107" y="159"/>
                    </a:lnTo>
                    <a:lnTo>
                      <a:pt x="100" y="161"/>
                    </a:lnTo>
                    <a:lnTo>
                      <a:pt x="0" y="11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B1B1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80" name="iṩľîďé">
                <a:extLst>
                  <a:ext uri="{FF2B5EF4-FFF2-40B4-BE49-F238E27FC236}">
                    <a16:creationId xmlns:a16="http://schemas.microsoft.com/office/drawing/2014/main" id="{CD3950AB-DCCA-06ED-75F1-6E1DA02FB72A}"/>
                  </a:ext>
                </a:extLst>
              </p:cNvPr>
              <p:cNvSpPr/>
              <p:nvPr/>
            </p:nvSpPr>
            <p:spPr bwMode="auto">
              <a:xfrm>
                <a:off x="2828176" y="4814638"/>
                <a:ext cx="193647" cy="230942"/>
              </a:xfrm>
              <a:custGeom>
                <a:avLst/>
                <a:gdLst>
                  <a:gd name="T0" fmla="*/ 6350 w 135"/>
                  <a:gd name="T1" fmla="*/ 0 h 161"/>
                  <a:gd name="T2" fmla="*/ 6350 w 135"/>
                  <a:gd name="T3" fmla="*/ 0 h 161"/>
                  <a:gd name="T4" fmla="*/ 214313 w 135"/>
                  <a:gd name="T5" fmla="*/ 0 h 161"/>
                  <a:gd name="T6" fmla="*/ 214313 w 135"/>
                  <a:gd name="T7" fmla="*/ 0 h 161"/>
                  <a:gd name="T8" fmla="*/ 187325 w 135"/>
                  <a:gd name="T9" fmla="*/ 222250 h 161"/>
                  <a:gd name="T10" fmla="*/ 187325 w 135"/>
                  <a:gd name="T11" fmla="*/ 222250 h 161"/>
                  <a:gd name="T12" fmla="*/ 185738 w 135"/>
                  <a:gd name="T13" fmla="*/ 228600 h 161"/>
                  <a:gd name="T14" fmla="*/ 182563 w 135"/>
                  <a:gd name="T15" fmla="*/ 234950 h 161"/>
                  <a:gd name="T16" fmla="*/ 174625 w 135"/>
                  <a:gd name="T17" fmla="*/ 246063 h 161"/>
                  <a:gd name="T18" fmla="*/ 163513 w 135"/>
                  <a:gd name="T19" fmla="*/ 252413 h 161"/>
                  <a:gd name="T20" fmla="*/ 152400 w 135"/>
                  <a:gd name="T21" fmla="*/ 255588 h 161"/>
                  <a:gd name="T22" fmla="*/ 152400 w 135"/>
                  <a:gd name="T23" fmla="*/ 255588 h 161"/>
                  <a:gd name="T24" fmla="*/ 0 w 135"/>
                  <a:gd name="T25" fmla="*/ 180975 h 161"/>
                  <a:gd name="T26" fmla="*/ 0 w 135"/>
                  <a:gd name="T27" fmla="*/ 180975 h 161"/>
                  <a:gd name="T28" fmla="*/ 6350 w 135"/>
                  <a:gd name="T29" fmla="*/ 0 h 161"/>
                  <a:gd name="T30" fmla="*/ 6350 w 135"/>
                  <a:gd name="T31" fmla="*/ 0 h 161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35" h="161">
                    <a:moveTo>
                      <a:pt x="4" y="0"/>
                    </a:moveTo>
                    <a:lnTo>
                      <a:pt x="4" y="0"/>
                    </a:lnTo>
                    <a:lnTo>
                      <a:pt x="135" y="0"/>
                    </a:lnTo>
                    <a:lnTo>
                      <a:pt x="118" y="140"/>
                    </a:lnTo>
                    <a:lnTo>
                      <a:pt x="117" y="144"/>
                    </a:lnTo>
                    <a:lnTo>
                      <a:pt x="115" y="148"/>
                    </a:lnTo>
                    <a:lnTo>
                      <a:pt x="110" y="155"/>
                    </a:lnTo>
                    <a:lnTo>
                      <a:pt x="103" y="159"/>
                    </a:lnTo>
                    <a:lnTo>
                      <a:pt x="96" y="161"/>
                    </a:lnTo>
                    <a:lnTo>
                      <a:pt x="0" y="114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B2B2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81" name="ís1îdé">
                <a:extLst>
                  <a:ext uri="{FF2B5EF4-FFF2-40B4-BE49-F238E27FC236}">
                    <a16:creationId xmlns:a16="http://schemas.microsoft.com/office/drawing/2014/main" id="{36943657-1E1D-C846-4E69-AB17289B2481}"/>
                  </a:ext>
                </a:extLst>
              </p:cNvPr>
              <p:cNvSpPr/>
              <p:nvPr/>
            </p:nvSpPr>
            <p:spPr bwMode="auto">
              <a:xfrm>
                <a:off x="2832479" y="4814638"/>
                <a:ext cx="189343" cy="230942"/>
              </a:xfrm>
              <a:custGeom>
                <a:avLst/>
                <a:gdLst>
                  <a:gd name="T0" fmla="*/ 7938 w 132"/>
                  <a:gd name="T1" fmla="*/ 0 h 161"/>
                  <a:gd name="T2" fmla="*/ 7938 w 132"/>
                  <a:gd name="T3" fmla="*/ 0 h 161"/>
                  <a:gd name="T4" fmla="*/ 209550 w 132"/>
                  <a:gd name="T5" fmla="*/ 0 h 161"/>
                  <a:gd name="T6" fmla="*/ 209550 w 132"/>
                  <a:gd name="T7" fmla="*/ 0 h 161"/>
                  <a:gd name="T8" fmla="*/ 182563 w 132"/>
                  <a:gd name="T9" fmla="*/ 222250 h 161"/>
                  <a:gd name="T10" fmla="*/ 182563 w 132"/>
                  <a:gd name="T11" fmla="*/ 222250 h 161"/>
                  <a:gd name="T12" fmla="*/ 180975 w 132"/>
                  <a:gd name="T13" fmla="*/ 228600 h 161"/>
                  <a:gd name="T14" fmla="*/ 177800 w 132"/>
                  <a:gd name="T15" fmla="*/ 234950 h 161"/>
                  <a:gd name="T16" fmla="*/ 171450 w 132"/>
                  <a:gd name="T17" fmla="*/ 242888 h 161"/>
                  <a:gd name="T18" fmla="*/ 160338 w 132"/>
                  <a:gd name="T19" fmla="*/ 252413 h 161"/>
                  <a:gd name="T20" fmla="*/ 150813 w 132"/>
                  <a:gd name="T21" fmla="*/ 255588 h 161"/>
                  <a:gd name="T22" fmla="*/ 150813 w 132"/>
                  <a:gd name="T23" fmla="*/ 255588 h 161"/>
                  <a:gd name="T24" fmla="*/ 0 w 132"/>
                  <a:gd name="T25" fmla="*/ 179388 h 161"/>
                  <a:gd name="T26" fmla="*/ 0 w 132"/>
                  <a:gd name="T27" fmla="*/ 179388 h 161"/>
                  <a:gd name="T28" fmla="*/ 7938 w 132"/>
                  <a:gd name="T29" fmla="*/ 0 h 161"/>
                  <a:gd name="T30" fmla="*/ 7938 w 132"/>
                  <a:gd name="T31" fmla="*/ 0 h 161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32" h="161">
                    <a:moveTo>
                      <a:pt x="5" y="0"/>
                    </a:moveTo>
                    <a:lnTo>
                      <a:pt x="5" y="0"/>
                    </a:lnTo>
                    <a:lnTo>
                      <a:pt x="132" y="0"/>
                    </a:lnTo>
                    <a:lnTo>
                      <a:pt x="115" y="140"/>
                    </a:lnTo>
                    <a:lnTo>
                      <a:pt x="114" y="144"/>
                    </a:lnTo>
                    <a:lnTo>
                      <a:pt x="112" y="148"/>
                    </a:lnTo>
                    <a:lnTo>
                      <a:pt x="108" y="153"/>
                    </a:lnTo>
                    <a:lnTo>
                      <a:pt x="101" y="159"/>
                    </a:lnTo>
                    <a:lnTo>
                      <a:pt x="95" y="161"/>
                    </a:lnTo>
                    <a:lnTo>
                      <a:pt x="0" y="113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B2B2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82" name="íŝlidé">
                <a:extLst>
                  <a:ext uri="{FF2B5EF4-FFF2-40B4-BE49-F238E27FC236}">
                    <a16:creationId xmlns:a16="http://schemas.microsoft.com/office/drawing/2014/main" id="{0CE8217E-8A4B-5BE8-6611-D4CF76048F6C}"/>
                  </a:ext>
                </a:extLst>
              </p:cNvPr>
              <p:cNvSpPr/>
              <p:nvPr/>
            </p:nvSpPr>
            <p:spPr bwMode="auto">
              <a:xfrm>
                <a:off x="2838217" y="4814638"/>
                <a:ext cx="183605" cy="230942"/>
              </a:xfrm>
              <a:custGeom>
                <a:avLst/>
                <a:gdLst>
                  <a:gd name="T0" fmla="*/ 6350 w 128"/>
                  <a:gd name="T1" fmla="*/ 0 h 161"/>
                  <a:gd name="T2" fmla="*/ 6350 w 128"/>
                  <a:gd name="T3" fmla="*/ 0 h 161"/>
                  <a:gd name="T4" fmla="*/ 203200 w 128"/>
                  <a:gd name="T5" fmla="*/ 0 h 161"/>
                  <a:gd name="T6" fmla="*/ 203200 w 128"/>
                  <a:gd name="T7" fmla="*/ 0 h 161"/>
                  <a:gd name="T8" fmla="*/ 176213 w 128"/>
                  <a:gd name="T9" fmla="*/ 222250 h 161"/>
                  <a:gd name="T10" fmla="*/ 176213 w 128"/>
                  <a:gd name="T11" fmla="*/ 222250 h 161"/>
                  <a:gd name="T12" fmla="*/ 176213 w 128"/>
                  <a:gd name="T13" fmla="*/ 228600 h 161"/>
                  <a:gd name="T14" fmla="*/ 171450 w 128"/>
                  <a:gd name="T15" fmla="*/ 234950 h 161"/>
                  <a:gd name="T16" fmla="*/ 165100 w 128"/>
                  <a:gd name="T17" fmla="*/ 242888 h 161"/>
                  <a:gd name="T18" fmla="*/ 153988 w 128"/>
                  <a:gd name="T19" fmla="*/ 252413 h 161"/>
                  <a:gd name="T20" fmla="*/ 144463 w 128"/>
                  <a:gd name="T21" fmla="*/ 255588 h 161"/>
                  <a:gd name="T22" fmla="*/ 144463 w 128"/>
                  <a:gd name="T23" fmla="*/ 255588 h 161"/>
                  <a:gd name="T24" fmla="*/ 0 w 128"/>
                  <a:gd name="T25" fmla="*/ 179388 h 161"/>
                  <a:gd name="T26" fmla="*/ 0 w 128"/>
                  <a:gd name="T27" fmla="*/ 179388 h 161"/>
                  <a:gd name="T28" fmla="*/ 6350 w 128"/>
                  <a:gd name="T29" fmla="*/ 0 h 161"/>
                  <a:gd name="T30" fmla="*/ 6350 w 128"/>
                  <a:gd name="T31" fmla="*/ 0 h 161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28" h="161">
                    <a:moveTo>
                      <a:pt x="4" y="0"/>
                    </a:moveTo>
                    <a:lnTo>
                      <a:pt x="4" y="0"/>
                    </a:lnTo>
                    <a:lnTo>
                      <a:pt x="128" y="0"/>
                    </a:lnTo>
                    <a:lnTo>
                      <a:pt x="111" y="140"/>
                    </a:lnTo>
                    <a:lnTo>
                      <a:pt x="111" y="144"/>
                    </a:lnTo>
                    <a:lnTo>
                      <a:pt x="108" y="148"/>
                    </a:lnTo>
                    <a:lnTo>
                      <a:pt x="104" y="153"/>
                    </a:lnTo>
                    <a:lnTo>
                      <a:pt x="97" y="159"/>
                    </a:lnTo>
                    <a:lnTo>
                      <a:pt x="91" y="161"/>
                    </a:lnTo>
                    <a:lnTo>
                      <a:pt x="0" y="113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B3B3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83" name="ísļíḑè">
                <a:extLst>
                  <a:ext uri="{FF2B5EF4-FFF2-40B4-BE49-F238E27FC236}">
                    <a16:creationId xmlns:a16="http://schemas.microsoft.com/office/drawing/2014/main" id="{FE595301-1B91-6381-EF85-F7C143205DB2}"/>
                  </a:ext>
                </a:extLst>
              </p:cNvPr>
              <p:cNvSpPr/>
              <p:nvPr/>
            </p:nvSpPr>
            <p:spPr bwMode="auto">
              <a:xfrm>
                <a:off x="2843955" y="4814638"/>
                <a:ext cx="177868" cy="230942"/>
              </a:xfrm>
              <a:custGeom>
                <a:avLst/>
                <a:gdLst>
                  <a:gd name="T0" fmla="*/ 6350 w 124"/>
                  <a:gd name="T1" fmla="*/ 0 h 161"/>
                  <a:gd name="T2" fmla="*/ 6350 w 124"/>
                  <a:gd name="T3" fmla="*/ 0 h 161"/>
                  <a:gd name="T4" fmla="*/ 196850 w 124"/>
                  <a:gd name="T5" fmla="*/ 0 h 161"/>
                  <a:gd name="T6" fmla="*/ 196850 w 124"/>
                  <a:gd name="T7" fmla="*/ 0 h 161"/>
                  <a:gd name="T8" fmla="*/ 169863 w 124"/>
                  <a:gd name="T9" fmla="*/ 222250 h 161"/>
                  <a:gd name="T10" fmla="*/ 169863 w 124"/>
                  <a:gd name="T11" fmla="*/ 222250 h 161"/>
                  <a:gd name="T12" fmla="*/ 165100 w 124"/>
                  <a:gd name="T13" fmla="*/ 234950 h 161"/>
                  <a:gd name="T14" fmla="*/ 158750 w 124"/>
                  <a:gd name="T15" fmla="*/ 242888 h 161"/>
                  <a:gd name="T16" fmla="*/ 147638 w 124"/>
                  <a:gd name="T17" fmla="*/ 252413 h 161"/>
                  <a:gd name="T18" fmla="*/ 138113 w 124"/>
                  <a:gd name="T19" fmla="*/ 255588 h 161"/>
                  <a:gd name="T20" fmla="*/ 138113 w 124"/>
                  <a:gd name="T21" fmla="*/ 255588 h 161"/>
                  <a:gd name="T22" fmla="*/ 0 w 124"/>
                  <a:gd name="T23" fmla="*/ 176213 h 161"/>
                  <a:gd name="T24" fmla="*/ 0 w 124"/>
                  <a:gd name="T25" fmla="*/ 176213 h 161"/>
                  <a:gd name="T26" fmla="*/ 6350 w 124"/>
                  <a:gd name="T27" fmla="*/ 0 h 161"/>
                  <a:gd name="T28" fmla="*/ 6350 w 124"/>
                  <a:gd name="T29" fmla="*/ 0 h 16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24" h="161">
                    <a:moveTo>
                      <a:pt x="4" y="0"/>
                    </a:moveTo>
                    <a:lnTo>
                      <a:pt x="4" y="0"/>
                    </a:lnTo>
                    <a:lnTo>
                      <a:pt x="124" y="0"/>
                    </a:lnTo>
                    <a:lnTo>
                      <a:pt x="107" y="140"/>
                    </a:lnTo>
                    <a:lnTo>
                      <a:pt x="104" y="148"/>
                    </a:lnTo>
                    <a:lnTo>
                      <a:pt x="100" y="153"/>
                    </a:lnTo>
                    <a:lnTo>
                      <a:pt x="93" y="159"/>
                    </a:lnTo>
                    <a:lnTo>
                      <a:pt x="87" y="161"/>
                    </a:lnTo>
                    <a:lnTo>
                      <a:pt x="0" y="111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B4B4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84" name="íṩḻïḑe">
                <a:extLst>
                  <a:ext uri="{FF2B5EF4-FFF2-40B4-BE49-F238E27FC236}">
                    <a16:creationId xmlns:a16="http://schemas.microsoft.com/office/drawing/2014/main" id="{1CAC22C6-D56C-6729-9EB9-4E7AC50A9B06}"/>
                  </a:ext>
                </a:extLst>
              </p:cNvPr>
              <p:cNvSpPr/>
              <p:nvPr/>
            </p:nvSpPr>
            <p:spPr bwMode="auto">
              <a:xfrm>
                <a:off x="2849692" y="4814638"/>
                <a:ext cx="172130" cy="230942"/>
              </a:xfrm>
              <a:custGeom>
                <a:avLst/>
                <a:gdLst>
                  <a:gd name="T0" fmla="*/ 6350 w 120"/>
                  <a:gd name="T1" fmla="*/ 0 h 161"/>
                  <a:gd name="T2" fmla="*/ 6350 w 120"/>
                  <a:gd name="T3" fmla="*/ 0 h 161"/>
                  <a:gd name="T4" fmla="*/ 190500 w 120"/>
                  <a:gd name="T5" fmla="*/ 0 h 161"/>
                  <a:gd name="T6" fmla="*/ 190500 w 120"/>
                  <a:gd name="T7" fmla="*/ 0 h 161"/>
                  <a:gd name="T8" fmla="*/ 163513 w 120"/>
                  <a:gd name="T9" fmla="*/ 222250 h 161"/>
                  <a:gd name="T10" fmla="*/ 163513 w 120"/>
                  <a:gd name="T11" fmla="*/ 222250 h 161"/>
                  <a:gd name="T12" fmla="*/ 158750 w 120"/>
                  <a:gd name="T13" fmla="*/ 234950 h 161"/>
                  <a:gd name="T14" fmla="*/ 152400 w 120"/>
                  <a:gd name="T15" fmla="*/ 242888 h 161"/>
                  <a:gd name="T16" fmla="*/ 141288 w 120"/>
                  <a:gd name="T17" fmla="*/ 252413 h 161"/>
                  <a:gd name="T18" fmla="*/ 131763 w 120"/>
                  <a:gd name="T19" fmla="*/ 255588 h 161"/>
                  <a:gd name="T20" fmla="*/ 131763 w 120"/>
                  <a:gd name="T21" fmla="*/ 255588 h 161"/>
                  <a:gd name="T22" fmla="*/ 0 w 120"/>
                  <a:gd name="T23" fmla="*/ 174625 h 161"/>
                  <a:gd name="T24" fmla="*/ 0 w 120"/>
                  <a:gd name="T25" fmla="*/ 174625 h 161"/>
                  <a:gd name="T26" fmla="*/ 6350 w 120"/>
                  <a:gd name="T27" fmla="*/ 0 h 161"/>
                  <a:gd name="T28" fmla="*/ 6350 w 120"/>
                  <a:gd name="T29" fmla="*/ 0 h 16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20" h="161">
                    <a:moveTo>
                      <a:pt x="4" y="0"/>
                    </a:moveTo>
                    <a:lnTo>
                      <a:pt x="4" y="0"/>
                    </a:lnTo>
                    <a:lnTo>
                      <a:pt x="120" y="0"/>
                    </a:lnTo>
                    <a:lnTo>
                      <a:pt x="103" y="140"/>
                    </a:lnTo>
                    <a:lnTo>
                      <a:pt x="100" y="148"/>
                    </a:lnTo>
                    <a:lnTo>
                      <a:pt x="96" y="153"/>
                    </a:lnTo>
                    <a:lnTo>
                      <a:pt x="89" y="159"/>
                    </a:lnTo>
                    <a:lnTo>
                      <a:pt x="83" y="161"/>
                    </a:lnTo>
                    <a:lnTo>
                      <a:pt x="0" y="110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B4B4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85" name="íŝľïḋê">
                <a:extLst>
                  <a:ext uri="{FF2B5EF4-FFF2-40B4-BE49-F238E27FC236}">
                    <a16:creationId xmlns:a16="http://schemas.microsoft.com/office/drawing/2014/main" id="{063B44EE-8356-511A-C968-DAEB84F182C8}"/>
                  </a:ext>
                </a:extLst>
              </p:cNvPr>
              <p:cNvSpPr/>
              <p:nvPr/>
            </p:nvSpPr>
            <p:spPr bwMode="auto">
              <a:xfrm>
                <a:off x="2853996" y="4814638"/>
                <a:ext cx="167827" cy="230942"/>
              </a:xfrm>
              <a:custGeom>
                <a:avLst/>
                <a:gdLst>
                  <a:gd name="T0" fmla="*/ 7938 w 117"/>
                  <a:gd name="T1" fmla="*/ 0 h 161"/>
                  <a:gd name="T2" fmla="*/ 7938 w 117"/>
                  <a:gd name="T3" fmla="*/ 0 h 161"/>
                  <a:gd name="T4" fmla="*/ 185738 w 117"/>
                  <a:gd name="T5" fmla="*/ 0 h 161"/>
                  <a:gd name="T6" fmla="*/ 185738 w 117"/>
                  <a:gd name="T7" fmla="*/ 0 h 161"/>
                  <a:gd name="T8" fmla="*/ 158750 w 117"/>
                  <a:gd name="T9" fmla="*/ 222250 h 161"/>
                  <a:gd name="T10" fmla="*/ 158750 w 117"/>
                  <a:gd name="T11" fmla="*/ 222250 h 161"/>
                  <a:gd name="T12" fmla="*/ 153988 w 117"/>
                  <a:gd name="T13" fmla="*/ 234950 h 161"/>
                  <a:gd name="T14" fmla="*/ 147638 w 117"/>
                  <a:gd name="T15" fmla="*/ 242888 h 161"/>
                  <a:gd name="T16" fmla="*/ 136525 w 117"/>
                  <a:gd name="T17" fmla="*/ 249238 h 161"/>
                  <a:gd name="T18" fmla="*/ 128588 w 117"/>
                  <a:gd name="T19" fmla="*/ 255588 h 161"/>
                  <a:gd name="T20" fmla="*/ 128588 w 117"/>
                  <a:gd name="T21" fmla="*/ 255588 h 161"/>
                  <a:gd name="T22" fmla="*/ 0 w 117"/>
                  <a:gd name="T23" fmla="*/ 173038 h 161"/>
                  <a:gd name="T24" fmla="*/ 0 w 117"/>
                  <a:gd name="T25" fmla="*/ 173038 h 161"/>
                  <a:gd name="T26" fmla="*/ 7938 w 117"/>
                  <a:gd name="T27" fmla="*/ 0 h 161"/>
                  <a:gd name="T28" fmla="*/ 7938 w 117"/>
                  <a:gd name="T29" fmla="*/ 0 h 16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17" h="161">
                    <a:moveTo>
                      <a:pt x="5" y="0"/>
                    </a:moveTo>
                    <a:lnTo>
                      <a:pt x="5" y="0"/>
                    </a:lnTo>
                    <a:lnTo>
                      <a:pt x="117" y="0"/>
                    </a:lnTo>
                    <a:lnTo>
                      <a:pt x="100" y="140"/>
                    </a:lnTo>
                    <a:lnTo>
                      <a:pt x="97" y="148"/>
                    </a:lnTo>
                    <a:lnTo>
                      <a:pt x="93" y="153"/>
                    </a:lnTo>
                    <a:lnTo>
                      <a:pt x="86" y="157"/>
                    </a:lnTo>
                    <a:lnTo>
                      <a:pt x="81" y="161"/>
                    </a:lnTo>
                    <a:lnTo>
                      <a:pt x="0" y="109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B5B5B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86" name="íṣ1ïḓe">
                <a:extLst>
                  <a:ext uri="{FF2B5EF4-FFF2-40B4-BE49-F238E27FC236}">
                    <a16:creationId xmlns:a16="http://schemas.microsoft.com/office/drawing/2014/main" id="{18235C45-88F7-1991-028F-988CCFC029B0}"/>
                  </a:ext>
                </a:extLst>
              </p:cNvPr>
              <p:cNvSpPr/>
              <p:nvPr/>
            </p:nvSpPr>
            <p:spPr bwMode="auto">
              <a:xfrm>
                <a:off x="2859734" y="4814638"/>
                <a:ext cx="162089" cy="230942"/>
              </a:xfrm>
              <a:custGeom>
                <a:avLst/>
                <a:gdLst>
                  <a:gd name="T0" fmla="*/ 7938 w 113"/>
                  <a:gd name="T1" fmla="*/ 0 h 161"/>
                  <a:gd name="T2" fmla="*/ 7938 w 113"/>
                  <a:gd name="T3" fmla="*/ 0 h 161"/>
                  <a:gd name="T4" fmla="*/ 179388 w 113"/>
                  <a:gd name="T5" fmla="*/ 0 h 161"/>
                  <a:gd name="T6" fmla="*/ 179388 w 113"/>
                  <a:gd name="T7" fmla="*/ 0 h 161"/>
                  <a:gd name="T8" fmla="*/ 152400 w 113"/>
                  <a:gd name="T9" fmla="*/ 222250 h 161"/>
                  <a:gd name="T10" fmla="*/ 152400 w 113"/>
                  <a:gd name="T11" fmla="*/ 222250 h 161"/>
                  <a:gd name="T12" fmla="*/ 147638 w 113"/>
                  <a:gd name="T13" fmla="*/ 233363 h 161"/>
                  <a:gd name="T14" fmla="*/ 141288 w 113"/>
                  <a:gd name="T15" fmla="*/ 242888 h 161"/>
                  <a:gd name="T16" fmla="*/ 133350 w 113"/>
                  <a:gd name="T17" fmla="*/ 249238 h 161"/>
                  <a:gd name="T18" fmla="*/ 122238 w 113"/>
                  <a:gd name="T19" fmla="*/ 255588 h 161"/>
                  <a:gd name="T20" fmla="*/ 122238 w 113"/>
                  <a:gd name="T21" fmla="*/ 255588 h 161"/>
                  <a:gd name="T22" fmla="*/ 0 w 113"/>
                  <a:gd name="T23" fmla="*/ 169863 h 161"/>
                  <a:gd name="T24" fmla="*/ 0 w 113"/>
                  <a:gd name="T25" fmla="*/ 169863 h 161"/>
                  <a:gd name="T26" fmla="*/ 7938 w 113"/>
                  <a:gd name="T27" fmla="*/ 0 h 161"/>
                  <a:gd name="T28" fmla="*/ 7938 w 113"/>
                  <a:gd name="T29" fmla="*/ 0 h 16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13" h="161">
                    <a:moveTo>
                      <a:pt x="5" y="0"/>
                    </a:moveTo>
                    <a:lnTo>
                      <a:pt x="5" y="0"/>
                    </a:lnTo>
                    <a:lnTo>
                      <a:pt x="113" y="0"/>
                    </a:lnTo>
                    <a:lnTo>
                      <a:pt x="96" y="140"/>
                    </a:lnTo>
                    <a:lnTo>
                      <a:pt x="93" y="147"/>
                    </a:lnTo>
                    <a:lnTo>
                      <a:pt x="89" y="153"/>
                    </a:lnTo>
                    <a:lnTo>
                      <a:pt x="84" y="157"/>
                    </a:lnTo>
                    <a:lnTo>
                      <a:pt x="77" y="161"/>
                    </a:lnTo>
                    <a:lnTo>
                      <a:pt x="0" y="107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B6B6B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87" name="iṧļîďè">
                <a:extLst>
                  <a:ext uri="{FF2B5EF4-FFF2-40B4-BE49-F238E27FC236}">
                    <a16:creationId xmlns:a16="http://schemas.microsoft.com/office/drawing/2014/main" id="{FC72C248-D9F9-9906-2D10-39D63D0E7F16}"/>
                  </a:ext>
                </a:extLst>
              </p:cNvPr>
              <p:cNvSpPr/>
              <p:nvPr/>
            </p:nvSpPr>
            <p:spPr bwMode="auto">
              <a:xfrm>
                <a:off x="2865471" y="4814638"/>
                <a:ext cx="156352" cy="230942"/>
              </a:xfrm>
              <a:custGeom>
                <a:avLst/>
                <a:gdLst>
                  <a:gd name="T0" fmla="*/ 7938 w 109"/>
                  <a:gd name="T1" fmla="*/ 0 h 161"/>
                  <a:gd name="T2" fmla="*/ 7938 w 109"/>
                  <a:gd name="T3" fmla="*/ 0 h 161"/>
                  <a:gd name="T4" fmla="*/ 173038 w 109"/>
                  <a:gd name="T5" fmla="*/ 0 h 161"/>
                  <a:gd name="T6" fmla="*/ 173038 w 109"/>
                  <a:gd name="T7" fmla="*/ 0 h 161"/>
                  <a:gd name="T8" fmla="*/ 146050 w 109"/>
                  <a:gd name="T9" fmla="*/ 222250 h 161"/>
                  <a:gd name="T10" fmla="*/ 146050 w 109"/>
                  <a:gd name="T11" fmla="*/ 222250 h 161"/>
                  <a:gd name="T12" fmla="*/ 141288 w 109"/>
                  <a:gd name="T13" fmla="*/ 233363 h 161"/>
                  <a:gd name="T14" fmla="*/ 134938 w 109"/>
                  <a:gd name="T15" fmla="*/ 242888 h 161"/>
                  <a:gd name="T16" fmla="*/ 127000 w 109"/>
                  <a:gd name="T17" fmla="*/ 249238 h 161"/>
                  <a:gd name="T18" fmla="*/ 115888 w 109"/>
                  <a:gd name="T19" fmla="*/ 255588 h 161"/>
                  <a:gd name="T20" fmla="*/ 115888 w 109"/>
                  <a:gd name="T21" fmla="*/ 255588 h 161"/>
                  <a:gd name="T22" fmla="*/ 0 w 109"/>
                  <a:gd name="T23" fmla="*/ 168275 h 161"/>
                  <a:gd name="T24" fmla="*/ 0 w 109"/>
                  <a:gd name="T25" fmla="*/ 168275 h 161"/>
                  <a:gd name="T26" fmla="*/ 7938 w 109"/>
                  <a:gd name="T27" fmla="*/ 0 h 161"/>
                  <a:gd name="T28" fmla="*/ 7938 w 109"/>
                  <a:gd name="T29" fmla="*/ 0 h 16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09" h="161">
                    <a:moveTo>
                      <a:pt x="5" y="0"/>
                    </a:moveTo>
                    <a:lnTo>
                      <a:pt x="5" y="0"/>
                    </a:lnTo>
                    <a:lnTo>
                      <a:pt x="109" y="0"/>
                    </a:lnTo>
                    <a:lnTo>
                      <a:pt x="92" y="140"/>
                    </a:lnTo>
                    <a:lnTo>
                      <a:pt x="89" y="147"/>
                    </a:lnTo>
                    <a:lnTo>
                      <a:pt x="85" y="153"/>
                    </a:lnTo>
                    <a:lnTo>
                      <a:pt x="80" y="157"/>
                    </a:lnTo>
                    <a:lnTo>
                      <a:pt x="73" y="161"/>
                    </a:lnTo>
                    <a:lnTo>
                      <a:pt x="0" y="106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B6B6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88" name="î$1îḍe">
                <a:extLst>
                  <a:ext uri="{FF2B5EF4-FFF2-40B4-BE49-F238E27FC236}">
                    <a16:creationId xmlns:a16="http://schemas.microsoft.com/office/drawing/2014/main" id="{69488F0B-4920-7E07-FD73-91CA6764D525}"/>
                  </a:ext>
                </a:extLst>
              </p:cNvPr>
              <p:cNvSpPr/>
              <p:nvPr/>
            </p:nvSpPr>
            <p:spPr bwMode="auto">
              <a:xfrm>
                <a:off x="2871209" y="4814638"/>
                <a:ext cx="150614" cy="229507"/>
              </a:xfrm>
              <a:custGeom>
                <a:avLst/>
                <a:gdLst>
                  <a:gd name="T0" fmla="*/ 7938 w 105"/>
                  <a:gd name="T1" fmla="*/ 0 h 160"/>
                  <a:gd name="T2" fmla="*/ 7938 w 105"/>
                  <a:gd name="T3" fmla="*/ 0 h 160"/>
                  <a:gd name="T4" fmla="*/ 166688 w 105"/>
                  <a:gd name="T5" fmla="*/ 0 h 160"/>
                  <a:gd name="T6" fmla="*/ 166688 w 105"/>
                  <a:gd name="T7" fmla="*/ 0 h 160"/>
                  <a:gd name="T8" fmla="*/ 139700 w 105"/>
                  <a:gd name="T9" fmla="*/ 222250 h 160"/>
                  <a:gd name="T10" fmla="*/ 139700 w 105"/>
                  <a:gd name="T11" fmla="*/ 222250 h 160"/>
                  <a:gd name="T12" fmla="*/ 138113 w 105"/>
                  <a:gd name="T13" fmla="*/ 233363 h 160"/>
                  <a:gd name="T14" fmla="*/ 128588 w 105"/>
                  <a:gd name="T15" fmla="*/ 242888 h 160"/>
                  <a:gd name="T16" fmla="*/ 120650 w 105"/>
                  <a:gd name="T17" fmla="*/ 249238 h 160"/>
                  <a:gd name="T18" fmla="*/ 109538 w 105"/>
                  <a:gd name="T19" fmla="*/ 254000 h 160"/>
                  <a:gd name="T20" fmla="*/ 109538 w 105"/>
                  <a:gd name="T21" fmla="*/ 254000 h 160"/>
                  <a:gd name="T22" fmla="*/ 0 w 105"/>
                  <a:gd name="T23" fmla="*/ 168275 h 160"/>
                  <a:gd name="T24" fmla="*/ 0 w 105"/>
                  <a:gd name="T25" fmla="*/ 168275 h 160"/>
                  <a:gd name="T26" fmla="*/ 7938 w 105"/>
                  <a:gd name="T27" fmla="*/ 0 h 160"/>
                  <a:gd name="T28" fmla="*/ 7938 w 105"/>
                  <a:gd name="T29" fmla="*/ 0 h 16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05" h="160">
                    <a:moveTo>
                      <a:pt x="5" y="0"/>
                    </a:moveTo>
                    <a:lnTo>
                      <a:pt x="5" y="0"/>
                    </a:lnTo>
                    <a:lnTo>
                      <a:pt x="105" y="0"/>
                    </a:lnTo>
                    <a:lnTo>
                      <a:pt x="88" y="140"/>
                    </a:lnTo>
                    <a:lnTo>
                      <a:pt x="87" y="147"/>
                    </a:lnTo>
                    <a:lnTo>
                      <a:pt x="81" y="153"/>
                    </a:lnTo>
                    <a:lnTo>
                      <a:pt x="76" y="157"/>
                    </a:lnTo>
                    <a:lnTo>
                      <a:pt x="69" y="160"/>
                    </a:lnTo>
                    <a:lnTo>
                      <a:pt x="0" y="106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B7B7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89" name="íṧḻïḍè">
                <a:extLst>
                  <a:ext uri="{FF2B5EF4-FFF2-40B4-BE49-F238E27FC236}">
                    <a16:creationId xmlns:a16="http://schemas.microsoft.com/office/drawing/2014/main" id="{46E6E49F-4725-3F46-CB31-D338DE27C64D}"/>
                  </a:ext>
                </a:extLst>
              </p:cNvPr>
              <p:cNvSpPr/>
              <p:nvPr/>
            </p:nvSpPr>
            <p:spPr bwMode="auto">
              <a:xfrm>
                <a:off x="2875512" y="4814638"/>
                <a:ext cx="146310" cy="229507"/>
              </a:xfrm>
              <a:custGeom>
                <a:avLst/>
                <a:gdLst>
                  <a:gd name="T0" fmla="*/ 7938 w 102"/>
                  <a:gd name="T1" fmla="*/ 0 h 160"/>
                  <a:gd name="T2" fmla="*/ 7938 w 102"/>
                  <a:gd name="T3" fmla="*/ 0 h 160"/>
                  <a:gd name="T4" fmla="*/ 161925 w 102"/>
                  <a:gd name="T5" fmla="*/ 0 h 160"/>
                  <a:gd name="T6" fmla="*/ 161925 w 102"/>
                  <a:gd name="T7" fmla="*/ 0 h 160"/>
                  <a:gd name="T8" fmla="*/ 134938 w 102"/>
                  <a:gd name="T9" fmla="*/ 222250 h 160"/>
                  <a:gd name="T10" fmla="*/ 134938 w 102"/>
                  <a:gd name="T11" fmla="*/ 222250 h 160"/>
                  <a:gd name="T12" fmla="*/ 133350 w 102"/>
                  <a:gd name="T13" fmla="*/ 233363 h 160"/>
                  <a:gd name="T14" fmla="*/ 123825 w 102"/>
                  <a:gd name="T15" fmla="*/ 242888 h 160"/>
                  <a:gd name="T16" fmla="*/ 115888 w 102"/>
                  <a:gd name="T17" fmla="*/ 249238 h 160"/>
                  <a:gd name="T18" fmla="*/ 106363 w 102"/>
                  <a:gd name="T19" fmla="*/ 254000 h 160"/>
                  <a:gd name="T20" fmla="*/ 106363 w 102"/>
                  <a:gd name="T21" fmla="*/ 254000 h 160"/>
                  <a:gd name="T22" fmla="*/ 0 w 102"/>
                  <a:gd name="T23" fmla="*/ 166688 h 160"/>
                  <a:gd name="T24" fmla="*/ 0 w 102"/>
                  <a:gd name="T25" fmla="*/ 166688 h 160"/>
                  <a:gd name="T26" fmla="*/ 7938 w 102"/>
                  <a:gd name="T27" fmla="*/ 0 h 160"/>
                  <a:gd name="T28" fmla="*/ 7938 w 102"/>
                  <a:gd name="T29" fmla="*/ 0 h 16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02" h="160">
                    <a:moveTo>
                      <a:pt x="5" y="0"/>
                    </a:moveTo>
                    <a:lnTo>
                      <a:pt x="5" y="0"/>
                    </a:lnTo>
                    <a:lnTo>
                      <a:pt x="102" y="0"/>
                    </a:lnTo>
                    <a:lnTo>
                      <a:pt x="85" y="140"/>
                    </a:lnTo>
                    <a:lnTo>
                      <a:pt x="84" y="147"/>
                    </a:lnTo>
                    <a:lnTo>
                      <a:pt x="78" y="153"/>
                    </a:lnTo>
                    <a:lnTo>
                      <a:pt x="73" y="157"/>
                    </a:lnTo>
                    <a:lnTo>
                      <a:pt x="67" y="160"/>
                    </a:lnTo>
                    <a:lnTo>
                      <a:pt x="0" y="105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B7B7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90" name="îṣļïḋè">
                <a:extLst>
                  <a:ext uri="{FF2B5EF4-FFF2-40B4-BE49-F238E27FC236}">
                    <a16:creationId xmlns:a16="http://schemas.microsoft.com/office/drawing/2014/main" id="{A5849BDC-9D34-F4AB-DDC8-08BB49CD8036}"/>
                  </a:ext>
                </a:extLst>
              </p:cNvPr>
              <p:cNvSpPr/>
              <p:nvPr/>
            </p:nvSpPr>
            <p:spPr bwMode="auto">
              <a:xfrm>
                <a:off x="2881249" y="4814638"/>
                <a:ext cx="140573" cy="229507"/>
              </a:xfrm>
              <a:custGeom>
                <a:avLst/>
                <a:gdLst>
                  <a:gd name="T0" fmla="*/ 7938 w 98"/>
                  <a:gd name="T1" fmla="*/ 0 h 160"/>
                  <a:gd name="T2" fmla="*/ 7938 w 98"/>
                  <a:gd name="T3" fmla="*/ 0 h 160"/>
                  <a:gd name="T4" fmla="*/ 155575 w 98"/>
                  <a:gd name="T5" fmla="*/ 0 h 160"/>
                  <a:gd name="T6" fmla="*/ 155575 w 98"/>
                  <a:gd name="T7" fmla="*/ 0 h 160"/>
                  <a:gd name="T8" fmla="*/ 128588 w 98"/>
                  <a:gd name="T9" fmla="*/ 222250 h 160"/>
                  <a:gd name="T10" fmla="*/ 128588 w 98"/>
                  <a:gd name="T11" fmla="*/ 222250 h 160"/>
                  <a:gd name="T12" fmla="*/ 127000 w 98"/>
                  <a:gd name="T13" fmla="*/ 233363 h 160"/>
                  <a:gd name="T14" fmla="*/ 117475 w 98"/>
                  <a:gd name="T15" fmla="*/ 241300 h 160"/>
                  <a:gd name="T16" fmla="*/ 109538 w 98"/>
                  <a:gd name="T17" fmla="*/ 249238 h 160"/>
                  <a:gd name="T18" fmla="*/ 100013 w 98"/>
                  <a:gd name="T19" fmla="*/ 254000 h 160"/>
                  <a:gd name="T20" fmla="*/ 100013 w 98"/>
                  <a:gd name="T21" fmla="*/ 254000 h 160"/>
                  <a:gd name="T22" fmla="*/ 0 w 98"/>
                  <a:gd name="T23" fmla="*/ 163513 h 160"/>
                  <a:gd name="T24" fmla="*/ 0 w 98"/>
                  <a:gd name="T25" fmla="*/ 163513 h 160"/>
                  <a:gd name="T26" fmla="*/ 7938 w 98"/>
                  <a:gd name="T27" fmla="*/ 0 h 160"/>
                  <a:gd name="T28" fmla="*/ 7938 w 98"/>
                  <a:gd name="T29" fmla="*/ 0 h 16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98" h="160">
                    <a:moveTo>
                      <a:pt x="5" y="0"/>
                    </a:moveTo>
                    <a:lnTo>
                      <a:pt x="5" y="0"/>
                    </a:lnTo>
                    <a:lnTo>
                      <a:pt x="98" y="0"/>
                    </a:lnTo>
                    <a:lnTo>
                      <a:pt x="81" y="140"/>
                    </a:lnTo>
                    <a:lnTo>
                      <a:pt x="80" y="147"/>
                    </a:lnTo>
                    <a:lnTo>
                      <a:pt x="74" y="152"/>
                    </a:lnTo>
                    <a:lnTo>
                      <a:pt x="69" y="157"/>
                    </a:lnTo>
                    <a:lnTo>
                      <a:pt x="63" y="160"/>
                    </a:lnTo>
                    <a:lnTo>
                      <a:pt x="0" y="103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B8B8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91" name="íṩľîḓè">
                <a:extLst>
                  <a:ext uri="{FF2B5EF4-FFF2-40B4-BE49-F238E27FC236}">
                    <a16:creationId xmlns:a16="http://schemas.microsoft.com/office/drawing/2014/main" id="{959096F0-878A-5895-DE63-DE4B0B622D88}"/>
                  </a:ext>
                </a:extLst>
              </p:cNvPr>
              <p:cNvSpPr/>
              <p:nvPr/>
            </p:nvSpPr>
            <p:spPr bwMode="auto">
              <a:xfrm>
                <a:off x="2886987" y="4814638"/>
                <a:ext cx="134835" cy="229507"/>
              </a:xfrm>
              <a:custGeom>
                <a:avLst/>
                <a:gdLst>
                  <a:gd name="T0" fmla="*/ 7938 w 94"/>
                  <a:gd name="T1" fmla="*/ 0 h 160"/>
                  <a:gd name="T2" fmla="*/ 7938 w 94"/>
                  <a:gd name="T3" fmla="*/ 0 h 160"/>
                  <a:gd name="T4" fmla="*/ 149225 w 94"/>
                  <a:gd name="T5" fmla="*/ 0 h 160"/>
                  <a:gd name="T6" fmla="*/ 149225 w 94"/>
                  <a:gd name="T7" fmla="*/ 0 h 160"/>
                  <a:gd name="T8" fmla="*/ 122238 w 94"/>
                  <a:gd name="T9" fmla="*/ 222250 h 160"/>
                  <a:gd name="T10" fmla="*/ 122238 w 94"/>
                  <a:gd name="T11" fmla="*/ 222250 h 160"/>
                  <a:gd name="T12" fmla="*/ 120650 w 94"/>
                  <a:gd name="T13" fmla="*/ 233363 h 160"/>
                  <a:gd name="T14" fmla="*/ 112713 w 94"/>
                  <a:gd name="T15" fmla="*/ 241300 h 160"/>
                  <a:gd name="T16" fmla="*/ 104775 w 94"/>
                  <a:gd name="T17" fmla="*/ 249238 h 160"/>
                  <a:gd name="T18" fmla="*/ 93663 w 94"/>
                  <a:gd name="T19" fmla="*/ 254000 h 160"/>
                  <a:gd name="T20" fmla="*/ 93663 w 94"/>
                  <a:gd name="T21" fmla="*/ 254000 h 160"/>
                  <a:gd name="T22" fmla="*/ 0 w 94"/>
                  <a:gd name="T23" fmla="*/ 161925 h 160"/>
                  <a:gd name="T24" fmla="*/ 0 w 94"/>
                  <a:gd name="T25" fmla="*/ 161925 h 160"/>
                  <a:gd name="T26" fmla="*/ 7938 w 94"/>
                  <a:gd name="T27" fmla="*/ 0 h 160"/>
                  <a:gd name="T28" fmla="*/ 7938 w 94"/>
                  <a:gd name="T29" fmla="*/ 0 h 16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94" h="160">
                    <a:moveTo>
                      <a:pt x="5" y="0"/>
                    </a:moveTo>
                    <a:lnTo>
                      <a:pt x="5" y="0"/>
                    </a:lnTo>
                    <a:lnTo>
                      <a:pt x="94" y="0"/>
                    </a:lnTo>
                    <a:lnTo>
                      <a:pt x="77" y="140"/>
                    </a:lnTo>
                    <a:lnTo>
                      <a:pt x="76" y="147"/>
                    </a:lnTo>
                    <a:lnTo>
                      <a:pt x="71" y="152"/>
                    </a:lnTo>
                    <a:lnTo>
                      <a:pt x="66" y="157"/>
                    </a:lnTo>
                    <a:lnTo>
                      <a:pt x="59" y="160"/>
                    </a:lnTo>
                    <a:lnTo>
                      <a:pt x="0" y="102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B9B9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92" name="îṡlíḋé">
                <a:extLst>
                  <a:ext uri="{FF2B5EF4-FFF2-40B4-BE49-F238E27FC236}">
                    <a16:creationId xmlns:a16="http://schemas.microsoft.com/office/drawing/2014/main" id="{DCD0223A-F6B6-DFBD-940E-C80980FCE902}"/>
                  </a:ext>
                </a:extLst>
              </p:cNvPr>
              <p:cNvSpPr/>
              <p:nvPr/>
            </p:nvSpPr>
            <p:spPr bwMode="auto">
              <a:xfrm>
                <a:off x="2892725" y="4814638"/>
                <a:ext cx="129097" cy="229507"/>
              </a:xfrm>
              <a:custGeom>
                <a:avLst/>
                <a:gdLst>
                  <a:gd name="T0" fmla="*/ 7938 w 90"/>
                  <a:gd name="T1" fmla="*/ 0 h 160"/>
                  <a:gd name="T2" fmla="*/ 7938 w 90"/>
                  <a:gd name="T3" fmla="*/ 0 h 160"/>
                  <a:gd name="T4" fmla="*/ 142875 w 90"/>
                  <a:gd name="T5" fmla="*/ 0 h 160"/>
                  <a:gd name="T6" fmla="*/ 142875 w 90"/>
                  <a:gd name="T7" fmla="*/ 0 h 160"/>
                  <a:gd name="T8" fmla="*/ 115888 w 90"/>
                  <a:gd name="T9" fmla="*/ 222250 h 160"/>
                  <a:gd name="T10" fmla="*/ 115888 w 90"/>
                  <a:gd name="T11" fmla="*/ 222250 h 160"/>
                  <a:gd name="T12" fmla="*/ 114300 w 90"/>
                  <a:gd name="T13" fmla="*/ 233363 h 160"/>
                  <a:gd name="T14" fmla="*/ 106363 w 90"/>
                  <a:gd name="T15" fmla="*/ 241300 h 160"/>
                  <a:gd name="T16" fmla="*/ 98425 w 90"/>
                  <a:gd name="T17" fmla="*/ 249238 h 160"/>
                  <a:gd name="T18" fmla="*/ 87313 w 90"/>
                  <a:gd name="T19" fmla="*/ 254000 h 160"/>
                  <a:gd name="T20" fmla="*/ 87313 w 90"/>
                  <a:gd name="T21" fmla="*/ 254000 h 160"/>
                  <a:gd name="T22" fmla="*/ 0 w 90"/>
                  <a:gd name="T23" fmla="*/ 160338 h 160"/>
                  <a:gd name="T24" fmla="*/ 0 w 90"/>
                  <a:gd name="T25" fmla="*/ 160338 h 160"/>
                  <a:gd name="T26" fmla="*/ 7938 w 90"/>
                  <a:gd name="T27" fmla="*/ 0 h 160"/>
                  <a:gd name="T28" fmla="*/ 7938 w 90"/>
                  <a:gd name="T29" fmla="*/ 0 h 16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90" h="160">
                    <a:moveTo>
                      <a:pt x="5" y="0"/>
                    </a:moveTo>
                    <a:lnTo>
                      <a:pt x="5" y="0"/>
                    </a:lnTo>
                    <a:lnTo>
                      <a:pt x="90" y="0"/>
                    </a:lnTo>
                    <a:lnTo>
                      <a:pt x="73" y="140"/>
                    </a:lnTo>
                    <a:lnTo>
                      <a:pt x="72" y="147"/>
                    </a:lnTo>
                    <a:lnTo>
                      <a:pt x="67" y="152"/>
                    </a:lnTo>
                    <a:lnTo>
                      <a:pt x="62" y="157"/>
                    </a:lnTo>
                    <a:lnTo>
                      <a:pt x="55" y="160"/>
                    </a:lnTo>
                    <a:lnTo>
                      <a:pt x="0" y="101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B9B9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93" name="ïṥľíḋè">
                <a:extLst>
                  <a:ext uri="{FF2B5EF4-FFF2-40B4-BE49-F238E27FC236}">
                    <a16:creationId xmlns:a16="http://schemas.microsoft.com/office/drawing/2014/main" id="{6E62B553-6D95-2E69-7DAC-6CD13709834B}"/>
                  </a:ext>
                </a:extLst>
              </p:cNvPr>
              <p:cNvSpPr/>
              <p:nvPr/>
            </p:nvSpPr>
            <p:spPr bwMode="auto">
              <a:xfrm>
                <a:off x="2895593" y="4814638"/>
                <a:ext cx="126229" cy="229507"/>
              </a:xfrm>
              <a:custGeom>
                <a:avLst/>
                <a:gdLst>
                  <a:gd name="T0" fmla="*/ 11113 w 88"/>
                  <a:gd name="T1" fmla="*/ 0 h 160"/>
                  <a:gd name="T2" fmla="*/ 11113 w 88"/>
                  <a:gd name="T3" fmla="*/ 0 h 160"/>
                  <a:gd name="T4" fmla="*/ 139700 w 88"/>
                  <a:gd name="T5" fmla="*/ 0 h 160"/>
                  <a:gd name="T6" fmla="*/ 139700 w 88"/>
                  <a:gd name="T7" fmla="*/ 0 h 160"/>
                  <a:gd name="T8" fmla="*/ 112713 w 88"/>
                  <a:gd name="T9" fmla="*/ 222250 h 160"/>
                  <a:gd name="T10" fmla="*/ 112713 w 88"/>
                  <a:gd name="T11" fmla="*/ 222250 h 160"/>
                  <a:gd name="T12" fmla="*/ 111125 w 88"/>
                  <a:gd name="T13" fmla="*/ 233363 h 160"/>
                  <a:gd name="T14" fmla="*/ 103188 w 88"/>
                  <a:gd name="T15" fmla="*/ 241300 h 160"/>
                  <a:gd name="T16" fmla="*/ 95250 w 88"/>
                  <a:gd name="T17" fmla="*/ 249238 h 160"/>
                  <a:gd name="T18" fmla="*/ 87313 w 88"/>
                  <a:gd name="T19" fmla="*/ 254000 h 160"/>
                  <a:gd name="T20" fmla="*/ 87313 w 88"/>
                  <a:gd name="T21" fmla="*/ 254000 h 160"/>
                  <a:gd name="T22" fmla="*/ 0 w 88"/>
                  <a:gd name="T23" fmla="*/ 157163 h 160"/>
                  <a:gd name="T24" fmla="*/ 0 w 88"/>
                  <a:gd name="T25" fmla="*/ 157163 h 160"/>
                  <a:gd name="T26" fmla="*/ 11113 w 88"/>
                  <a:gd name="T27" fmla="*/ 0 h 160"/>
                  <a:gd name="T28" fmla="*/ 11113 w 88"/>
                  <a:gd name="T29" fmla="*/ 0 h 16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88" h="160">
                    <a:moveTo>
                      <a:pt x="7" y="0"/>
                    </a:moveTo>
                    <a:lnTo>
                      <a:pt x="7" y="0"/>
                    </a:lnTo>
                    <a:lnTo>
                      <a:pt x="88" y="0"/>
                    </a:lnTo>
                    <a:lnTo>
                      <a:pt x="71" y="140"/>
                    </a:lnTo>
                    <a:lnTo>
                      <a:pt x="70" y="147"/>
                    </a:lnTo>
                    <a:lnTo>
                      <a:pt x="65" y="152"/>
                    </a:lnTo>
                    <a:lnTo>
                      <a:pt x="60" y="157"/>
                    </a:lnTo>
                    <a:lnTo>
                      <a:pt x="55" y="160"/>
                    </a:lnTo>
                    <a:lnTo>
                      <a:pt x="0" y="99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BABA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94" name="iṣliḑé">
                <a:extLst>
                  <a:ext uri="{FF2B5EF4-FFF2-40B4-BE49-F238E27FC236}">
                    <a16:creationId xmlns:a16="http://schemas.microsoft.com/office/drawing/2014/main" id="{3EC56CAB-0A4D-2388-F99B-FF1C92F36DC5}"/>
                  </a:ext>
                </a:extLst>
              </p:cNvPr>
              <p:cNvSpPr/>
              <p:nvPr/>
            </p:nvSpPr>
            <p:spPr bwMode="auto">
              <a:xfrm>
                <a:off x="2902766" y="4814638"/>
                <a:ext cx="119057" cy="229507"/>
              </a:xfrm>
              <a:custGeom>
                <a:avLst/>
                <a:gdLst>
                  <a:gd name="T0" fmla="*/ 9525 w 83"/>
                  <a:gd name="T1" fmla="*/ 0 h 160"/>
                  <a:gd name="T2" fmla="*/ 9525 w 83"/>
                  <a:gd name="T3" fmla="*/ 0 h 160"/>
                  <a:gd name="T4" fmla="*/ 131763 w 83"/>
                  <a:gd name="T5" fmla="*/ 0 h 160"/>
                  <a:gd name="T6" fmla="*/ 131763 w 83"/>
                  <a:gd name="T7" fmla="*/ 0 h 160"/>
                  <a:gd name="T8" fmla="*/ 104775 w 83"/>
                  <a:gd name="T9" fmla="*/ 222250 h 160"/>
                  <a:gd name="T10" fmla="*/ 104775 w 83"/>
                  <a:gd name="T11" fmla="*/ 222250 h 160"/>
                  <a:gd name="T12" fmla="*/ 103188 w 83"/>
                  <a:gd name="T13" fmla="*/ 233363 h 160"/>
                  <a:gd name="T14" fmla="*/ 95250 w 83"/>
                  <a:gd name="T15" fmla="*/ 241300 h 160"/>
                  <a:gd name="T16" fmla="*/ 87313 w 83"/>
                  <a:gd name="T17" fmla="*/ 247650 h 160"/>
                  <a:gd name="T18" fmla="*/ 79375 w 83"/>
                  <a:gd name="T19" fmla="*/ 254000 h 160"/>
                  <a:gd name="T20" fmla="*/ 79375 w 83"/>
                  <a:gd name="T21" fmla="*/ 254000 h 160"/>
                  <a:gd name="T22" fmla="*/ 0 w 83"/>
                  <a:gd name="T23" fmla="*/ 157163 h 160"/>
                  <a:gd name="T24" fmla="*/ 0 w 83"/>
                  <a:gd name="T25" fmla="*/ 157163 h 160"/>
                  <a:gd name="T26" fmla="*/ 9525 w 83"/>
                  <a:gd name="T27" fmla="*/ 0 h 160"/>
                  <a:gd name="T28" fmla="*/ 9525 w 83"/>
                  <a:gd name="T29" fmla="*/ 0 h 16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83" h="160">
                    <a:moveTo>
                      <a:pt x="6" y="0"/>
                    </a:moveTo>
                    <a:lnTo>
                      <a:pt x="6" y="0"/>
                    </a:lnTo>
                    <a:lnTo>
                      <a:pt x="83" y="0"/>
                    </a:lnTo>
                    <a:lnTo>
                      <a:pt x="66" y="140"/>
                    </a:lnTo>
                    <a:lnTo>
                      <a:pt x="65" y="147"/>
                    </a:lnTo>
                    <a:lnTo>
                      <a:pt x="60" y="152"/>
                    </a:lnTo>
                    <a:lnTo>
                      <a:pt x="55" y="156"/>
                    </a:lnTo>
                    <a:lnTo>
                      <a:pt x="50" y="160"/>
                    </a:lnTo>
                    <a:lnTo>
                      <a:pt x="0" y="99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BBBB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95" name="ïṥ1îḋe">
                <a:extLst>
                  <a:ext uri="{FF2B5EF4-FFF2-40B4-BE49-F238E27FC236}">
                    <a16:creationId xmlns:a16="http://schemas.microsoft.com/office/drawing/2014/main" id="{5D4042E8-9807-BAFB-B6ED-086FB957C6F0}"/>
                  </a:ext>
                </a:extLst>
              </p:cNvPr>
              <p:cNvSpPr/>
              <p:nvPr/>
            </p:nvSpPr>
            <p:spPr bwMode="auto">
              <a:xfrm>
                <a:off x="2908504" y="4814638"/>
                <a:ext cx="113319" cy="229507"/>
              </a:xfrm>
              <a:custGeom>
                <a:avLst/>
                <a:gdLst>
                  <a:gd name="T0" fmla="*/ 7938 w 79"/>
                  <a:gd name="T1" fmla="*/ 0 h 160"/>
                  <a:gd name="T2" fmla="*/ 7938 w 79"/>
                  <a:gd name="T3" fmla="*/ 0 h 160"/>
                  <a:gd name="T4" fmla="*/ 125413 w 79"/>
                  <a:gd name="T5" fmla="*/ 0 h 160"/>
                  <a:gd name="T6" fmla="*/ 125413 w 79"/>
                  <a:gd name="T7" fmla="*/ 0 h 160"/>
                  <a:gd name="T8" fmla="*/ 98425 w 79"/>
                  <a:gd name="T9" fmla="*/ 222250 h 160"/>
                  <a:gd name="T10" fmla="*/ 98425 w 79"/>
                  <a:gd name="T11" fmla="*/ 222250 h 160"/>
                  <a:gd name="T12" fmla="*/ 96838 w 79"/>
                  <a:gd name="T13" fmla="*/ 233363 h 160"/>
                  <a:gd name="T14" fmla="*/ 88900 w 79"/>
                  <a:gd name="T15" fmla="*/ 241300 h 160"/>
                  <a:gd name="T16" fmla="*/ 80963 w 79"/>
                  <a:gd name="T17" fmla="*/ 247650 h 160"/>
                  <a:gd name="T18" fmla="*/ 73025 w 79"/>
                  <a:gd name="T19" fmla="*/ 254000 h 160"/>
                  <a:gd name="T20" fmla="*/ 73025 w 79"/>
                  <a:gd name="T21" fmla="*/ 254000 h 160"/>
                  <a:gd name="T22" fmla="*/ 0 w 79"/>
                  <a:gd name="T23" fmla="*/ 155575 h 160"/>
                  <a:gd name="T24" fmla="*/ 0 w 79"/>
                  <a:gd name="T25" fmla="*/ 155575 h 160"/>
                  <a:gd name="T26" fmla="*/ 7938 w 79"/>
                  <a:gd name="T27" fmla="*/ 0 h 160"/>
                  <a:gd name="T28" fmla="*/ 7938 w 79"/>
                  <a:gd name="T29" fmla="*/ 0 h 16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79" h="160">
                    <a:moveTo>
                      <a:pt x="5" y="0"/>
                    </a:moveTo>
                    <a:lnTo>
                      <a:pt x="5" y="0"/>
                    </a:lnTo>
                    <a:lnTo>
                      <a:pt x="79" y="0"/>
                    </a:lnTo>
                    <a:lnTo>
                      <a:pt x="62" y="140"/>
                    </a:lnTo>
                    <a:lnTo>
                      <a:pt x="61" y="147"/>
                    </a:lnTo>
                    <a:lnTo>
                      <a:pt x="56" y="152"/>
                    </a:lnTo>
                    <a:lnTo>
                      <a:pt x="51" y="156"/>
                    </a:lnTo>
                    <a:lnTo>
                      <a:pt x="46" y="160"/>
                    </a:lnTo>
                    <a:lnTo>
                      <a:pt x="0" y="9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BBBB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96" name="î$ļiḍé">
                <a:extLst>
                  <a:ext uri="{FF2B5EF4-FFF2-40B4-BE49-F238E27FC236}">
                    <a16:creationId xmlns:a16="http://schemas.microsoft.com/office/drawing/2014/main" id="{CFD34232-1F4B-CE69-A070-9E977F9100F2}"/>
                  </a:ext>
                </a:extLst>
              </p:cNvPr>
              <p:cNvSpPr/>
              <p:nvPr/>
            </p:nvSpPr>
            <p:spPr bwMode="auto">
              <a:xfrm>
                <a:off x="2914241" y="4814638"/>
                <a:ext cx="107582" cy="229507"/>
              </a:xfrm>
              <a:custGeom>
                <a:avLst/>
                <a:gdLst>
                  <a:gd name="T0" fmla="*/ 7938 w 75"/>
                  <a:gd name="T1" fmla="*/ 0 h 160"/>
                  <a:gd name="T2" fmla="*/ 7938 w 75"/>
                  <a:gd name="T3" fmla="*/ 0 h 160"/>
                  <a:gd name="T4" fmla="*/ 119063 w 75"/>
                  <a:gd name="T5" fmla="*/ 0 h 160"/>
                  <a:gd name="T6" fmla="*/ 119063 w 75"/>
                  <a:gd name="T7" fmla="*/ 0 h 160"/>
                  <a:gd name="T8" fmla="*/ 92075 w 75"/>
                  <a:gd name="T9" fmla="*/ 222250 h 160"/>
                  <a:gd name="T10" fmla="*/ 92075 w 75"/>
                  <a:gd name="T11" fmla="*/ 222250 h 160"/>
                  <a:gd name="T12" fmla="*/ 90488 w 75"/>
                  <a:gd name="T13" fmla="*/ 233363 h 160"/>
                  <a:gd name="T14" fmla="*/ 82550 w 75"/>
                  <a:gd name="T15" fmla="*/ 241300 h 160"/>
                  <a:gd name="T16" fmla="*/ 76200 w 75"/>
                  <a:gd name="T17" fmla="*/ 247650 h 160"/>
                  <a:gd name="T18" fmla="*/ 68263 w 75"/>
                  <a:gd name="T19" fmla="*/ 254000 h 160"/>
                  <a:gd name="T20" fmla="*/ 68263 w 75"/>
                  <a:gd name="T21" fmla="*/ 254000 h 160"/>
                  <a:gd name="T22" fmla="*/ 0 w 75"/>
                  <a:gd name="T23" fmla="*/ 152400 h 160"/>
                  <a:gd name="T24" fmla="*/ 0 w 75"/>
                  <a:gd name="T25" fmla="*/ 152400 h 160"/>
                  <a:gd name="T26" fmla="*/ 7938 w 75"/>
                  <a:gd name="T27" fmla="*/ 0 h 160"/>
                  <a:gd name="T28" fmla="*/ 7938 w 75"/>
                  <a:gd name="T29" fmla="*/ 0 h 16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75" h="160">
                    <a:moveTo>
                      <a:pt x="5" y="0"/>
                    </a:moveTo>
                    <a:lnTo>
                      <a:pt x="5" y="0"/>
                    </a:lnTo>
                    <a:lnTo>
                      <a:pt x="75" y="0"/>
                    </a:lnTo>
                    <a:lnTo>
                      <a:pt x="58" y="140"/>
                    </a:lnTo>
                    <a:lnTo>
                      <a:pt x="57" y="147"/>
                    </a:lnTo>
                    <a:lnTo>
                      <a:pt x="52" y="152"/>
                    </a:lnTo>
                    <a:lnTo>
                      <a:pt x="48" y="156"/>
                    </a:lnTo>
                    <a:lnTo>
                      <a:pt x="43" y="160"/>
                    </a:lnTo>
                    <a:lnTo>
                      <a:pt x="0" y="96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BCBC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97" name="iSľîde">
                <a:extLst>
                  <a:ext uri="{FF2B5EF4-FFF2-40B4-BE49-F238E27FC236}">
                    <a16:creationId xmlns:a16="http://schemas.microsoft.com/office/drawing/2014/main" id="{DEF796FE-99DC-EC6D-5833-0CD9455D7456}"/>
                  </a:ext>
                </a:extLst>
              </p:cNvPr>
              <p:cNvSpPr/>
              <p:nvPr/>
            </p:nvSpPr>
            <p:spPr bwMode="auto">
              <a:xfrm>
                <a:off x="2919979" y="4814638"/>
                <a:ext cx="101844" cy="229507"/>
              </a:xfrm>
              <a:custGeom>
                <a:avLst/>
                <a:gdLst>
                  <a:gd name="T0" fmla="*/ 7938 w 71"/>
                  <a:gd name="T1" fmla="*/ 0 h 160"/>
                  <a:gd name="T2" fmla="*/ 7938 w 71"/>
                  <a:gd name="T3" fmla="*/ 0 h 160"/>
                  <a:gd name="T4" fmla="*/ 112713 w 71"/>
                  <a:gd name="T5" fmla="*/ 0 h 160"/>
                  <a:gd name="T6" fmla="*/ 112713 w 71"/>
                  <a:gd name="T7" fmla="*/ 0 h 160"/>
                  <a:gd name="T8" fmla="*/ 85725 w 71"/>
                  <a:gd name="T9" fmla="*/ 222250 h 160"/>
                  <a:gd name="T10" fmla="*/ 85725 w 71"/>
                  <a:gd name="T11" fmla="*/ 222250 h 160"/>
                  <a:gd name="T12" fmla="*/ 84138 w 71"/>
                  <a:gd name="T13" fmla="*/ 233363 h 160"/>
                  <a:gd name="T14" fmla="*/ 76200 w 71"/>
                  <a:gd name="T15" fmla="*/ 241300 h 160"/>
                  <a:gd name="T16" fmla="*/ 69850 w 71"/>
                  <a:gd name="T17" fmla="*/ 247650 h 160"/>
                  <a:gd name="T18" fmla="*/ 61913 w 71"/>
                  <a:gd name="T19" fmla="*/ 254000 h 160"/>
                  <a:gd name="T20" fmla="*/ 61913 w 71"/>
                  <a:gd name="T21" fmla="*/ 254000 h 160"/>
                  <a:gd name="T22" fmla="*/ 0 w 71"/>
                  <a:gd name="T23" fmla="*/ 150813 h 160"/>
                  <a:gd name="T24" fmla="*/ 0 w 71"/>
                  <a:gd name="T25" fmla="*/ 150813 h 160"/>
                  <a:gd name="T26" fmla="*/ 7938 w 71"/>
                  <a:gd name="T27" fmla="*/ 0 h 160"/>
                  <a:gd name="T28" fmla="*/ 7938 w 71"/>
                  <a:gd name="T29" fmla="*/ 0 h 16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71" h="160">
                    <a:moveTo>
                      <a:pt x="5" y="0"/>
                    </a:moveTo>
                    <a:lnTo>
                      <a:pt x="5" y="0"/>
                    </a:lnTo>
                    <a:lnTo>
                      <a:pt x="71" y="0"/>
                    </a:lnTo>
                    <a:lnTo>
                      <a:pt x="54" y="140"/>
                    </a:lnTo>
                    <a:lnTo>
                      <a:pt x="53" y="147"/>
                    </a:lnTo>
                    <a:lnTo>
                      <a:pt x="48" y="152"/>
                    </a:lnTo>
                    <a:lnTo>
                      <a:pt x="44" y="156"/>
                    </a:lnTo>
                    <a:lnTo>
                      <a:pt x="39" y="160"/>
                    </a:lnTo>
                    <a:lnTo>
                      <a:pt x="0" y="95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BCBC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98" name="ïšļidê">
                <a:extLst>
                  <a:ext uri="{FF2B5EF4-FFF2-40B4-BE49-F238E27FC236}">
                    <a16:creationId xmlns:a16="http://schemas.microsoft.com/office/drawing/2014/main" id="{39B7DD1D-53FE-A6D9-6916-E085009A455B}"/>
                  </a:ext>
                </a:extLst>
              </p:cNvPr>
              <p:cNvSpPr/>
              <p:nvPr/>
            </p:nvSpPr>
            <p:spPr bwMode="auto">
              <a:xfrm>
                <a:off x="2922848" y="4814638"/>
                <a:ext cx="98975" cy="228073"/>
              </a:xfrm>
              <a:custGeom>
                <a:avLst/>
                <a:gdLst>
                  <a:gd name="T0" fmla="*/ 11113 w 69"/>
                  <a:gd name="T1" fmla="*/ 0 h 159"/>
                  <a:gd name="T2" fmla="*/ 11113 w 69"/>
                  <a:gd name="T3" fmla="*/ 0 h 159"/>
                  <a:gd name="T4" fmla="*/ 109538 w 69"/>
                  <a:gd name="T5" fmla="*/ 0 h 159"/>
                  <a:gd name="T6" fmla="*/ 109538 w 69"/>
                  <a:gd name="T7" fmla="*/ 0 h 159"/>
                  <a:gd name="T8" fmla="*/ 82550 w 69"/>
                  <a:gd name="T9" fmla="*/ 222250 h 159"/>
                  <a:gd name="T10" fmla="*/ 82550 w 69"/>
                  <a:gd name="T11" fmla="*/ 222250 h 159"/>
                  <a:gd name="T12" fmla="*/ 80963 w 69"/>
                  <a:gd name="T13" fmla="*/ 233363 h 159"/>
                  <a:gd name="T14" fmla="*/ 73025 w 69"/>
                  <a:gd name="T15" fmla="*/ 241300 h 159"/>
                  <a:gd name="T16" fmla="*/ 66675 w 69"/>
                  <a:gd name="T17" fmla="*/ 247650 h 159"/>
                  <a:gd name="T18" fmla="*/ 58738 w 69"/>
                  <a:gd name="T19" fmla="*/ 252413 h 159"/>
                  <a:gd name="T20" fmla="*/ 58738 w 69"/>
                  <a:gd name="T21" fmla="*/ 252413 h 159"/>
                  <a:gd name="T22" fmla="*/ 0 w 69"/>
                  <a:gd name="T23" fmla="*/ 149225 h 159"/>
                  <a:gd name="T24" fmla="*/ 0 w 69"/>
                  <a:gd name="T25" fmla="*/ 149225 h 159"/>
                  <a:gd name="T26" fmla="*/ 11113 w 69"/>
                  <a:gd name="T27" fmla="*/ 0 h 159"/>
                  <a:gd name="T28" fmla="*/ 11113 w 69"/>
                  <a:gd name="T29" fmla="*/ 0 h 15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69" h="159">
                    <a:moveTo>
                      <a:pt x="7" y="0"/>
                    </a:moveTo>
                    <a:lnTo>
                      <a:pt x="7" y="0"/>
                    </a:lnTo>
                    <a:lnTo>
                      <a:pt x="69" y="0"/>
                    </a:lnTo>
                    <a:lnTo>
                      <a:pt x="52" y="140"/>
                    </a:lnTo>
                    <a:lnTo>
                      <a:pt x="51" y="147"/>
                    </a:lnTo>
                    <a:lnTo>
                      <a:pt x="46" y="152"/>
                    </a:lnTo>
                    <a:lnTo>
                      <a:pt x="42" y="156"/>
                    </a:lnTo>
                    <a:lnTo>
                      <a:pt x="37" y="159"/>
                    </a:lnTo>
                    <a:lnTo>
                      <a:pt x="0" y="94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BDBD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99" name="ïśľiḑé">
                <a:extLst>
                  <a:ext uri="{FF2B5EF4-FFF2-40B4-BE49-F238E27FC236}">
                    <a16:creationId xmlns:a16="http://schemas.microsoft.com/office/drawing/2014/main" id="{2F30D798-71A4-C7FC-679C-2E886AB2CC0E}"/>
                  </a:ext>
                </a:extLst>
              </p:cNvPr>
              <p:cNvSpPr/>
              <p:nvPr/>
            </p:nvSpPr>
            <p:spPr bwMode="auto">
              <a:xfrm>
                <a:off x="2928586" y="4814638"/>
                <a:ext cx="93237" cy="228073"/>
              </a:xfrm>
              <a:custGeom>
                <a:avLst/>
                <a:gdLst>
                  <a:gd name="T0" fmla="*/ 11113 w 65"/>
                  <a:gd name="T1" fmla="*/ 0 h 159"/>
                  <a:gd name="T2" fmla="*/ 11113 w 65"/>
                  <a:gd name="T3" fmla="*/ 0 h 159"/>
                  <a:gd name="T4" fmla="*/ 103188 w 65"/>
                  <a:gd name="T5" fmla="*/ 0 h 159"/>
                  <a:gd name="T6" fmla="*/ 103188 w 65"/>
                  <a:gd name="T7" fmla="*/ 0 h 159"/>
                  <a:gd name="T8" fmla="*/ 76200 w 65"/>
                  <a:gd name="T9" fmla="*/ 222250 h 159"/>
                  <a:gd name="T10" fmla="*/ 76200 w 65"/>
                  <a:gd name="T11" fmla="*/ 222250 h 159"/>
                  <a:gd name="T12" fmla="*/ 74613 w 65"/>
                  <a:gd name="T13" fmla="*/ 233363 h 159"/>
                  <a:gd name="T14" fmla="*/ 66675 w 65"/>
                  <a:gd name="T15" fmla="*/ 241300 h 159"/>
                  <a:gd name="T16" fmla="*/ 60325 w 65"/>
                  <a:gd name="T17" fmla="*/ 247650 h 159"/>
                  <a:gd name="T18" fmla="*/ 52388 w 65"/>
                  <a:gd name="T19" fmla="*/ 252413 h 159"/>
                  <a:gd name="T20" fmla="*/ 52388 w 65"/>
                  <a:gd name="T21" fmla="*/ 252413 h 159"/>
                  <a:gd name="T22" fmla="*/ 0 w 65"/>
                  <a:gd name="T23" fmla="*/ 146050 h 159"/>
                  <a:gd name="T24" fmla="*/ 0 w 65"/>
                  <a:gd name="T25" fmla="*/ 146050 h 159"/>
                  <a:gd name="T26" fmla="*/ 11113 w 65"/>
                  <a:gd name="T27" fmla="*/ 0 h 159"/>
                  <a:gd name="T28" fmla="*/ 11113 w 65"/>
                  <a:gd name="T29" fmla="*/ 0 h 15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65" h="159">
                    <a:moveTo>
                      <a:pt x="7" y="0"/>
                    </a:moveTo>
                    <a:lnTo>
                      <a:pt x="7" y="0"/>
                    </a:lnTo>
                    <a:lnTo>
                      <a:pt x="65" y="0"/>
                    </a:lnTo>
                    <a:lnTo>
                      <a:pt x="48" y="140"/>
                    </a:lnTo>
                    <a:lnTo>
                      <a:pt x="47" y="147"/>
                    </a:lnTo>
                    <a:lnTo>
                      <a:pt x="42" y="152"/>
                    </a:lnTo>
                    <a:lnTo>
                      <a:pt x="38" y="156"/>
                    </a:lnTo>
                    <a:lnTo>
                      <a:pt x="33" y="159"/>
                    </a:lnTo>
                    <a:lnTo>
                      <a:pt x="0" y="92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BEBE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00" name="isḷïḑe">
                <a:extLst>
                  <a:ext uri="{FF2B5EF4-FFF2-40B4-BE49-F238E27FC236}">
                    <a16:creationId xmlns:a16="http://schemas.microsoft.com/office/drawing/2014/main" id="{C59F2AE7-61B4-1A2A-E6EE-23A4151BD431}"/>
                  </a:ext>
                </a:extLst>
              </p:cNvPr>
              <p:cNvSpPr/>
              <p:nvPr/>
            </p:nvSpPr>
            <p:spPr bwMode="auto">
              <a:xfrm>
                <a:off x="2935757" y="4814638"/>
                <a:ext cx="86065" cy="228073"/>
              </a:xfrm>
              <a:custGeom>
                <a:avLst/>
                <a:gdLst>
                  <a:gd name="T0" fmla="*/ 9525 w 60"/>
                  <a:gd name="T1" fmla="*/ 0 h 159"/>
                  <a:gd name="T2" fmla="*/ 9525 w 60"/>
                  <a:gd name="T3" fmla="*/ 0 h 159"/>
                  <a:gd name="T4" fmla="*/ 95250 w 60"/>
                  <a:gd name="T5" fmla="*/ 0 h 159"/>
                  <a:gd name="T6" fmla="*/ 95250 w 60"/>
                  <a:gd name="T7" fmla="*/ 0 h 159"/>
                  <a:gd name="T8" fmla="*/ 68263 w 60"/>
                  <a:gd name="T9" fmla="*/ 222250 h 159"/>
                  <a:gd name="T10" fmla="*/ 68263 w 60"/>
                  <a:gd name="T11" fmla="*/ 222250 h 159"/>
                  <a:gd name="T12" fmla="*/ 66675 w 60"/>
                  <a:gd name="T13" fmla="*/ 233363 h 159"/>
                  <a:gd name="T14" fmla="*/ 61913 w 60"/>
                  <a:gd name="T15" fmla="*/ 239713 h 159"/>
                  <a:gd name="T16" fmla="*/ 52388 w 60"/>
                  <a:gd name="T17" fmla="*/ 247650 h 159"/>
                  <a:gd name="T18" fmla="*/ 46038 w 60"/>
                  <a:gd name="T19" fmla="*/ 252413 h 159"/>
                  <a:gd name="T20" fmla="*/ 46038 w 60"/>
                  <a:gd name="T21" fmla="*/ 252413 h 159"/>
                  <a:gd name="T22" fmla="*/ 0 w 60"/>
                  <a:gd name="T23" fmla="*/ 144463 h 159"/>
                  <a:gd name="T24" fmla="*/ 0 w 60"/>
                  <a:gd name="T25" fmla="*/ 144463 h 159"/>
                  <a:gd name="T26" fmla="*/ 9525 w 60"/>
                  <a:gd name="T27" fmla="*/ 0 h 159"/>
                  <a:gd name="T28" fmla="*/ 9525 w 60"/>
                  <a:gd name="T29" fmla="*/ 0 h 15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60" h="159">
                    <a:moveTo>
                      <a:pt x="6" y="0"/>
                    </a:moveTo>
                    <a:lnTo>
                      <a:pt x="6" y="0"/>
                    </a:lnTo>
                    <a:lnTo>
                      <a:pt x="60" y="0"/>
                    </a:lnTo>
                    <a:lnTo>
                      <a:pt x="43" y="140"/>
                    </a:lnTo>
                    <a:lnTo>
                      <a:pt x="42" y="147"/>
                    </a:lnTo>
                    <a:lnTo>
                      <a:pt x="39" y="151"/>
                    </a:lnTo>
                    <a:lnTo>
                      <a:pt x="33" y="156"/>
                    </a:lnTo>
                    <a:lnTo>
                      <a:pt x="29" y="159"/>
                    </a:lnTo>
                    <a:lnTo>
                      <a:pt x="0" y="91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BEBE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01" name="íş1iďe">
                <a:extLst>
                  <a:ext uri="{FF2B5EF4-FFF2-40B4-BE49-F238E27FC236}">
                    <a16:creationId xmlns:a16="http://schemas.microsoft.com/office/drawing/2014/main" id="{DB98E75F-B4D9-9B74-2FD6-552D87EF08B4}"/>
                  </a:ext>
                </a:extLst>
              </p:cNvPr>
              <p:cNvSpPr/>
              <p:nvPr/>
            </p:nvSpPr>
            <p:spPr bwMode="auto">
              <a:xfrm>
                <a:off x="2941495" y="4814638"/>
                <a:ext cx="80327" cy="228073"/>
              </a:xfrm>
              <a:custGeom>
                <a:avLst/>
                <a:gdLst>
                  <a:gd name="T0" fmla="*/ 9525 w 56"/>
                  <a:gd name="T1" fmla="*/ 0 h 159"/>
                  <a:gd name="T2" fmla="*/ 9525 w 56"/>
                  <a:gd name="T3" fmla="*/ 0 h 159"/>
                  <a:gd name="T4" fmla="*/ 88900 w 56"/>
                  <a:gd name="T5" fmla="*/ 0 h 159"/>
                  <a:gd name="T6" fmla="*/ 88900 w 56"/>
                  <a:gd name="T7" fmla="*/ 0 h 159"/>
                  <a:gd name="T8" fmla="*/ 61913 w 56"/>
                  <a:gd name="T9" fmla="*/ 222250 h 159"/>
                  <a:gd name="T10" fmla="*/ 61913 w 56"/>
                  <a:gd name="T11" fmla="*/ 222250 h 159"/>
                  <a:gd name="T12" fmla="*/ 60325 w 56"/>
                  <a:gd name="T13" fmla="*/ 233363 h 159"/>
                  <a:gd name="T14" fmla="*/ 55563 w 56"/>
                  <a:gd name="T15" fmla="*/ 239713 h 159"/>
                  <a:gd name="T16" fmla="*/ 46038 w 56"/>
                  <a:gd name="T17" fmla="*/ 247650 h 159"/>
                  <a:gd name="T18" fmla="*/ 39688 w 56"/>
                  <a:gd name="T19" fmla="*/ 252413 h 159"/>
                  <a:gd name="T20" fmla="*/ 39688 w 56"/>
                  <a:gd name="T21" fmla="*/ 252413 h 159"/>
                  <a:gd name="T22" fmla="*/ 0 w 56"/>
                  <a:gd name="T23" fmla="*/ 144463 h 159"/>
                  <a:gd name="T24" fmla="*/ 0 w 56"/>
                  <a:gd name="T25" fmla="*/ 144463 h 159"/>
                  <a:gd name="T26" fmla="*/ 9525 w 56"/>
                  <a:gd name="T27" fmla="*/ 0 h 159"/>
                  <a:gd name="T28" fmla="*/ 9525 w 56"/>
                  <a:gd name="T29" fmla="*/ 0 h 15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56" h="159">
                    <a:moveTo>
                      <a:pt x="6" y="0"/>
                    </a:moveTo>
                    <a:lnTo>
                      <a:pt x="6" y="0"/>
                    </a:lnTo>
                    <a:lnTo>
                      <a:pt x="56" y="0"/>
                    </a:lnTo>
                    <a:lnTo>
                      <a:pt x="39" y="140"/>
                    </a:lnTo>
                    <a:lnTo>
                      <a:pt x="38" y="147"/>
                    </a:lnTo>
                    <a:lnTo>
                      <a:pt x="35" y="151"/>
                    </a:lnTo>
                    <a:lnTo>
                      <a:pt x="29" y="156"/>
                    </a:lnTo>
                    <a:lnTo>
                      <a:pt x="25" y="159"/>
                    </a:lnTo>
                    <a:lnTo>
                      <a:pt x="0" y="91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BFBF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02" name="iŝ1ïḋe">
                <a:extLst>
                  <a:ext uri="{FF2B5EF4-FFF2-40B4-BE49-F238E27FC236}">
                    <a16:creationId xmlns:a16="http://schemas.microsoft.com/office/drawing/2014/main" id="{1BC681E3-7D37-A96F-9C53-985BD4E2C98B}"/>
                  </a:ext>
                </a:extLst>
              </p:cNvPr>
              <p:cNvSpPr/>
              <p:nvPr/>
            </p:nvSpPr>
            <p:spPr bwMode="auto">
              <a:xfrm>
                <a:off x="2944364" y="4814638"/>
                <a:ext cx="77458" cy="228073"/>
              </a:xfrm>
              <a:custGeom>
                <a:avLst/>
                <a:gdLst>
                  <a:gd name="T0" fmla="*/ 11113 w 54"/>
                  <a:gd name="T1" fmla="*/ 0 h 159"/>
                  <a:gd name="T2" fmla="*/ 11113 w 54"/>
                  <a:gd name="T3" fmla="*/ 0 h 159"/>
                  <a:gd name="T4" fmla="*/ 85725 w 54"/>
                  <a:gd name="T5" fmla="*/ 0 h 159"/>
                  <a:gd name="T6" fmla="*/ 85725 w 54"/>
                  <a:gd name="T7" fmla="*/ 0 h 159"/>
                  <a:gd name="T8" fmla="*/ 58738 w 54"/>
                  <a:gd name="T9" fmla="*/ 222250 h 159"/>
                  <a:gd name="T10" fmla="*/ 58738 w 54"/>
                  <a:gd name="T11" fmla="*/ 222250 h 159"/>
                  <a:gd name="T12" fmla="*/ 57150 w 54"/>
                  <a:gd name="T13" fmla="*/ 230188 h 159"/>
                  <a:gd name="T14" fmla="*/ 52388 w 54"/>
                  <a:gd name="T15" fmla="*/ 239713 h 159"/>
                  <a:gd name="T16" fmla="*/ 46038 w 54"/>
                  <a:gd name="T17" fmla="*/ 246063 h 159"/>
                  <a:gd name="T18" fmla="*/ 36513 w 54"/>
                  <a:gd name="T19" fmla="*/ 252413 h 159"/>
                  <a:gd name="T20" fmla="*/ 36513 w 54"/>
                  <a:gd name="T21" fmla="*/ 252413 h 159"/>
                  <a:gd name="T22" fmla="*/ 0 w 54"/>
                  <a:gd name="T23" fmla="*/ 142875 h 159"/>
                  <a:gd name="T24" fmla="*/ 0 w 54"/>
                  <a:gd name="T25" fmla="*/ 142875 h 159"/>
                  <a:gd name="T26" fmla="*/ 11113 w 54"/>
                  <a:gd name="T27" fmla="*/ 0 h 159"/>
                  <a:gd name="T28" fmla="*/ 11113 w 54"/>
                  <a:gd name="T29" fmla="*/ 0 h 15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54" h="159">
                    <a:moveTo>
                      <a:pt x="7" y="0"/>
                    </a:moveTo>
                    <a:lnTo>
                      <a:pt x="7" y="0"/>
                    </a:lnTo>
                    <a:lnTo>
                      <a:pt x="54" y="0"/>
                    </a:lnTo>
                    <a:lnTo>
                      <a:pt x="37" y="140"/>
                    </a:lnTo>
                    <a:lnTo>
                      <a:pt x="36" y="145"/>
                    </a:lnTo>
                    <a:lnTo>
                      <a:pt x="33" y="151"/>
                    </a:lnTo>
                    <a:lnTo>
                      <a:pt x="29" y="155"/>
                    </a:lnTo>
                    <a:lnTo>
                      <a:pt x="23" y="159"/>
                    </a:lnTo>
                    <a:lnTo>
                      <a:pt x="0" y="9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BFBF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03" name="ïṥļiḋé">
                <a:extLst>
                  <a:ext uri="{FF2B5EF4-FFF2-40B4-BE49-F238E27FC236}">
                    <a16:creationId xmlns:a16="http://schemas.microsoft.com/office/drawing/2014/main" id="{D5924186-8D43-3B3E-C797-C31C59C9C90B}"/>
                  </a:ext>
                </a:extLst>
              </p:cNvPr>
              <p:cNvSpPr/>
              <p:nvPr/>
            </p:nvSpPr>
            <p:spPr bwMode="auto">
              <a:xfrm>
                <a:off x="2950101" y="4814638"/>
                <a:ext cx="71721" cy="228073"/>
              </a:xfrm>
              <a:custGeom>
                <a:avLst/>
                <a:gdLst>
                  <a:gd name="T0" fmla="*/ 11113 w 50"/>
                  <a:gd name="T1" fmla="*/ 0 h 159"/>
                  <a:gd name="T2" fmla="*/ 11113 w 50"/>
                  <a:gd name="T3" fmla="*/ 0 h 159"/>
                  <a:gd name="T4" fmla="*/ 79375 w 50"/>
                  <a:gd name="T5" fmla="*/ 0 h 159"/>
                  <a:gd name="T6" fmla="*/ 79375 w 50"/>
                  <a:gd name="T7" fmla="*/ 0 h 159"/>
                  <a:gd name="T8" fmla="*/ 52388 w 50"/>
                  <a:gd name="T9" fmla="*/ 222250 h 159"/>
                  <a:gd name="T10" fmla="*/ 52388 w 50"/>
                  <a:gd name="T11" fmla="*/ 222250 h 159"/>
                  <a:gd name="T12" fmla="*/ 50800 w 50"/>
                  <a:gd name="T13" fmla="*/ 230188 h 159"/>
                  <a:gd name="T14" fmla="*/ 46038 w 50"/>
                  <a:gd name="T15" fmla="*/ 239713 h 159"/>
                  <a:gd name="T16" fmla="*/ 39688 w 50"/>
                  <a:gd name="T17" fmla="*/ 246063 h 159"/>
                  <a:gd name="T18" fmla="*/ 30163 w 50"/>
                  <a:gd name="T19" fmla="*/ 252413 h 159"/>
                  <a:gd name="T20" fmla="*/ 30163 w 50"/>
                  <a:gd name="T21" fmla="*/ 252413 h 159"/>
                  <a:gd name="T22" fmla="*/ 0 w 50"/>
                  <a:gd name="T23" fmla="*/ 139700 h 159"/>
                  <a:gd name="T24" fmla="*/ 0 w 50"/>
                  <a:gd name="T25" fmla="*/ 139700 h 159"/>
                  <a:gd name="T26" fmla="*/ 11113 w 50"/>
                  <a:gd name="T27" fmla="*/ 0 h 159"/>
                  <a:gd name="T28" fmla="*/ 11113 w 50"/>
                  <a:gd name="T29" fmla="*/ 0 h 15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50" h="159">
                    <a:moveTo>
                      <a:pt x="7" y="0"/>
                    </a:moveTo>
                    <a:lnTo>
                      <a:pt x="7" y="0"/>
                    </a:lnTo>
                    <a:lnTo>
                      <a:pt x="50" y="0"/>
                    </a:lnTo>
                    <a:lnTo>
                      <a:pt x="33" y="140"/>
                    </a:lnTo>
                    <a:lnTo>
                      <a:pt x="32" y="145"/>
                    </a:lnTo>
                    <a:lnTo>
                      <a:pt x="29" y="151"/>
                    </a:lnTo>
                    <a:lnTo>
                      <a:pt x="25" y="155"/>
                    </a:lnTo>
                    <a:lnTo>
                      <a:pt x="19" y="159"/>
                    </a:lnTo>
                    <a:lnTo>
                      <a:pt x="0" y="88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C0C0C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04" name="ïŝļiḓê">
                <a:extLst>
                  <a:ext uri="{FF2B5EF4-FFF2-40B4-BE49-F238E27FC236}">
                    <a16:creationId xmlns:a16="http://schemas.microsoft.com/office/drawing/2014/main" id="{93BA4BE1-F9F4-2DA3-33E5-C88A0DC40983}"/>
                  </a:ext>
                </a:extLst>
              </p:cNvPr>
              <p:cNvSpPr/>
              <p:nvPr/>
            </p:nvSpPr>
            <p:spPr bwMode="auto">
              <a:xfrm>
                <a:off x="2955839" y="4814638"/>
                <a:ext cx="65983" cy="228073"/>
              </a:xfrm>
              <a:custGeom>
                <a:avLst/>
                <a:gdLst>
                  <a:gd name="T0" fmla="*/ 11113 w 46"/>
                  <a:gd name="T1" fmla="*/ 0 h 159"/>
                  <a:gd name="T2" fmla="*/ 11113 w 46"/>
                  <a:gd name="T3" fmla="*/ 0 h 159"/>
                  <a:gd name="T4" fmla="*/ 73025 w 46"/>
                  <a:gd name="T5" fmla="*/ 0 h 159"/>
                  <a:gd name="T6" fmla="*/ 73025 w 46"/>
                  <a:gd name="T7" fmla="*/ 0 h 159"/>
                  <a:gd name="T8" fmla="*/ 46038 w 46"/>
                  <a:gd name="T9" fmla="*/ 222250 h 159"/>
                  <a:gd name="T10" fmla="*/ 46038 w 46"/>
                  <a:gd name="T11" fmla="*/ 222250 h 159"/>
                  <a:gd name="T12" fmla="*/ 44450 w 46"/>
                  <a:gd name="T13" fmla="*/ 230188 h 159"/>
                  <a:gd name="T14" fmla="*/ 39688 w 46"/>
                  <a:gd name="T15" fmla="*/ 239713 h 159"/>
                  <a:gd name="T16" fmla="*/ 33338 w 46"/>
                  <a:gd name="T17" fmla="*/ 246063 h 159"/>
                  <a:gd name="T18" fmla="*/ 26988 w 46"/>
                  <a:gd name="T19" fmla="*/ 252413 h 159"/>
                  <a:gd name="T20" fmla="*/ 26988 w 46"/>
                  <a:gd name="T21" fmla="*/ 252413 h 159"/>
                  <a:gd name="T22" fmla="*/ 0 w 46"/>
                  <a:gd name="T23" fmla="*/ 138113 h 159"/>
                  <a:gd name="T24" fmla="*/ 0 w 46"/>
                  <a:gd name="T25" fmla="*/ 138113 h 159"/>
                  <a:gd name="T26" fmla="*/ 11113 w 46"/>
                  <a:gd name="T27" fmla="*/ 0 h 159"/>
                  <a:gd name="T28" fmla="*/ 11113 w 46"/>
                  <a:gd name="T29" fmla="*/ 0 h 15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46" h="159">
                    <a:moveTo>
                      <a:pt x="7" y="0"/>
                    </a:moveTo>
                    <a:lnTo>
                      <a:pt x="7" y="0"/>
                    </a:lnTo>
                    <a:lnTo>
                      <a:pt x="46" y="0"/>
                    </a:lnTo>
                    <a:lnTo>
                      <a:pt x="29" y="140"/>
                    </a:lnTo>
                    <a:lnTo>
                      <a:pt x="28" y="145"/>
                    </a:lnTo>
                    <a:lnTo>
                      <a:pt x="25" y="151"/>
                    </a:lnTo>
                    <a:lnTo>
                      <a:pt x="21" y="155"/>
                    </a:lnTo>
                    <a:lnTo>
                      <a:pt x="17" y="159"/>
                    </a:lnTo>
                    <a:lnTo>
                      <a:pt x="0" y="87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C1C1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05" name="îśļiďè">
                <a:extLst>
                  <a:ext uri="{FF2B5EF4-FFF2-40B4-BE49-F238E27FC236}">
                    <a16:creationId xmlns:a16="http://schemas.microsoft.com/office/drawing/2014/main" id="{12DBF610-E941-8F17-B5AF-EC579A2D2F80}"/>
                  </a:ext>
                </a:extLst>
              </p:cNvPr>
              <p:cNvSpPr/>
              <p:nvPr/>
            </p:nvSpPr>
            <p:spPr bwMode="auto">
              <a:xfrm>
                <a:off x="2963011" y="4814638"/>
                <a:ext cx="58812" cy="228073"/>
              </a:xfrm>
              <a:custGeom>
                <a:avLst/>
                <a:gdLst>
                  <a:gd name="T0" fmla="*/ 9525 w 41"/>
                  <a:gd name="T1" fmla="*/ 0 h 159"/>
                  <a:gd name="T2" fmla="*/ 9525 w 41"/>
                  <a:gd name="T3" fmla="*/ 0 h 159"/>
                  <a:gd name="T4" fmla="*/ 65088 w 41"/>
                  <a:gd name="T5" fmla="*/ 0 h 159"/>
                  <a:gd name="T6" fmla="*/ 65088 w 41"/>
                  <a:gd name="T7" fmla="*/ 0 h 159"/>
                  <a:gd name="T8" fmla="*/ 38100 w 41"/>
                  <a:gd name="T9" fmla="*/ 222250 h 159"/>
                  <a:gd name="T10" fmla="*/ 38100 w 41"/>
                  <a:gd name="T11" fmla="*/ 222250 h 159"/>
                  <a:gd name="T12" fmla="*/ 36513 w 41"/>
                  <a:gd name="T13" fmla="*/ 230188 h 159"/>
                  <a:gd name="T14" fmla="*/ 31750 w 41"/>
                  <a:gd name="T15" fmla="*/ 239713 h 159"/>
                  <a:gd name="T16" fmla="*/ 25400 w 41"/>
                  <a:gd name="T17" fmla="*/ 246063 h 159"/>
                  <a:gd name="T18" fmla="*/ 19050 w 41"/>
                  <a:gd name="T19" fmla="*/ 252413 h 159"/>
                  <a:gd name="T20" fmla="*/ 19050 w 41"/>
                  <a:gd name="T21" fmla="*/ 252413 h 159"/>
                  <a:gd name="T22" fmla="*/ 0 w 41"/>
                  <a:gd name="T23" fmla="*/ 136525 h 159"/>
                  <a:gd name="T24" fmla="*/ 0 w 41"/>
                  <a:gd name="T25" fmla="*/ 136525 h 159"/>
                  <a:gd name="T26" fmla="*/ 9525 w 41"/>
                  <a:gd name="T27" fmla="*/ 0 h 159"/>
                  <a:gd name="T28" fmla="*/ 9525 w 41"/>
                  <a:gd name="T29" fmla="*/ 0 h 15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41" h="159">
                    <a:moveTo>
                      <a:pt x="6" y="0"/>
                    </a:moveTo>
                    <a:lnTo>
                      <a:pt x="6" y="0"/>
                    </a:lnTo>
                    <a:lnTo>
                      <a:pt x="41" y="0"/>
                    </a:lnTo>
                    <a:lnTo>
                      <a:pt x="24" y="140"/>
                    </a:lnTo>
                    <a:lnTo>
                      <a:pt x="23" y="145"/>
                    </a:lnTo>
                    <a:lnTo>
                      <a:pt x="20" y="151"/>
                    </a:lnTo>
                    <a:lnTo>
                      <a:pt x="16" y="155"/>
                    </a:lnTo>
                    <a:lnTo>
                      <a:pt x="12" y="159"/>
                    </a:lnTo>
                    <a:lnTo>
                      <a:pt x="0" y="86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C1C1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06" name="îsľíḍe">
                <a:extLst>
                  <a:ext uri="{FF2B5EF4-FFF2-40B4-BE49-F238E27FC236}">
                    <a16:creationId xmlns:a16="http://schemas.microsoft.com/office/drawing/2014/main" id="{4EEF58CE-EF13-6552-B826-47E384F64166}"/>
                  </a:ext>
                </a:extLst>
              </p:cNvPr>
              <p:cNvSpPr/>
              <p:nvPr/>
            </p:nvSpPr>
            <p:spPr bwMode="auto">
              <a:xfrm>
                <a:off x="2965880" y="4814638"/>
                <a:ext cx="55943" cy="228073"/>
              </a:xfrm>
              <a:custGeom>
                <a:avLst/>
                <a:gdLst>
                  <a:gd name="T0" fmla="*/ 12700 w 39"/>
                  <a:gd name="T1" fmla="*/ 0 h 159"/>
                  <a:gd name="T2" fmla="*/ 12700 w 39"/>
                  <a:gd name="T3" fmla="*/ 0 h 159"/>
                  <a:gd name="T4" fmla="*/ 61913 w 39"/>
                  <a:gd name="T5" fmla="*/ 0 h 159"/>
                  <a:gd name="T6" fmla="*/ 61913 w 39"/>
                  <a:gd name="T7" fmla="*/ 0 h 159"/>
                  <a:gd name="T8" fmla="*/ 34925 w 39"/>
                  <a:gd name="T9" fmla="*/ 222250 h 159"/>
                  <a:gd name="T10" fmla="*/ 34925 w 39"/>
                  <a:gd name="T11" fmla="*/ 222250 h 159"/>
                  <a:gd name="T12" fmla="*/ 33338 w 39"/>
                  <a:gd name="T13" fmla="*/ 230188 h 159"/>
                  <a:gd name="T14" fmla="*/ 28575 w 39"/>
                  <a:gd name="T15" fmla="*/ 239713 h 159"/>
                  <a:gd name="T16" fmla="*/ 22225 w 39"/>
                  <a:gd name="T17" fmla="*/ 246063 h 159"/>
                  <a:gd name="T18" fmla="*/ 15875 w 39"/>
                  <a:gd name="T19" fmla="*/ 252413 h 159"/>
                  <a:gd name="T20" fmla="*/ 15875 w 39"/>
                  <a:gd name="T21" fmla="*/ 252413 h 159"/>
                  <a:gd name="T22" fmla="*/ 0 w 39"/>
                  <a:gd name="T23" fmla="*/ 133350 h 159"/>
                  <a:gd name="T24" fmla="*/ 0 w 39"/>
                  <a:gd name="T25" fmla="*/ 133350 h 159"/>
                  <a:gd name="T26" fmla="*/ 12700 w 39"/>
                  <a:gd name="T27" fmla="*/ 0 h 159"/>
                  <a:gd name="T28" fmla="*/ 12700 w 39"/>
                  <a:gd name="T29" fmla="*/ 0 h 15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9" h="159">
                    <a:moveTo>
                      <a:pt x="8" y="0"/>
                    </a:moveTo>
                    <a:lnTo>
                      <a:pt x="8" y="0"/>
                    </a:lnTo>
                    <a:lnTo>
                      <a:pt x="39" y="0"/>
                    </a:lnTo>
                    <a:lnTo>
                      <a:pt x="22" y="140"/>
                    </a:lnTo>
                    <a:lnTo>
                      <a:pt x="21" y="145"/>
                    </a:lnTo>
                    <a:lnTo>
                      <a:pt x="18" y="151"/>
                    </a:lnTo>
                    <a:lnTo>
                      <a:pt x="14" y="155"/>
                    </a:lnTo>
                    <a:lnTo>
                      <a:pt x="10" y="159"/>
                    </a:lnTo>
                    <a:lnTo>
                      <a:pt x="0" y="84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C2C2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07" name="ïŝḻîdè">
                <a:extLst>
                  <a:ext uri="{FF2B5EF4-FFF2-40B4-BE49-F238E27FC236}">
                    <a16:creationId xmlns:a16="http://schemas.microsoft.com/office/drawing/2014/main" id="{B7FED4FF-B50F-6B6E-03D2-774F1444C98D}"/>
                  </a:ext>
                </a:extLst>
              </p:cNvPr>
              <p:cNvSpPr/>
              <p:nvPr/>
            </p:nvSpPr>
            <p:spPr bwMode="auto">
              <a:xfrm>
                <a:off x="2971618" y="4814638"/>
                <a:ext cx="50205" cy="228073"/>
              </a:xfrm>
              <a:custGeom>
                <a:avLst/>
                <a:gdLst>
                  <a:gd name="T0" fmla="*/ 12700 w 35"/>
                  <a:gd name="T1" fmla="*/ 0 h 159"/>
                  <a:gd name="T2" fmla="*/ 12700 w 35"/>
                  <a:gd name="T3" fmla="*/ 0 h 159"/>
                  <a:gd name="T4" fmla="*/ 55563 w 35"/>
                  <a:gd name="T5" fmla="*/ 0 h 159"/>
                  <a:gd name="T6" fmla="*/ 55563 w 35"/>
                  <a:gd name="T7" fmla="*/ 0 h 159"/>
                  <a:gd name="T8" fmla="*/ 28575 w 35"/>
                  <a:gd name="T9" fmla="*/ 222250 h 159"/>
                  <a:gd name="T10" fmla="*/ 28575 w 35"/>
                  <a:gd name="T11" fmla="*/ 222250 h 159"/>
                  <a:gd name="T12" fmla="*/ 26988 w 35"/>
                  <a:gd name="T13" fmla="*/ 230188 h 159"/>
                  <a:gd name="T14" fmla="*/ 22225 w 35"/>
                  <a:gd name="T15" fmla="*/ 239713 h 159"/>
                  <a:gd name="T16" fmla="*/ 17463 w 35"/>
                  <a:gd name="T17" fmla="*/ 246063 h 159"/>
                  <a:gd name="T18" fmla="*/ 11113 w 35"/>
                  <a:gd name="T19" fmla="*/ 252413 h 159"/>
                  <a:gd name="T20" fmla="*/ 11113 w 35"/>
                  <a:gd name="T21" fmla="*/ 252413 h 159"/>
                  <a:gd name="T22" fmla="*/ 0 w 35"/>
                  <a:gd name="T23" fmla="*/ 133350 h 159"/>
                  <a:gd name="T24" fmla="*/ 0 w 35"/>
                  <a:gd name="T25" fmla="*/ 133350 h 159"/>
                  <a:gd name="T26" fmla="*/ 12700 w 35"/>
                  <a:gd name="T27" fmla="*/ 0 h 159"/>
                  <a:gd name="T28" fmla="*/ 12700 w 35"/>
                  <a:gd name="T29" fmla="*/ 0 h 15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5" h="159">
                    <a:moveTo>
                      <a:pt x="8" y="0"/>
                    </a:moveTo>
                    <a:lnTo>
                      <a:pt x="8" y="0"/>
                    </a:lnTo>
                    <a:lnTo>
                      <a:pt x="35" y="0"/>
                    </a:lnTo>
                    <a:lnTo>
                      <a:pt x="18" y="140"/>
                    </a:lnTo>
                    <a:lnTo>
                      <a:pt x="17" y="145"/>
                    </a:lnTo>
                    <a:lnTo>
                      <a:pt x="14" y="151"/>
                    </a:lnTo>
                    <a:lnTo>
                      <a:pt x="11" y="155"/>
                    </a:lnTo>
                    <a:lnTo>
                      <a:pt x="7" y="159"/>
                    </a:lnTo>
                    <a:lnTo>
                      <a:pt x="0" y="84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C3C3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08" name="ïşḻíḍe">
                <a:extLst>
                  <a:ext uri="{FF2B5EF4-FFF2-40B4-BE49-F238E27FC236}">
                    <a16:creationId xmlns:a16="http://schemas.microsoft.com/office/drawing/2014/main" id="{D2B9A458-D1F5-FD84-90C4-1BBA622E0F4A}"/>
                  </a:ext>
                </a:extLst>
              </p:cNvPr>
              <p:cNvSpPr/>
              <p:nvPr/>
            </p:nvSpPr>
            <p:spPr bwMode="auto">
              <a:xfrm>
                <a:off x="2977356" y="4814638"/>
                <a:ext cx="44467" cy="225204"/>
              </a:xfrm>
              <a:custGeom>
                <a:avLst/>
                <a:gdLst>
                  <a:gd name="T0" fmla="*/ 11113 w 31"/>
                  <a:gd name="T1" fmla="*/ 0 h 157"/>
                  <a:gd name="T2" fmla="*/ 11113 w 31"/>
                  <a:gd name="T3" fmla="*/ 0 h 157"/>
                  <a:gd name="T4" fmla="*/ 49213 w 31"/>
                  <a:gd name="T5" fmla="*/ 0 h 157"/>
                  <a:gd name="T6" fmla="*/ 49213 w 31"/>
                  <a:gd name="T7" fmla="*/ 0 h 157"/>
                  <a:gd name="T8" fmla="*/ 22225 w 31"/>
                  <a:gd name="T9" fmla="*/ 222250 h 157"/>
                  <a:gd name="T10" fmla="*/ 22225 w 31"/>
                  <a:gd name="T11" fmla="*/ 222250 h 157"/>
                  <a:gd name="T12" fmla="*/ 20638 w 31"/>
                  <a:gd name="T13" fmla="*/ 230188 h 157"/>
                  <a:gd name="T14" fmla="*/ 15875 w 31"/>
                  <a:gd name="T15" fmla="*/ 239713 h 157"/>
                  <a:gd name="T16" fmla="*/ 11113 w 31"/>
                  <a:gd name="T17" fmla="*/ 246063 h 157"/>
                  <a:gd name="T18" fmla="*/ 4763 w 31"/>
                  <a:gd name="T19" fmla="*/ 249238 h 157"/>
                  <a:gd name="T20" fmla="*/ 4763 w 31"/>
                  <a:gd name="T21" fmla="*/ 249238 h 157"/>
                  <a:gd name="T22" fmla="*/ 0 w 31"/>
                  <a:gd name="T23" fmla="*/ 131763 h 157"/>
                  <a:gd name="T24" fmla="*/ 0 w 31"/>
                  <a:gd name="T25" fmla="*/ 131763 h 157"/>
                  <a:gd name="T26" fmla="*/ 11113 w 31"/>
                  <a:gd name="T27" fmla="*/ 0 h 157"/>
                  <a:gd name="T28" fmla="*/ 11113 w 31"/>
                  <a:gd name="T29" fmla="*/ 0 h 1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1" h="157">
                    <a:moveTo>
                      <a:pt x="7" y="0"/>
                    </a:moveTo>
                    <a:lnTo>
                      <a:pt x="7" y="0"/>
                    </a:lnTo>
                    <a:lnTo>
                      <a:pt x="31" y="0"/>
                    </a:lnTo>
                    <a:lnTo>
                      <a:pt x="14" y="140"/>
                    </a:lnTo>
                    <a:lnTo>
                      <a:pt x="13" y="145"/>
                    </a:lnTo>
                    <a:lnTo>
                      <a:pt x="10" y="151"/>
                    </a:lnTo>
                    <a:lnTo>
                      <a:pt x="7" y="155"/>
                    </a:lnTo>
                    <a:lnTo>
                      <a:pt x="3" y="157"/>
                    </a:lnTo>
                    <a:lnTo>
                      <a:pt x="0" y="83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C3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5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09" name="işḷiďê">
                <a:extLst>
                  <a:ext uri="{FF2B5EF4-FFF2-40B4-BE49-F238E27FC236}">
                    <a16:creationId xmlns:a16="http://schemas.microsoft.com/office/drawing/2014/main" id="{E6F62031-06FF-FA4C-A2F8-A6471E134841}"/>
                  </a:ext>
                </a:extLst>
              </p:cNvPr>
              <p:cNvSpPr/>
              <p:nvPr/>
            </p:nvSpPr>
            <p:spPr bwMode="auto">
              <a:xfrm>
                <a:off x="2981658" y="4814638"/>
                <a:ext cx="40164" cy="225204"/>
              </a:xfrm>
              <a:custGeom>
                <a:avLst/>
                <a:gdLst>
                  <a:gd name="T0" fmla="*/ 12700 w 28"/>
                  <a:gd name="T1" fmla="*/ 0 h 157"/>
                  <a:gd name="T2" fmla="*/ 12700 w 28"/>
                  <a:gd name="T3" fmla="*/ 0 h 157"/>
                  <a:gd name="T4" fmla="*/ 44450 w 28"/>
                  <a:gd name="T5" fmla="*/ 0 h 157"/>
                  <a:gd name="T6" fmla="*/ 44450 w 28"/>
                  <a:gd name="T7" fmla="*/ 0 h 157"/>
                  <a:gd name="T8" fmla="*/ 17463 w 28"/>
                  <a:gd name="T9" fmla="*/ 222250 h 157"/>
                  <a:gd name="T10" fmla="*/ 17463 w 28"/>
                  <a:gd name="T11" fmla="*/ 222250 h 157"/>
                  <a:gd name="T12" fmla="*/ 15875 w 28"/>
                  <a:gd name="T13" fmla="*/ 230188 h 157"/>
                  <a:gd name="T14" fmla="*/ 11113 w 28"/>
                  <a:gd name="T15" fmla="*/ 239713 h 157"/>
                  <a:gd name="T16" fmla="*/ 6350 w 28"/>
                  <a:gd name="T17" fmla="*/ 246063 h 157"/>
                  <a:gd name="T18" fmla="*/ 0 w 28"/>
                  <a:gd name="T19" fmla="*/ 249238 h 157"/>
                  <a:gd name="T20" fmla="*/ 0 w 28"/>
                  <a:gd name="T21" fmla="*/ 249238 h 157"/>
                  <a:gd name="T22" fmla="*/ 1588 w 28"/>
                  <a:gd name="T23" fmla="*/ 130175 h 157"/>
                  <a:gd name="T24" fmla="*/ 1588 w 28"/>
                  <a:gd name="T25" fmla="*/ 130175 h 157"/>
                  <a:gd name="T26" fmla="*/ 12700 w 28"/>
                  <a:gd name="T27" fmla="*/ 0 h 157"/>
                  <a:gd name="T28" fmla="*/ 12700 w 28"/>
                  <a:gd name="T29" fmla="*/ 0 h 1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28" h="157">
                    <a:moveTo>
                      <a:pt x="8" y="0"/>
                    </a:moveTo>
                    <a:lnTo>
                      <a:pt x="8" y="0"/>
                    </a:lnTo>
                    <a:lnTo>
                      <a:pt x="28" y="0"/>
                    </a:lnTo>
                    <a:lnTo>
                      <a:pt x="11" y="140"/>
                    </a:lnTo>
                    <a:lnTo>
                      <a:pt x="10" y="145"/>
                    </a:lnTo>
                    <a:lnTo>
                      <a:pt x="7" y="151"/>
                    </a:lnTo>
                    <a:lnTo>
                      <a:pt x="4" y="155"/>
                    </a:lnTo>
                    <a:lnTo>
                      <a:pt x="0" y="157"/>
                    </a:lnTo>
                    <a:lnTo>
                      <a:pt x="1" y="8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C4C4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5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10" name="îSliḍé">
                <a:extLst>
                  <a:ext uri="{FF2B5EF4-FFF2-40B4-BE49-F238E27FC236}">
                    <a16:creationId xmlns:a16="http://schemas.microsoft.com/office/drawing/2014/main" id="{F32549D9-E3A3-A651-1AE0-23139C024C6D}"/>
                  </a:ext>
                </a:extLst>
              </p:cNvPr>
              <p:cNvSpPr/>
              <p:nvPr/>
            </p:nvSpPr>
            <p:spPr bwMode="auto">
              <a:xfrm>
                <a:off x="2981658" y="4814638"/>
                <a:ext cx="40164" cy="225204"/>
              </a:xfrm>
              <a:custGeom>
                <a:avLst/>
                <a:gdLst>
                  <a:gd name="T0" fmla="*/ 19050 w 28"/>
                  <a:gd name="T1" fmla="*/ 0 h 157"/>
                  <a:gd name="T2" fmla="*/ 19050 w 28"/>
                  <a:gd name="T3" fmla="*/ 0 h 157"/>
                  <a:gd name="T4" fmla="*/ 44450 w 28"/>
                  <a:gd name="T5" fmla="*/ 0 h 157"/>
                  <a:gd name="T6" fmla="*/ 44450 w 28"/>
                  <a:gd name="T7" fmla="*/ 0 h 157"/>
                  <a:gd name="T8" fmla="*/ 17463 w 28"/>
                  <a:gd name="T9" fmla="*/ 222250 h 157"/>
                  <a:gd name="T10" fmla="*/ 17463 w 28"/>
                  <a:gd name="T11" fmla="*/ 222250 h 157"/>
                  <a:gd name="T12" fmla="*/ 15875 w 28"/>
                  <a:gd name="T13" fmla="*/ 230188 h 157"/>
                  <a:gd name="T14" fmla="*/ 12700 w 28"/>
                  <a:gd name="T15" fmla="*/ 236538 h 157"/>
                  <a:gd name="T16" fmla="*/ 6350 w 28"/>
                  <a:gd name="T17" fmla="*/ 246063 h 157"/>
                  <a:gd name="T18" fmla="*/ 0 w 28"/>
                  <a:gd name="T19" fmla="*/ 249238 h 157"/>
                  <a:gd name="T20" fmla="*/ 0 w 28"/>
                  <a:gd name="T21" fmla="*/ 249238 h 157"/>
                  <a:gd name="T22" fmla="*/ 7938 w 28"/>
                  <a:gd name="T23" fmla="*/ 127000 h 157"/>
                  <a:gd name="T24" fmla="*/ 7938 w 28"/>
                  <a:gd name="T25" fmla="*/ 127000 h 157"/>
                  <a:gd name="T26" fmla="*/ 19050 w 28"/>
                  <a:gd name="T27" fmla="*/ 0 h 157"/>
                  <a:gd name="T28" fmla="*/ 19050 w 28"/>
                  <a:gd name="T29" fmla="*/ 0 h 1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28" h="157">
                    <a:moveTo>
                      <a:pt x="12" y="0"/>
                    </a:moveTo>
                    <a:lnTo>
                      <a:pt x="12" y="0"/>
                    </a:lnTo>
                    <a:lnTo>
                      <a:pt x="28" y="0"/>
                    </a:lnTo>
                    <a:lnTo>
                      <a:pt x="11" y="140"/>
                    </a:lnTo>
                    <a:lnTo>
                      <a:pt x="10" y="145"/>
                    </a:lnTo>
                    <a:lnTo>
                      <a:pt x="8" y="149"/>
                    </a:lnTo>
                    <a:lnTo>
                      <a:pt x="4" y="155"/>
                    </a:lnTo>
                    <a:lnTo>
                      <a:pt x="0" y="157"/>
                    </a:lnTo>
                    <a:lnTo>
                      <a:pt x="5" y="80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C4C4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5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11" name="ísḷïḋe">
                <a:extLst>
                  <a:ext uri="{FF2B5EF4-FFF2-40B4-BE49-F238E27FC236}">
                    <a16:creationId xmlns:a16="http://schemas.microsoft.com/office/drawing/2014/main" id="{49B0D9FE-CCCB-C229-23B2-E248B81D07DE}"/>
                  </a:ext>
                </a:extLst>
              </p:cNvPr>
              <p:cNvSpPr/>
              <p:nvPr/>
            </p:nvSpPr>
            <p:spPr bwMode="auto">
              <a:xfrm>
                <a:off x="2983093" y="4814638"/>
                <a:ext cx="38730" cy="225204"/>
              </a:xfrm>
              <a:custGeom>
                <a:avLst/>
                <a:gdLst>
                  <a:gd name="T0" fmla="*/ 23813 w 27"/>
                  <a:gd name="T1" fmla="*/ 0 h 157"/>
                  <a:gd name="T2" fmla="*/ 42863 w 27"/>
                  <a:gd name="T3" fmla="*/ 0 h 157"/>
                  <a:gd name="T4" fmla="*/ 15875 w 27"/>
                  <a:gd name="T5" fmla="*/ 222250 h 157"/>
                  <a:gd name="T6" fmla="*/ 15875 w 27"/>
                  <a:gd name="T7" fmla="*/ 222250 h 157"/>
                  <a:gd name="T8" fmla="*/ 14288 w 27"/>
                  <a:gd name="T9" fmla="*/ 230188 h 157"/>
                  <a:gd name="T10" fmla="*/ 11113 w 27"/>
                  <a:gd name="T11" fmla="*/ 236538 h 157"/>
                  <a:gd name="T12" fmla="*/ 4763 w 27"/>
                  <a:gd name="T13" fmla="*/ 242888 h 157"/>
                  <a:gd name="T14" fmla="*/ 0 w 27"/>
                  <a:gd name="T15" fmla="*/ 249238 h 157"/>
                  <a:gd name="T16" fmla="*/ 23813 w 27"/>
                  <a:gd name="T17" fmla="*/ 0 h 15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7" h="157">
                    <a:moveTo>
                      <a:pt x="15" y="0"/>
                    </a:moveTo>
                    <a:lnTo>
                      <a:pt x="27" y="0"/>
                    </a:lnTo>
                    <a:lnTo>
                      <a:pt x="10" y="140"/>
                    </a:lnTo>
                    <a:lnTo>
                      <a:pt x="9" y="145"/>
                    </a:lnTo>
                    <a:lnTo>
                      <a:pt x="7" y="149"/>
                    </a:lnTo>
                    <a:lnTo>
                      <a:pt x="3" y="153"/>
                    </a:lnTo>
                    <a:lnTo>
                      <a:pt x="0" y="157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C5C5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5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12" name="îṥlíḍé">
                <a:extLst>
                  <a:ext uri="{FF2B5EF4-FFF2-40B4-BE49-F238E27FC236}">
                    <a16:creationId xmlns:a16="http://schemas.microsoft.com/office/drawing/2014/main" id="{5CB9D2ED-7A12-BD20-DE79-B11DCFA98E73}"/>
                  </a:ext>
                </a:extLst>
              </p:cNvPr>
              <p:cNvSpPr/>
              <p:nvPr/>
            </p:nvSpPr>
            <p:spPr bwMode="auto">
              <a:xfrm>
                <a:off x="2235762" y="4676934"/>
                <a:ext cx="43032" cy="50205"/>
              </a:xfrm>
              <a:custGeom>
                <a:avLst/>
                <a:gdLst>
                  <a:gd name="T0" fmla="*/ 47625 w 30"/>
                  <a:gd name="T1" fmla="*/ 3175 h 35"/>
                  <a:gd name="T2" fmla="*/ 47625 w 30"/>
                  <a:gd name="T3" fmla="*/ 3175 h 35"/>
                  <a:gd name="T4" fmla="*/ 42863 w 30"/>
                  <a:gd name="T5" fmla="*/ 22225 h 35"/>
                  <a:gd name="T6" fmla="*/ 36513 w 30"/>
                  <a:gd name="T7" fmla="*/ 47625 h 35"/>
                  <a:gd name="T8" fmla="*/ 36513 w 30"/>
                  <a:gd name="T9" fmla="*/ 47625 h 35"/>
                  <a:gd name="T10" fmla="*/ 31750 w 30"/>
                  <a:gd name="T11" fmla="*/ 53975 h 35"/>
                  <a:gd name="T12" fmla="*/ 30163 w 30"/>
                  <a:gd name="T13" fmla="*/ 55563 h 35"/>
                  <a:gd name="T14" fmla="*/ 25400 w 30"/>
                  <a:gd name="T15" fmla="*/ 53975 h 35"/>
                  <a:gd name="T16" fmla="*/ 22225 w 30"/>
                  <a:gd name="T17" fmla="*/ 49213 h 35"/>
                  <a:gd name="T18" fmla="*/ 17463 w 30"/>
                  <a:gd name="T19" fmla="*/ 41275 h 35"/>
                  <a:gd name="T20" fmla="*/ 0 w 30"/>
                  <a:gd name="T21" fmla="*/ 11113 h 35"/>
                  <a:gd name="T22" fmla="*/ 0 w 30"/>
                  <a:gd name="T23" fmla="*/ 11113 h 35"/>
                  <a:gd name="T24" fmla="*/ 4763 w 30"/>
                  <a:gd name="T25" fmla="*/ 9525 h 35"/>
                  <a:gd name="T26" fmla="*/ 12700 w 30"/>
                  <a:gd name="T27" fmla="*/ 3175 h 35"/>
                  <a:gd name="T28" fmla="*/ 19050 w 30"/>
                  <a:gd name="T29" fmla="*/ 0 h 35"/>
                  <a:gd name="T30" fmla="*/ 28575 w 30"/>
                  <a:gd name="T31" fmla="*/ 0 h 35"/>
                  <a:gd name="T32" fmla="*/ 36513 w 30"/>
                  <a:gd name="T33" fmla="*/ 0 h 35"/>
                  <a:gd name="T34" fmla="*/ 47625 w 30"/>
                  <a:gd name="T35" fmla="*/ 3175 h 35"/>
                  <a:gd name="T36" fmla="*/ 47625 w 30"/>
                  <a:gd name="T37" fmla="*/ 3175 h 3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30" h="35">
                    <a:moveTo>
                      <a:pt x="30" y="2"/>
                    </a:moveTo>
                    <a:lnTo>
                      <a:pt x="30" y="2"/>
                    </a:lnTo>
                    <a:lnTo>
                      <a:pt x="27" y="14"/>
                    </a:lnTo>
                    <a:lnTo>
                      <a:pt x="23" y="30"/>
                    </a:lnTo>
                    <a:lnTo>
                      <a:pt x="20" y="34"/>
                    </a:lnTo>
                    <a:lnTo>
                      <a:pt x="19" y="35"/>
                    </a:lnTo>
                    <a:lnTo>
                      <a:pt x="16" y="34"/>
                    </a:lnTo>
                    <a:lnTo>
                      <a:pt x="14" y="31"/>
                    </a:lnTo>
                    <a:lnTo>
                      <a:pt x="11" y="26"/>
                    </a:lnTo>
                    <a:lnTo>
                      <a:pt x="0" y="7"/>
                    </a:lnTo>
                    <a:lnTo>
                      <a:pt x="3" y="6"/>
                    </a:lnTo>
                    <a:lnTo>
                      <a:pt x="8" y="2"/>
                    </a:lnTo>
                    <a:lnTo>
                      <a:pt x="12" y="0"/>
                    </a:lnTo>
                    <a:lnTo>
                      <a:pt x="18" y="0"/>
                    </a:lnTo>
                    <a:lnTo>
                      <a:pt x="23" y="0"/>
                    </a:lnTo>
                    <a:lnTo>
                      <a:pt x="30" y="2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13" name="îṩļiḍê">
                <a:extLst>
                  <a:ext uri="{FF2B5EF4-FFF2-40B4-BE49-F238E27FC236}">
                    <a16:creationId xmlns:a16="http://schemas.microsoft.com/office/drawing/2014/main" id="{60C4E016-52D3-365C-C9A4-B4BD56D30C4F}"/>
                  </a:ext>
                </a:extLst>
              </p:cNvPr>
              <p:cNvSpPr/>
              <p:nvPr/>
            </p:nvSpPr>
            <p:spPr bwMode="auto">
              <a:xfrm>
                <a:off x="2141090" y="4218748"/>
                <a:ext cx="159220" cy="467620"/>
              </a:xfrm>
              <a:custGeom>
                <a:avLst/>
                <a:gdLst>
                  <a:gd name="T0" fmla="*/ 35 w 111"/>
                  <a:gd name="T1" fmla="*/ 266 h 326"/>
                  <a:gd name="T2" fmla="*/ 66 w 111"/>
                  <a:gd name="T3" fmla="*/ 326 h 326"/>
                  <a:gd name="T4" fmla="*/ 94 w 111"/>
                  <a:gd name="T5" fmla="*/ 322 h 326"/>
                  <a:gd name="T6" fmla="*/ 111 w 111"/>
                  <a:gd name="T7" fmla="*/ 256 h 326"/>
                  <a:gd name="T8" fmla="*/ 76 w 111"/>
                  <a:gd name="T9" fmla="*/ 0 h 326"/>
                  <a:gd name="T10" fmla="*/ 0 w 111"/>
                  <a:gd name="T11" fmla="*/ 11 h 326"/>
                  <a:gd name="T12" fmla="*/ 35 w 111"/>
                  <a:gd name="T13" fmla="*/ 266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1" h="326">
                    <a:moveTo>
                      <a:pt x="35" y="266"/>
                    </a:moveTo>
                    <a:lnTo>
                      <a:pt x="66" y="326"/>
                    </a:lnTo>
                    <a:lnTo>
                      <a:pt x="94" y="322"/>
                    </a:lnTo>
                    <a:lnTo>
                      <a:pt x="111" y="256"/>
                    </a:lnTo>
                    <a:lnTo>
                      <a:pt x="76" y="0"/>
                    </a:lnTo>
                    <a:lnTo>
                      <a:pt x="0" y="11"/>
                    </a:lnTo>
                    <a:lnTo>
                      <a:pt x="35" y="266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14" name="ïṩḻíďê">
                <a:extLst>
                  <a:ext uri="{FF2B5EF4-FFF2-40B4-BE49-F238E27FC236}">
                    <a16:creationId xmlns:a16="http://schemas.microsoft.com/office/drawing/2014/main" id="{29CAACDC-E21B-8EFA-53ED-E3745B989FE3}"/>
                  </a:ext>
                </a:extLst>
              </p:cNvPr>
              <p:cNvSpPr/>
              <p:nvPr/>
            </p:nvSpPr>
            <p:spPr bwMode="auto">
              <a:xfrm>
                <a:off x="2135352" y="4142723"/>
                <a:ext cx="114753" cy="131966"/>
              </a:xfrm>
              <a:custGeom>
                <a:avLst/>
                <a:gdLst>
                  <a:gd name="T0" fmla="*/ 4 w 80"/>
                  <a:gd name="T1" fmla="*/ 59 h 92"/>
                  <a:gd name="T2" fmla="*/ 4 w 80"/>
                  <a:gd name="T3" fmla="*/ 59 h 92"/>
                  <a:gd name="T4" fmla="*/ 5 w 80"/>
                  <a:gd name="T5" fmla="*/ 66 h 92"/>
                  <a:gd name="T6" fmla="*/ 9 w 80"/>
                  <a:gd name="T7" fmla="*/ 73 h 92"/>
                  <a:gd name="T8" fmla="*/ 13 w 80"/>
                  <a:gd name="T9" fmla="*/ 80 h 92"/>
                  <a:gd name="T10" fmla="*/ 19 w 80"/>
                  <a:gd name="T11" fmla="*/ 84 h 92"/>
                  <a:gd name="T12" fmla="*/ 24 w 80"/>
                  <a:gd name="T13" fmla="*/ 88 h 92"/>
                  <a:gd name="T14" fmla="*/ 31 w 80"/>
                  <a:gd name="T15" fmla="*/ 91 h 92"/>
                  <a:gd name="T16" fmla="*/ 39 w 80"/>
                  <a:gd name="T17" fmla="*/ 92 h 92"/>
                  <a:gd name="T18" fmla="*/ 46 w 80"/>
                  <a:gd name="T19" fmla="*/ 92 h 92"/>
                  <a:gd name="T20" fmla="*/ 47 w 80"/>
                  <a:gd name="T21" fmla="*/ 92 h 92"/>
                  <a:gd name="T22" fmla="*/ 47 w 80"/>
                  <a:gd name="T23" fmla="*/ 92 h 92"/>
                  <a:gd name="T24" fmla="*/ 55 w 80"/>
                  <a:gd name="T25" fmla="*/ 89 h 92"/>
                  <a:gd name="T26" fmla="*/ 62 w 80"/>
                  <a:gd name="T27" fmla="*/ 87 h 92"/>
                  <a:gd name="T28" fmla="*/ 67 w 80"/>
                  <a:gd name="T29" fmla="*/ 82 h 92"/>
                  <a:gd name="T30" fmla="*/ 71 w 80"/>
                  <a:gd name="T31" fmla="*/ 77 h 92"/>
                  <a:gd name="T32" fmla="*/ 75 w 80"/>
                  <a:gd name="T33" fmla="*/ 70 h 92"/>
                  <a:gd name="T34" fmla="*/ 78 w 80"/>
                  <a:gd name="T35" fmla="*/ 64 h 92"/>
                  <a:gd name="T36" fmla="*/ 80 w 80"/>
                  <a:gd name="T37" fmla="*/ 57 h 92"/>
                  <a:gd name="T38" fmla="*/ 80 w 80"/>
                  <a:gd name="T39" fmla="*/ 49 h 92"/>
                  <a:gd name="T40" fmla="*/ 75 w 80"/>
                  <a:gd name="T41" fmla="*/ 15 h 92"/>
                  <a:gd name="T42" fmla="*/ 75 w 80"/>
                  <a:gd name="T43" fmla="*/ 15 h 92"/>
                  <a:gd name="T44" fmla="*/ 73 w 80"/>
                  <a:gd name="T45" fmla="*/ 8 h 92"/>
                  <a:gd name="T46" fmla="*/ 70 w 80"/>
                  <a:gd name="T47" fmla="*/ 4 h 92"/>
                  <a:gd name="T48" fmla="*/ 66 w 80"/>
                  <a:gd name="T49" fmla="*/ 1 h 92"/>
                  <a:gd name="T50" fmla="*/ 62 w 80"/>
                  <a:gd name="T51" fmla="*/ 0 h 92"/>
                  <a:gd name="T52" fmla="*/ 50 w 80"/>
                  <a:gd name="T53" fmla="*/ 1 h 92"/>
                  <a:gd name="T54" fmla="*/ 35 w 80"/>
                  <a:gd name="T55" fmla="*/ 3 h 92"/>
                  <a:gd name="T56" fmla="*/ 35 w 80"/>
                  <a:gd name="T57" fmla="*/ 3 h 92"/>
                  <a:gd name="T58" fmla="*/ 35 w 80"/>
                  <a:gd name="T59" fmla="*/ 3 h 92"/>
                  <a:gd name="T60" fmla="*/ 20 w 80"/>
                  <a:gd name="T61" fmla="*/ 5 h 92"/>
                  <a:gd name="T62" fmla="*/ 8 w 80"/>
                  <a:gd name="T63" fmla="*/ 7 h 92"/>
                  <a:gd name="T64" fmla="*/ 4 w 80"/>
                  <a:gd name="T65" fmla="*/ 9 h 92"/>
                  <a:gd name="T66" fmla="*/ 1 w 80"/>
                  <a:gd name="T67" fmla="*/ 13 h 92"/>
                  <a:gd name="T68" fmla="*/ 0 w 80"/>
                  <a:gd name="T69" fmla="*/ 17 h 92"/>
                  <a:gd name="T70" fmla="*/ 0 w 80"/>
                  <a:gd name="T71" fmla="*/ 24 h 92"/>
                  <a:gd name="T72" fmla="*/ 4 w 80"/>
                  <a:gd name="T73" fmla="*/ 59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80" h="92">
                    <a:moveTo>
                      <a:pt x="4" y="59"/>
                    </a:moveTo>
                    <a:lnTo>
                      <a:pt x="4" y="59"/>
                    </a:lnTo>
                    <a:lnTo>
                      <a:pt x="5" y="66"/>
                    </a:lnTo>
                    <a:lnTo>
                      <a:pt x="9" y="73"/>
                    </a:lnTo>
                    <a:lnTo>
                      <a:pt x="13" y="80"/>
                    </a:lnTo>
                    <a:lnTo>
                      <a:pt x="19" y="84"/>
                    </a:lnTo>
                    <a:lnTo>
                      <a:pt x="24" y="88"/>
                    </a:lnTo>
                    <a:lnTo>
                      <a:pt x="31" y="91"/>
                    </a:lnTo>
                    <a:lnTo>
                      <a:pt x="39" y="92"/>
                    </a:lnTo>
                    <a:lnTo>
                      <a:pt x="46" y="92"/>
                    </a:lnTo>
                    <a:lnTo>
                      <a:pt x="47" y="92"/>
                    </a:lnTo>
                    <a:lnTo>
                      <a:pt x="47" y="92"/>
                    </a:lnTo>
                    <a:lnTo>
                      <a:pt x="55" y="89"/>
                    </a:lnTo>
                    <a:lnTo>
                      <a:pt x="62" y="87"/>
                    </a:lnTo>
                    <a:lnTo>
                      <a:pt x="67" y="82"/>
                    </a:lnTo>
                    <a:lnTo>
                      <a:pt x="71" y="77"/>
                    </a:lnTo>
                    <a:lnTo>
                      <a:pt x="75" y="70"/>
                    </a:lnTo>
                    <a:lnTo>
                      <a:pt x="78" y="64"/>
                    </a:lnTo>
                    <a:lnTo>
                      <a:pt x="80" y="57"/>
                    </a:lnTo>
                    <a:lnTo>
                      <a:pt x="80" y="49"/>
                    </a:lnTo>
                    <a:lnTo>
                      <a:pt x="75" y="15"/>
                    </a:lnTo>
                    <a:lnTo>
                      <a:pt x="75" y="15"/>
                    </a:lnTo>
                    <a:lnTo>
                      <a:pt x="73" y="8"/>
                    </a:lnTo>
                    <a:lnTo>
                      <a:pt x="70" y="4"/>
                    </a:lnTo>
                    <a:lnTo>
                      <a:pt x="66" y="1"/>
                    </a:lnTo>
                    <a:lnTo>
                      <a:pt x="62" y="0"/>
                    </a:lnTo>
                    <a:lnTo>
                      <a:pt x="50" y="1"/>
                    </a:lnTo>
                    <a:lnTo>
                      <a:pt x="35" y="3"/>
                    </a:lnTo>
                    <a:lnTo>
                      <a:pt x="35" y="3"/>
                    </a:lnTo>
                    <a:lnTo>
                      <a:pt x="35" y="3"/>
                    </a:lnTo>
                    <a:lnTo>
                      <a:pt x="20" y="5"/>
                    </a:lnTo>
                    <a:lnTo>
                      <a:pt x="8" y="7"/>
                    </a:lnTo>
                    <a:lnTo>
                      <a:pt x="4" y="9"/>
                    </a:lnTo>
                    <a:lnTo>
                      <a:pt x="1" y="13"/>
                    </a:lnTo>
                    <a:lnTo>
                      <a:pt x="0" y="17"/>
                    </a:lnTo>
                    <a:lnTo>
                      <a:pt x="0" y="24"/>
                    </a:lnTo>
                    <a:lnTo>
                      <a:pt x="4" y="59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15" name="îṣlîḑè">
                <a:extLst>
                  <a:ext uri="{FF2B5EF4-FFF2-40B4-BE49-F238E27FC236}">
                    <a16:creationId xmlns:a16="http://schemas.microsoft.com/office/drawing/2014/main" id="{087F147D-ECF5-811C-A12A-77791CD2B9ED}"/>
                  </a:ext>
                </a:extLst>
              </p:cNvPr>
              <p:cNvSpPr/>
              <p:nvPr/>
            </p:nvSpPr>
            <p:spPr bwMode="auto">
              <a:xfrm>
                <a:off x="2131049" y="4187190"/>
                <a:ext cx="136270" cy="130533"/>
              </a:xfrm>
              <a:custGeom>
                <a:avLst/>
                <a:gdLst>
                  <a:gd name="T0" fmla="*/ 11 w 95"/>
                  <a:gd name="T1" fmla="*/ 91 h 91"/>
                  <a:gd name="T2" fmla="*/ 95 w 95"/>
                  <a:gd name="T3" fmla="*/ 80 h 91"/>
                  <a:gd name="T4" fmla="*/ 84 w 95"/>
                  <a:gd name="T5" fmla="*/ 0 h 91"/>
                  <a:gd name="T6" fmla="*/ 0 w 95"/>
                  <a:gd name="T7" fmla="*/ 11 h 91"/>
                  <a:gd name="T8" fmla="*/ 11 w 95"/>
                  <a:gd name="T9" fmla="*/ 91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5" h="91">
                    <a:moveTo>
                      <a:pt x="11" y="91"/>
                    </a:moveTo>
                    <a:lnTo>
                      <a:pt x="95" y="80"/>
                    </a:lnTo>
                    <a:lnTo>
                      <a:pt x="84" y="0"/>
                    </a:lnTo>
                    <a:lnTo>
                      <a:pt x="0" y="11"/>
                    </a:lnTo>
                    <a:lnTo>
                      <a:pt x="11" y="91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16" name="ïṣlídê">
                <a:extLst>
                  <a:ext uri="{FF2B5EF4-FFF2-40B4-BE49-F238E27FC236}">
                    <a16:creationId xmlns:a16="http://schemas.microsoft.com/office/drawing/2014/main" id="{814BC56B-2CF8-7CA3-CDDA-2F7EA5175ED6}"/>
                  </a:ext>
                </a:extLst>
              </p:cNvPr>
              <p:cNvSpPr/>
              <p:nvPr/>
            </p:nvSpPr>
            <p:spPr bwMode="auto">
              <a:xfrm>
                <a:off x="2116705" y="4224485"/>
                <a:ext cx="40164" cy="235245"/>
              </a:xfrm>
              <a:custGeom>
                <a:avLst/>
                <a:gdLst>
                  <a:gd name="T0" fmla="*/ 21 w 28"/>
                  <a:gd name="T1" fmla="*/ 0 h 164"/>
                  <a:gd name="T2" fmla="*/ 21 w 28"/>
                  <a:gd name="T3" fmla="*/ 0 h 164"/>
                  <a:gd name="T4" fmla="*/ 11 w 28"/>
                  <a:gd name="T5" fmla="*/ 7 h 164"/>
                  <a:gd name="T6" fmla="*/ 5 w 28"/>
                  <a:gd name="T7" fmla="*/ 13 h 164"/>
                  <a:gd name="T8" fmla="*/ 2 w 28"/>
                  <a:gd name="T9" fmla="*/ 17 h 164"/>
                  <a:gd name="T10" fmla="*/ 0 w 28"/>
                  <a:gd name="T11" fmla="*/ 20 h 164"/>
                  <a:gd name="T12" fmla="*/ 0 w 28"/>
                  <a:gd name="T13" fmla="*/ 20 h 164"/>
                  <a:gd name="T14" fmla="*/ 3 w 28"/>
                  <a:gd name="T15" fmla="*/ 44 h 164"/>
                  <a:gd name="T16" fmla="*/ 9 w 28"/>
                  <a:gd name="T17" fmla="*/ 90 h 164"/>
                  <a:gd name="T18" fmla="*/ 18 w 28"/>
                  <a:gd name="T19" fmla="*/ 154 h 164"/>
                  <a:gd name="T20" fmla="*/ 18 w 28"/>
                  <a:gd name="T21" fmla="*/ 154 h 164"/>
                  <a:gd name="T22" fmla="*/ 17 w 28"/>
                  <a:gd name="T23" fmla="*/ 155 h 164"/>
                  <a:gd name="T24" fmla="*/ 18 w 28"/>
                  <a:gd name="T25" fmla="*/ 160 h 164"/>
                  <a:gd name="T26" fmla="*/ 19 w 28"/>
                  <a:gd name="T27" fmla="*/ 161 h 164"/>
                  <a:gd name="T28" fmla="*/ 21 w 28"/>
                  <a:gd name="T29" fmla="*/ 162 h 164"/>
                  <a:gd name="T30" fmla="*/ 23 w 28"/>
                  <a:gd name="T31" fmla="*/ 164 h 164"/>
                  <a:gd name="T32" fmla="*/ 28 w 28"/>
                  <a:gd name="T33" fmla="*/ 164 h 164"/>
                  <a:gd name="T34" fmla="*/ 13 w 28"/>
                  <a:gd name="T35" fmla="*/ 58 h 164"/>
                  <a:gd name="T36" fmla="*/ 19 w 28"/>
                  <a:gd name="T37" fmla="*/ 44 h 164"/>
                  <a:gd name="T38" fmla="*/ 21 w 28"/>
                  <a:gd name="T39" fmla="*/ 0 h 164"/>
                  <a:gd name="T40" fmla="*/ 21 w 28"/>
                  <a:gd name="T41" fmla="*/ 0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8" h="164">
                    <a:moveTo>
                      <a:pt x="21" y="0"/>
                    </a:moveTo>
                    <a:lnTo>
                      <a:pt x="21" y="0"/>
                    </a:lnTo>
                    <a:lnTo>
                      <a:pt x="11" y="7"/>
                    </a:lnTo>
                    <a:lnTo>
                      <a:pt x="5" y="13"/>
                    </a:lnTo>
                    <a:lnTo>
                      <a:pt x="2" y="17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3" y="44"/>
                    </a:lnTo>
                    <a:lnTo>
                      <a:pt x="9" y="90"/>
                    </a:lnTo>
                    <a:lnTo>
                      <a:pt x="18" y="154"/>
                    </a:lnTo>
                    <a:lnTo>
                      <a:pt x="18" y="154"/>
                    </a:lnTo>
                    <a:lnTo>
                      <a:pt x="17" y="155"/>
                    </a:lnTo>
                    <a:lnTo>
                      <a:pt x="18" y="160"/>
                    </a:lnTo>
                    <a:lnTo>
                      <a:pt x="19" y="161"/>
                    </a:lnTo>
                    <a:lnTo>
                      <a:pt x="21" y="162"/>
                    </a:lnTo>
                    <a:lnTo>
                      <a:pt x="23" y="164"/>
                    </a:lnTo>
                    <a:lnTo>
                      <a:pt x="28" y="164"/>
                    </a:lnTo>
                    <a:lnTo>
                      <a:pt x="13" y="58"/>
                    </a:lnTo>
                    <a:lnTo>
                      <a:pt x="19" y="44"/>
                    </a:lnTo>
                    <a:lnTo>
                      <a:pt x="21" y="0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17" name="îşḷïḑê">
                <a:extLst>
                  <a:ext uri="{FF2B5EF4-FFF2-40B4-BE49-F238E27FC236}">
                    <a16:creationId xmlns:a16="http://schemas.microsoft.com/office/drawing/2014/main" id="{F4DD9B4C-2203-5D6F-9C39-6FB5FD60A86A}"/>
                  </a:ext>
                </a:extLst>
              </p:cNvPr>
              <p:cNvSpPr/>
              <p:nvPr/>
            </p:nvSpPr>
            <p:spPr bwMode="auto">
              <a:xfrm>
                <a:off x="2554202" y="4148452"/>
                <a:ext cx="701430" cy="314138"/>
              </a:xfrm>
              <a:custGeom>
                <a:avLst/>
                <a:gdLst>
                  <a:gd name="T0" fmla="*/ 247 w 489"/>
                  <a:gd name="T1" fmla="*/ 219 h 219"/>
                  <a:gd name="T2" fmla="*/ 489 w 489"/>
                  <a:gd name="T3" fmla="*/ 110 h 219"/>
                  <a:gd name="T4" fmla="*/ 240 w 489"/>
                  <a:gd name="T5" fmla="*/ 0 h 219"/>
                  <a:gd name="T6" fmla="*/ 0 w 489"/>
                  <a:gd name="T7" fmla="*/ 107 h 219"/>
                  <a:gd name="T8" fmla="*/ 247 w 489"/>
                  <a:gd name="T9" fmla="*/ 219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89" h="219">
                    <a:moveTo>
                      <a:pt x="247" y="219"/>
                    </a:moveTo>
                    <a:lnTo>
                      <a:pt x="489" y="110"/>
                    </a:lnTo>
                    <a:lnTo>
                      <a:pt x="240" y="0"/>
                    </a:lnTo>
                    <a:lnTo>
                      <a:pt x="0" y="107"/>
                    </a:lnTo>
                    <a:lnTo>
                      <a:pt x="247" y="219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9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18" name="ïŝļiḍè">
                <a:extLst>
                  <a:ext uri="{FF2B5EF4-FFF2-40B4-BE49-F238E27FC236}">
                    <a16:creationId xmlns:a16="http://schemas.microsoft.com/office/drawing/2014/main" id="{65B8208C-7A3A-D59B-DC8C-7340BD87DE86}"/>
                  </a:ext>
                </a:extLst>
              </p:cNvPr>
              <p:cNvSpPr/>
              <p:nvPr/>
            </p:nvSpPr>
            <p:spPr bwMode="auto">
              <a:xfrm>
                <a:off x="2562808" y="4296197"/>
                <a:ext cx="20082" cy="23094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19" name="íṥļîḋê">
                <a:extLst>
                  <a:ext uri="{FF2B5EF4-FFF2-40B4-BE49-F238E27FC236}">
                    <a16:creationId xmlns:a16="http://schemas.microsoft.com/office/drawing/2014/main" id="{D7A5A3C8-A2A3-6C73-CE87-D58FDBA73049}"/>
                  </a:ext>
                </a:extLst>
              </p:cNvPr>
              <p:cNvSpPr/>
              <p:nvPr/>
            </p:nvSpPr>
            <p:spPr bwMode="auto">
              <a:xfrm>
                <a:off x="2538424" y="4499885"/>
                <a:ext cx="68852" cy="70287"/>
              </a:xfrm>
              <a:custGeom>
                <a:avLst/>
                <a:gdLst>
                  <a:gd name="T0" fmla="*/ 0 w 48"/>
                  <a:gd name="T1" fmla="*/ 24 h 49"/>
                  <a:gd name="T2" fmla="*/ 0 w 48"/>
                  <a:gd name="T3" fmla="*/ 24 h 49"/>
                  <a:gd name="T4" fmla="*/ 0 w 48"/>
                  <a:gd name="T5" fmla="*/ 20 h 49"/>
                  <a:gd name="T6" fmla="*/ 2 w 48"/>
                  <a:gd name="T7" fmla="*/ 15 h 49"/>
                  <a:gd name="T8" fmla="*/ 4 w 48"/>
                  <a:gd name="T9" fmla="*/ 11 h 49"/>
                  <a:gd name="T10" fmla="*/ 7 w 48"/>
                  <a:gd name="T11" fmla="*/ 8 h 49"/>
                  <a:gd name="T12" fmla="*/ 11 w 48"/>
                  <a:gd name="T13" fmla="*/ 4 h 49"/>
                  <a:gd name="T14" fmla="*/ 15 w 48"/>
                  <a:gd name="T15" fmla="*/ 3 h 49"/>
                  <a:gd name="T16" fmla="*/ 19 w 48"/>
                  <a:gd name="T17" fmla="*/ 1 h 49"/>
                  <a:gd name="T18" fmla="*/ 25 w 48"/>
                  <a:gd name="T19" fmla="*/ 0 h 49"/>
                  <a:gd name="T20" fmla="*/ 25 w 48"/>
                  <a:gd name="T21" fmla="*/ 0 h 49"/>
                  <a:gd name="T22" fmla="*/ 29 w 48"/>
                  <a:gd name="T23" fmla="*/ 1 h 49"/>
                  <a:gd name="T24" fmla="*/ 34 w 48"/>
                  <a:gd name="T25" fmla="*/ 3 h 49"/>
                  <a:gd name="T26" fmla="*/ 38 w 48"/>
                  <a:gd name="T27" fmla="*/ 4 h 49"/>
                  <a:gd name="T28" fmla="*/ 41 w 48"/>
                  <a:gd name="T29" fmla="*/ 8 h 49"/>
                  <a:gd name="T30" fmla="*/ 44 w 48"/>
                  <a:gd name="T31" fmla="*/ 11 h 49"/>
                  <a:gd name="T32" fmla="*/ 46 w 48"/>
                  <a:gd name="T33" fmla="*/ 15 h 49"/>
                  <a:gd name="T34" fmla="*/ 48 w 48"/>
                  <a:gd name="T35" fmla="*/ 20 h 49"/>
                  <a:gd name="T36" fmla="*/ 48 w 48"/>
                  <a:gd name="T37" fmla="*/ 24 h 49"/>
                  <a:gd name="T38" fmla="*/ 48 w 48"/>
                  <a:gd name="T39" fmla="*/ 24 h 49"/>
                  <a:gd name="T40" fmla="*/ 48 w 48"/>
                  <a:gd name="T41" fmla="*/ 30 h 49"/>
                  <a:gd name="T42" fmla="*/ 46 w 48"/>
                  <a:gd name="T43" fmla="*/ 34 h 49"/>
                  <a:gd name="T44" fmla="*/ 44 w 48"/>
                  <a:gd name="T45" fmla="*/ 38 h 49"/>
                  <a:gd name="T46" fmla="*/ 41 w 48"/>
                  <a:gd name="T47" fmla="*/ 42 h 49"/>
                  <a:gd name="T48" fmla="*/ 38 w 48"/>
                  <a:gd name="T49" fmla="*/ 45 h 49"/>
                  <a:gd name="T50" fmla="*/ 34 w 48"/>
                  <a:gd name="T51" fmla="*/ 47 h 49"/>
                  <a:gd name="T52" fmla="*/ 29 w 48"/>
                  <a:gd name="T53" fmla="*/ 49 h 49"/>
                  <a:gd name="T54" fmla="*/ 25 w 48"/>
                  <a:gd name="T55" fmla="*/ 49 h 49"/>
                  <a:gd name="T56" fmla="*/ 25 w 48"/>
                  <a:gd name="T57" fmla="*/ 49 h 49"/>
                  <a:gd name="T58" fmla="*/ 19 w 48"/>
                  <a:gd name="T59" fmla="*/ 49 h 49"/>
                  <a:gd name="T60" fmla="*/ 15 w 48"/>
                  <a:gd name="T61" fmla="*/ 47 h 49"/>
                  <a:gd name="T62" fmla="*/ 11 w 48"/>
                  <a:gd name="T63" fmla="*/ 45 h 49"/>
                  <a:gd name="T64" fmla="*/ 7 w 48"/>
                  <a:gd name="T65" fmla="*/ 42 h 49"/>
                  <a:gd name="T66" fmla="*/ 4 w 48"/>
                  <a:gd name="T67" fmla="*/ 38 h 49"/>
                  <a:gd name="T68" fmla="*/ 2 w 48"/>
                  <a:gd name="T69" fmla="*/ 34 h 49"/>
                  <a:gd name="T70" fmla="*/ 0 w 48"/>
                  <a:gd name="T71" fmla="*/ 30 h 49"/>
                  <a:gd name="T72" fmla="*/ 0 w 48"/>
                  <a:gd name="T73" fmla="*/ 24 h 49"/>
                  <a:gd name="T74" fmla="*/ 0 w 48"/>
                  <a:gd name="T75" fmla="*/ 2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48" h="49">
                    <a:moveTo>
                      <a:pt x="0" y="24"/>
                    </a:moveTo>
                    <a:lnTo>
                      <a:pt x="0" y="24"/>
                    </a:lnTo>
                    <a:lnTo>
                      <a:pt x="0" y="20"/>
                    </a:lnTo>
                    <a:lnTo>
                      <a:pt x="2" y="15"/>
                    </a:lnTo>
                    <a:lnTo>
                      <a:pt x="4" y="11"/>
                    </a:lnTo>
                    <a:lnTo>
                      <a:pt x="7" y="8"/>
                    </a:lnTo>
                    <a:lnTo>
                      <a:pt x="11" y="4"/>
                    </a:lnTo>
                    <a:lnTo>
                      <a:pt x="15" y="3"/>
                    </a:lnTo>
                    <a:lnTo>
                      <a:pt x="19" y="1"/>
                    </a:lnTo>
                    <a:lnTo>
                      <a:pt x="25" y="0"/>
                    </a:lnTo>
                    <a:lnTo>
                      <a:pt x="25" y="0"/>
                    </a:lnTo>
                    <a:lnTo>
                      <a:pt x="29" y="1"/>
                    </a:lnTo>
                    <a:lnTo>
                      <a:pt x="34" y="3"/>
                    </a:lnTo>
                    <a:lnTo>
                      <a:pt x="38" y="4"/>
                    </a:lnTo>
                    <a:lnTo>
                      <a:pt x="41" y="8"/>
                    </a:lnTo>
                    <a:lnTo>
                      <a:pt x="44" y="11"/>
                    </a:lnTo>
                    <a:lnTo>
                      <a:pt x="46" y="15"/>
                    </a:lnTo>
                    <a:lnTo>
                      <a:pt x="48" y="20"/>
                    </a:lnTo>
                    <a:lnTo>
                      <a:pt x="48" y="24"/>
                    </a:lnTo>
                    <a:lnTo>
                      <a:pt x="48" y="24"/>
                    </a:lnTo>
                    <a:lnTo>
                      <a:pt x="48" y="30"/>
                    </a:lnTo>
                    <a:lnTo>
                      <a:pt x="46" y="34"/>
                    </a:lnTo>
                    <a:lnTo>
                      <a:pt x="44" y="38"/>
                    </a:lnTo>
                    <a:lnTo>
                      <a:pt x="41" y="42"/>
                    </a:lnTo>
                    <a:lnTo>
                      <a:pt x="38" y="45"/>
                    </a:lnTo>
                    <a:lnTo>
                      <a:pt x="34" y="47"/>
                    </a:lnTo>
                    <a:lnTo>
                      <a:pt x="29" y="49"/>
                    </a:lnTo>
                    <a:lnTo>
                      <a:pt x="25" y="49"/>
                    </a:lnTo>
                    <a:lnTo>
                      <a:pt x="25" y="49"/>
                    </a:lnTo>
                    <a:lnTo>
                      <a:pt x="19" y="49"/>
                    </a:lnTo>
                    <a:lnTo>
                      <a:pt x="15" y="47"/>
                    </a:lnTo>
                    <a:lnTo>
                      <a:pt x="11" y="45"/>
                    </a:lnTo>
                    <a:lnTo>
                      <a:pt x="7" y="42"/>
                    </a:lnTo>
                    <a:lnTo>
                      <a:pt x="4" y="38"/>
                    </a:lnTo>
                    <a:lnTo>
                      <a:pt x="2" y="34"/>
                    </a:lnTo>
                    <a:lnTo>
                      <a:pt x="0" y="30"/>
                    </a:lnTo>
                    <a:lnTo>
                      <a:pt x="0" y="24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20" name="ïş1ïḋé">
                <a:extLst>
                  <a:ext uri="{FF2B5EF4-FFF2-40B4-BE49-F238E27FC236}">
                    <a16:creationId xmlns:a16="http://schemas.microsoft.com/office/drawing/2014/main" id="{500400C5-A31C-B1E6-FD23-EED14FAF3AB8}"/>
                  </a:ext>
                </a:extLst>
              </p:cNvPr>
              <p:cNvSpPr/>
              <p:nvPr/>
            </p:nvSpPr>
            <p:spPr bwMode="auto">
              <a:xfrm>
                <a:off x="2565677" y="4538614"/>
                <a:ext cx="41599" cy="153483"/>
              </a:xfrm>
              <a:custGeom>
                <a:avLst/>
                <a:gdLst>
                  <a:gd name="T0" fmla="*/ 17 w 29"/>
                  <a:gd name="T1" fmla="*/ 5 h 107"/>
                  <a:gd name="T2" fmla="*/ 17 w 29"/>
                  <a:gd name="T3" fmla="*/ 5 h 107"/>
                  <a:gd name="T4" fmla="*/ 19 w 29"/>
                  <a:gd name="T5" fmla="*/ 12 h 107"/>
                  <a:gd name="T6" fmla="*/ 22 w 29"/>
                  <a:gd name="T7" fmla="*/ 22 h 107"/>
                  <a:gd name="T8" fmla="*/ 25 w 29"/>
                  <a:gd name="T9" fmla="*/ 33 h 107"/>
                  <a:gd name="T10" fmla="*/ 27 w 29"/>
                  <a:gd name="T11" fmla="*/ 47 h 107"/>
                  <a:gd name="T12" fmla="*/ 29 w 29"/>
                  <a:gd name="T13" fmla="*/ 65 h 107"/>
                  <a:gd name="T14" fmla="*/ 29 w 29"/>
                  <a:gd name="T15" fmla="*/ 84 h 107"/>
                  <a:gd name="T16" fmla="*/ 27 w 29"/>
                  <a:gd name="T17" fmla="*/ 107 h 107"/>
                  <a:gd name="T18" fmla="*/ 0 w 29"/>
                  <a:gd name="T19" fmla="*/ 107 h 107"/>
                  <a:gd name="T20" fmla="*/ 0 w 29"/>
                  <a:gd name="T21" fmla="*/ 0 h 107"/>
                  <a:gd name="T22" fmla="*/ 0 w 29"/>
                  <a:gd name="T23" fmla="*/ 0 h 107"/>
                  <a:gd name="T24" fmla="*/ 8 w 29"/>
                  <a:gd name="T25" fmla="*/ 4 h 107"/>
                  <a:gd name="T26" fmla="*/ 14 w 29"/>
                  <a:gd name="T27" fmla="*/ 5 h 107"/>
                  <a:gd name="T28" fmla="*/ 15 w 29"/>
                  <a:gd name="T29" fmla="*/ 5 h 107"/>
                  <a:gd name="T30" fmla="*/ 17 w 29"/>
                  <a:gd name="T31" fmla="*/ 5 h 107"/>
                  <a:gd name="T32" fmla="*/ 17 w 29"/>
                  <a:gd name="T33" fmla="*/ 5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9" h="107">
                    <a:moveTo>
                      <a:pt x="17" y="5"/>
                    </a:moveTo>
                    <a:lnTo>
                      <a:pt x="17" y="5"/>
                    </a:lnTo>
                    <a:lnTo>
                      <a:pt x="19" y="12"/>
                    </a:lnTo>
                    <a:lnTo>
                      <a:pt x="22" y="22"/>
                    </a:lnTo>
                    <a:lnTo>
                      <a:pt x="25" y="33"/>
                    </a:lnTo>
                    <a:lnTo>
                      <a:pt x="27" y="47"/>
                    </a:lnTo>
                    <a:lnTo>
                      <a:pt x="29" y="65"/>
                    </a:lnTo>
                    <a:lnTo>
                      <a:pt x="29" y="84"/>
                    </a:lnTo>
                    <a:lnTo>
                      <a:pt x="27" y="107"/>
                    </a:lnTo>
                    <a:lnTo>
                      <a:pt x="0" y="107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8" y="4"/>
                    </a:lnTo>
                    <a:lnTo>
                      <a:pt x="14" y="5"/>
                    </a:lnTo>
                    <a:lnTo>
                      <a:pt x="15" y="5"/>
                    </a:lnTo>
                    <a:lnTo>
                      <a:pt x="17" y="5"/>
                    </a:lnTo>
                    <a:lnTo>
                      <a:pt x="17" y="5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21" name="ïsḻïḍé">
                <a:extLst>
                  <a:ext uri="{FF2B5EF4-FFF2-40B4-BE49-F238E27FC236}">
                    <a16:creationId xmlns:a16="http://schemas.microsoft.com/office/drawing/2014/main" id="{1A509F36-8734-6D3A-A159-A0519BB0DFAD}"/>
                  </a:ext>
                </a:extLst>
              </p:cNvPr>
              <p:cNvSpPr/>
              <p:nvPr/>
            </p:nvSpPr>
            <p:spPr bwMode="auto">
              <a:xfrm>
                <a:off x="2535555" y="4538614"/>
                <a:ext cx="41599" cy="153483"/>
              </a:xfrm>
              <a:custGeom>
                <a:avLst/>
                <a:gdLst>
                  <a:gd name="T0" fmla="*/ 13 w 29"/>
                  <a:gd name="T1" fmla="*/ 5 h 107"/>
                  <a:gd name="T2" fmla="*/ 13 w 29"/>
                  <a:gd name="T3" fmla="*/ 5 h 107"/>
                  <a:gd name="T4" fmla="*/ 10 w 29"/>
                  <a:gd name="T5" fmla="*/ 12 h 107"/>
                  <a:gd name="T6" fmla="*/ 4 w 29"/>
                  <a:gd name="T7" fmla="*/ 33 h 107"/>
                  <a:gd name="T8" fmla="*/ 2 w 29"/>
                  <a:gd name="T9" fmla="*/ 47 h 107"/>
                  <a:gd name="T10" fmla="*/ 0 w 29"/>
                  <a:gd name="T11" fmla="*/ 65 h 107"/>
                  <a:gd name="T12" fmla="*/ 0 w 29"/>
                  <a:gd name="T13" fmla="*/ 84 h 107"/>
                  <a:gd name="T14" fmla="*/ 1 w 29"/>
                  <a:gd name="T15" fmla="*/ 107 h 107"/>
                  <a:gd name="T16" fmla="*/ 29 w 29"/>
                  <a:gd name="T17" fmla="*/ 107 h 107"/>
                  <a:gd name="T18" fmla="*/ 29 w 29"/>
                  <a:gd name="T19" fmla="*/ 0 h 107"/>
                  <a:gd name="T20" fmla="*/ 29 w 29"/>
                  <a:gd name="T21" fmla="*/ 0 h 107"/>
                  <a:gd name="T22" fmla="*/ 21 w 29"/>
                  <a:gd name="T23" fmla="*/ 4 h 107"/>
                  <a:gd name="T24" fmla="*/ 16 w 29"/>
                  <a:gd name="T25" fmla="*/ 5 h 107"/>
                  <a:gd name="T26" fmla="*/ 13 w 29"/>
                  <a:gd name="T27" fmla="*/ 5 h 107"/>
                  <a:gd name="T28" fmla="*/ 13 w 29"/>
                  <a:gd name="T29" fmla="*/ 5 h 107"/>
                  <a:gd name="T30" fmla="*/ 13 w 29"/>
                  <a:gd name="T31" fmla="*/ 5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9" h="107">
                    <a:moveTo>
                      <a:pt x="13" y="5"/>
                    </a:moveTo>
                    <a:lnTo>
                      <a:pt x="13" y="5"/>
                    </a:lnTo>
                    <a:lnTo>
                      <a:pt x="10" y="12"/>
                    </a:lnTo>
                    <a:lnTo>
                      <a:pt x="4" y="33"/>
                    </a:lnTo>
                    <a:lnTo>
                      <a:pt x="2" y="47"/>
                    </a:lnTo>
                    <a:lnTo>
                      <a:pt x="0" y="65"/>
                    </a:lnTo>
                    <a:lnTo>
                      <a:pt x="0" y="84"/>
                    </a:lnTo>
                    <a:lnTo>
                      <a:pt x="1" y="107"/>
                    </a:lnTo>
                    <a:lnTo>
                      <a:pt x="29" y="107"/>
                    </a:lnTo>
                    <a:lnTo>
                      <a:pt x="29" y="0"/>
                    </a:lnTo>
                    <a:lnTo>
                      <a:pt x="29" y="0"/>
                    </a:lnTo>
                    <a:lnTo>
                      <a:pt x="21" y="4"/>
                    </a:lnTo>
                    <a:lnTo>
                      <a:pt x="16" y="5"/>
                    </a:lnTo>
                    <a:lnTo>
                      <a:pt x="13" y="5"/>
                    </a:lnTo>
                    <a:lnTo>
                      <a:pt x="13" y="5"/>
                    </a:ln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22" name="íṡľîḑé">
                <a:extLst>
                  <a:ext uri="{FF2B5EF4-FFF2-40B4-BE49-F238E27FC236}">
                    <a16:creationId xmlns:a16="http://schemas.microsoft.com/office/drawing/2014/main" id="{316582F3-D43B-E6DD-B732-58F2FD0BDE21}"/>
                  </a:ext>
                </a:extLst>
              </p:cNvPr>
              <p:cNvSpPr/>
              <p:nvPr/>
            </p:nvSpPr>
            <p:spPr bwMode="auto">
              <a:xfrm>
                <a:off x="2709119" y="4399475"/>
                <a:ext cx="405940" cy="302663"/>
              </a:xfrm>
              <a:custGeom>
                <a:avLst/>
                <a:gdLst>
                  <a:gd name="T0" fmla="*/ 0 w 283"/>
                  <a:gd name="T1" fmla="*/ 0 h 211"/>
                  <a:gd name="T2" fmla="*/ 0 w 283"/>
                  <a:gd name="T3" fmla="*/ 0 h 211"/>
                  <a:gd name="T4" fmla="*/ 63 w 283"/>
                  <a:gd name="T5" fmla="*/ 29 h 211"/>
                  <a:gd name="T6" fmla="*/ 143 w 283"/>
                  <a:gd name="T7" fmla="*/ 67 h 211"/>
                  <a:gd name="T8" fmla="*/ 143 w 283"/>
                  <a:gd name="T9" fmla="*/ 67 h 211"/>
                  <a:gd name="T10" fmla="*/ 221 w 283"/>
                  <a:gd name="T11" fmla="*/ 29 h 211"/>
                  <a:gd name="T12" fmla="*/ 283 w 283"/>
                  <a:gd name="T13" fmla="*/ 0 h 211"/>
                  <a:gd name="T14" fmla="*/ 283 w 283"/>
                  <a:gd name="T15" fmla="*/ 163 h 211"/>
                  <a:gd name="T16" fmla="*/ 283 w 283"/>
                  <a:gd name="T17" fmla="*/ 163 h 211"/>
                  <a:gd name="T18" fmla="*/ 277 w 283"/>
                  <a:gd name="T19" fmla="*/ 170 h 211"/>
                  <a:gd name="T20" fmla="*/ 267 w 283"/>
                  <a:gd name="T21" fmla="*/ 177 h 211"/>
                  <a:gd name="T22" fmla="*/ 259 w 283"/>
                  <a:gd name="T23" fmla="*/ 182 h 211"/>
                  <a:gd name="T24" fmla="*/ 250 w 283"/>
                  <a:gd name="T25" fmla="*/ 188 h 211"/>
                  <a:gd name="T26" fmla="*/ 229 w 283"/>
                  <a:gd name="T27" fmla="*/ 196 h 211"/>
                  <a:gd name="T28" fmla="*/ 209 w 283"/>
                  <a:gd name="T29" fmla="*/ 201 h 211"/>
                  <a:gd name="T30" fmla="*/ 190 w 283"/>
                  <a:gd name="T31" fmla="*/ 205 h 211"/>
                  <a:gd name="T32" fmla="*/ 172 w 283"/>
                  <a:gd name="T33" fmla="*/ 208 h 211"/>
                  <a:gd name="T34" fmla="*/ 147 w 283"/>
                  <a:gd name="T35" fmla="*/ 211 h 211"/>
                  <a:gd name="T36" fmla="*/ 147 w 283"/>
                  <a:gd name="T37" fmla="*/ 211 h 211"/>
                  <a:gd name="T38" fmla="*/ 147 w 283"/>
                  <a:gd name="T39" fmla="*/ 211 h 211"/>
                  <a:gd name="T40" fmla="*/ 143 w 283"/>
                  <a:gd name="T41" fmla="*/ 211 h 211"/>
                  <a:gd name="T42" fmla="*/ 143 w 283"/>
                  <a:gd name="T43" fmla="*/ 211 h 211"/>
                  <a:gd name="T44" fmla="*/ 139 w 283"/>
                  <a:gd name="T45" fmla="*/ 211 h 211"/>
                  <a:gd name="T46" fmla="*/ 139 w 283"/>
                  <a:gd name="T47" fmla="*/ 211 h 211"/>
                  <a:gd name="T48" fmla="*/ 139 w 283"/>
                  <a:gd name="T49" fmla="*/ 211 h 211"/>
                  <a:gd name="T50" fmla="*/ 113 w 283"/>
                  <a:gd name="T51" fmla="*/ 208 h 211"/>
                  <a:gd name="T52" fmla="*/ 94 w 283"/>
                  <a:gd name="T53" fmla="*/ 205 h 211"/>
                  <a:gd name="T54" fmla="*/ 75 w 283"/>
                  <a:gd name="T55" fmla="*/ 201 h 211"/>
                  <a:gd name="T56" fmla="*/ 55 w 283"/>
                  <a:gd name="T57" fmla="*/ 196 h 211"/>
                  <a:gd name="T58" fmla="*/ 36 w 283"/>
                  <a:gd name="T59" fmla="*/ 188 h 211"/>
                  <a:gd name="T60" fmla="*/ 26 w 283"/>
                  <a:gd name="T61" fmla="*/ 182 h 211"/>
                  <a:gd name="T62" fmla="*/ 17 w 283"/>
                  <a:gd name="T63" fmla="*/ 177 h 211"/>
                  <a:gd name="T64" fmla="*/ 9 w 283"/>
                  <a:gd name="T65" fmla="*/ 170 h 211"/>
                  <a:gd name="T66" fmla="*/ 0 w 283"/>
                  <a:gd name="T67" fmla="*/ 163 h 211"/>
                  <a:gd name="T68" fmla="*/ 0 w 283"/>
                  <a:gd name="T69" fmla="*/ 0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83" h="211">
                    <a:moveTo>
                      <a:pt x="0" y="0"/>
                    </a:moveTo>
                    <a:lnTo>
                      <a:pt x="0" y="0"/>
                    </a:lnTo>
                    <a:lnTo>
                      <a:pt x="63" y="29"/>
                    </a:lnTo>
                    <a:lnTo>
                      <a:pt x="143" y="67"/>
                    </a:lnTo>
                    <a:lnTo>
                      <a:pt x="143" y="67"/>
                    </a:lnTo>
                    <a:lnTo>
                      <a:pt x="221" y="29"/>
                    </a:lnTo>
                    <a:lnTo>
                      <a:pt x="283" y="0"/>
                    </a:lnTo>
                    <a:lnTo>
                      <a:pt x="283" y="163"/>
                    </a:lnTo>
                    <a:lnTo>
                      <a:pt x="283" y="163"/>
                    </a:lnTo>
                    <a:lnTo>
                      <a:pt x="277" y="170"/>
                    </a:lnTo>
                    <a:lnTo>
                      <a:pt x="267" y="177"/>
                    </a:lnTo>
                    <a:lnTo>
                      <a:pt x="259" y="182"/>
                    </a:lnTo>
                    <a:lnTo>
                      <a:pt x="250" y="188"/>
                    </a:lnTo>
                    <a:lnTo>
                      <a:pt x="229" y="196"/>
                    </a:lnTo>
                    <a:lnTo>
                      <a:pt x="209" y="201"/>
                    </a:lnTo>
                    <a:lnTo>
                      <a:pt x="190" y="205"/>
                    </a:lnTo>
                    <a:lnTo>
                      <a:pt x="172" y="208"/>
                    </a:lnTo>
                    <a:lnTo>
                      <a:pt x="147" y="211"/>
                    </a:lnTo>
                    <a:lnTo>
                      <a:pt x="147" y="211"/>
                    </a:lnTo>
                    <a:lnTo>
                      <a:pt x="147" y="211"/>
                    </a:lnTo>
                    <a:lnTo>
                      <a:pt x="143" y="211"/>
                    </a:lnTo>
                    <a:lnTo>
                      <a:pt x="143" y="211"/>
                    </a:lnTo>
                    <a:lnTo>
                      <a:pt x="139" y="211"/>
                    </a:lnTo>
                    <a:lnTo>
                      <a:pt x="139" y="211"/>
                    </a:lnTo>
                    <a:lnTo>
                      <a:pt x="139" y="211"/>
                    </a:lnTo>
                    <a:lnTo>
                      <a:pt x="113" y="208"/>
                    </a:lnTo>
                    <a:lnTo>
                      <a:pt x="94" y="205"/>
                    </a:lnTo>
                    <a:lnTo>
                      <a:pt x="75" y="201"/>
                    </a:lnTo>
                    <a:lnTo>
                      <a:pt x="55" y="196"/>
                    </a:lnTo>
                    <a:lnTo>
                      <a:pt x="36" y="188"/>
                    </a:lnTo>
                    <a:lnTo>
                      <a:pt x="26" y="182"/>
                    </a:lnTo>
                    <a:lnTo>
                      <a:pt x="17" y="177"/>
                    </a:lnTo>
                    <a:lnTo>
                      <a:pt x="9" y="170"/>
                    </a:lnTo>
                    <a:lnTo>
                      <a:pt x="0" y="1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9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23" name="i$ḷiḑè">
                <a:extLst>
                  <a:ext uri="{FF2B5EF4-FFF2-40B4-BE49-F238E27FC236}">
                    <a16:creationId xmlns:a16="http://schemas.microsoft.com/office/drawing/2014/main" id="{210694A2-41C2-1925-B4CD-0DAEF8E4CEDE}"/>
                  </a:ext>
                </a:extLst>
              </p:cNvPr>
              <p:cNvSpPr/>
              <p:nvPr/>
            </p:nvSpPr>
            <p:spPr bwMode="auto">
              <a:xfrm>
                <a:off x="3449278" y="2226950"/>
                <a:ext cx="354301" cy="444669"/>
              </a:xfrm>
              <a:custGeom>
                <a:avLst/>
                <a:gdLst>
                  <a:gd name="T0" fmla="*/ 130175 w 247"/>
                  <a:gd name="T1" fmla="*/ 238125 h 310"/>
                  <a:gd name="T2" fmla="*/ 138113 w 247"/>
                  <a:gd name="T3" fmla="*/ 209550 h 310"/>
                  <a:gd name="T4" fmla="*/ 138113 w 247"/>
                  <a:gd name="T5" fmla="*/ 93663 h 310"/>
                  <a:gd name="T6" fmla="*/ 125413 w 247"/>
                  <a:gd name="T7" fmla="*/ 79375 h 310"/>
                  <a:gd name="T8" fmla="*/ 127000 w 247"/>
                  <a:gd name="T9" fmla="*/ 26988 h 310"/>
                  <a:gd name="T10" fmla="*/ 127000 w 247"/>
                  <a:gd name="T11" fmla="*/ 20638 h 310"/>
                  <a:gd name="T12" fmla="*/ 146050 w 247"/>
                  <a:gd name="T13" fmla="*/ 7938 h 310"/>
                  <a:gd name="T14" fmla="*/ 198438 w 247"/>
                  <a:gd name="T15" fmla="*/ 0 h 310"/>
                  <a:gd name="T16" fmla="*/ 257175 w 247"/>
                  <a:gd name="T17" fmla="*/ 9525 h 310"/>
                  <a:gd name="T18" fmla="*/ 266700 w 247"/>
                  <a:gd name="T19" fmla="*/ 25400 h 310"/>
                  <a:gd name="T20" fmla="*/ 269875 w 247"/>
                  <a:gd name="T21" fmla="*/ 26988 h 310"/>
                  <a:gd name="T22" fmla="*/ 266700 w 247"/>
                  <a:gd name="T23" fmla="*/ 79375 h 310"/>
                  <a:gd name="T24" fmla="*/ 257175 w 247"/>
                  <a:gd name="T25" fmla="*/ 92075 h 310"/>
                  <a:gd name="T26" fmla="*/ 247650 w 247"/>
                  <a:gd name="T27" fmla="*/ 209550 h 310"/>
                  <a:gd name="T28" fmla="*/ 249238 w 247"/>
                  <a:gd name="T29" fmla="*/ 222250 h 310"/>
                  <a:gd name="T30" fmla="*/ 263525 w 247"/>
                  <a:gd name="T31" fmla="*/ 238125 h 310"/>
                  <a:gd name="T32" fmla="*/ 301625 w 247"/>
                  <a:gd name="T33" fmla="*/ 271463 h 310"/>
                  <a:gd name="T34" fmla="*/ 366713 w 247"/>
                  <a:gd name="T35" fmla="*/ 352425 h 310"/>
                  <a:gd name="T36" fmla="*/ 390525 w 247"/>
                  <a:gd name="T37" fmla="*/ 401638 h 310"/>
                  <a:gd name="T38" fmla="*/ 385763 w 247"/>
                  <a:gd name="T39" fmla="*/ 441325 h 310"/>
                  <a:gd name="T40" fmla="*/ 374650 w 247"/>
                  <a:gd name="T41" fmla="*/ 452438 h 310"/>
                  <a:gd name="T42" fmla="*/ 296863 w 247"/>
                  <a:gd name="T43" fmla="*/ 482600 h 310"/>
                  <a:gd name="T44" fmla="*/ 223838 w 247"/>
                  <a:gd name="T45" fmla="*/ 492125 h 310"/>
                  <a:gd name="T46" fmla="*/ 179388 w 247"/>
                  <a:gd name="T47" fmla="*/ 492125 h 310"/>
                  <a:gd name="T48" fmla="*/ 80963 w 247"/>
                  <a:gd name="T49" fmla="*/ 481013 h 310"/>
                  <a:gd name="T50" fmla="*/ 100013 w 247"/>
                  <a:gd name="T51" fmla="*/ 452438 h 310"/>
                  <a:gd name="T52" fmla="*/ 131763 w 247"/>
                  <a:gd name="T53" fmla="*/ 455613 h 310"/>
                  <a:gd name="T54" fmla="*/ 96838 w 247"/>
                  <a:gd name="T55" fmla="*/ 444500 h 310"/>
                  <a:gd name="T56" fmla="*/ 80963 w 247"/>
                  <a:gd name="T57" fmla="*/ 334963 h 310"/>
                  <a:gd name="T58" fmla="*/ 120650 w 247"/>
                  <a:gd name="T59" fmla="*/ 285750 h 310"/>
                  <a:gd name="T60" fmla="*/ 80963 w 247"/>
                  <a:gd name="T61" fmla="*/ 322263 h 310"/>
                  <a:gd name="T62" fmla="*/ 107950 w 247"/>
                  <a:gd name="T63" fmla="*/ 252413 h 310"/>
                  <a:gd name="T64" fmla="*/ 80963 w 247"/>
                  <a:gd name="T65" fmla="*/ 481013 h 310"/>
                  <a:gd name="T66" fmla="*/ 47625 w 247"/>
                  <a:gd name="T67" fmla="*/ 469900 h 310"/>
                  <a:gd name="T68" fmla="*/ 17463 w 247"/>
                  <a:gd name="T69" fmla="*/ 452438 h 310"/>
                  <a:gd name="T70" fmla="*/ 3175 w 247"/>
                  <a:gd name="T71" fmla="*/ 428625 h 310"/>
                  <a:gd name="T72" fmla="*/ 4763 w 247"/>
                  <a:gd name="T73" fmla="*/ 398463 h 310"/>
                  <a:gd name="T74" fmla="*/ 42863 w 247"/>
                  <a:gd name="T75" fmla="*/ 325438 h 310"/>
                  <a:gd name="T76" fmla="*/ 80963 w 247"/>
                  <a:gd name="T77" fmla="*/ 322263 h 310"/>
                  <a:gd name="T78" fmla="*/ 42863 w 247"/>
                  <a:gd name="T79" fmla="*/ 361950 h 310"/>
                  <a:gd name="T80" fmla="*/ 28575 w 247"/>
                  <a:gd name="T81" fmla="*/ 395288 h 310"/>
                  <a:gd name="T82" fmla="*/ 28575 w 247"/>
                  <a:gd name="T83" fmla="*/ 414338 h 310"/>
                  <a:gd name="T84" fmla="*/ 42863 w 247"/>
                  <a:gd name="T85" fmla="*/ 433388 h 310"/>
                  <a:gd name="T86" fmla="*/ 80963 w 247"/>
                  <a:gd name="T87" fmla="*/ 481013 h 310"/>
                  <a:gd name="T88" fmla="*/ 80963 w 247"/>
                  <a:gd name="T89" fmla="*/ 334963 h 310"/>
                  <a:gd name="T90" fmla="*/ 53975 w 247"/>
                  <a:gd name="T91" fmla="*/ 385763 h 310"/>
                  <a:gd name="T92" fmla="*/ 57150 w 247"/>
                  <a:gd name="T93" fmla="*/ 411163 h 310"/>
                  <a:gd name="T94" fmla="*/ 80963 w 247"/>
                  <a:gd name="T95" fmla="*/ 434975 h 31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47" h="310">
                    <a:moveTo>
                      <a:pt x="80" y="150"/>
                    </a:moveTo>
                    <a:lnTo>
                      <a:pt x="80" y="150"/>
                    </a:lnTo>
                    <a:lnTo>
                      <a:pt x="82" y="150"/>
                    </a:lnTo>
                    <a:lnTo>
                      <a:pt x="84" y="146"/>
                    </a:lnTo>
                    <a:lnTo>
                      <a:pt x="86" y="140"/>
                    </a:lnTo>
                    <a:lnTo>
                      <a:pt x="87" y="132"/>
                    </a:lnTo>
                    <a:lnTo>
                      <a:pt x="87" y="59"/>
                    </a:lnTo>
                    <a:lnTo>
                      <a:pt x="82" y="55"/>
                    </a:lnTo>
                    <a:lnTo>
                      <a:pt x="80" y="50"/>
                    </a:lnTo>
                    <a:lnTo>
                      <a:pt x="79" y="50"/>
                    </a:lnTo>
                    <a:lnTo>
                      <a:pt x="79" y="17"/>
                    </a:lnTo>
                    <a:lnTo>
                      <a:pt x="80" y="17"/>
                    </a:lnTo>
                    <a:lnTo>
                      <a:pt x="80" y="16"/>
                    </a:lnTo>
                    <a:lnTo>
                      <a:pt x="80" y="13"/>
                    </a:lnTo>
                    <a:lnTo>
                      <a:pt x="83" y="10"/>
                    </a:lnTo>
                    <a:lnTo>
                      <a:pt x="87" y="6"/>
                    </a:lnTo>
                    <a:lnTo>
                      <a:pt x="92" y="5"/>
                    </a:lnTo>
                    <a:lnTo>
                      <a:pt x="107" y="1"/>
                    </a:lnTo>
                    <a:lnTo>
                      <a:pt x="125" y="0"/>
                    </a:lnTo>
                    <a:lnTo>
                      <a:pt x="141" y="1"/>
                    </a:lnTo>
                    <a:lnTo>
                      <a:pt x="156" y="5"/>
                    </a:lnTo>
                    <a:lnTo>
                      <a:pt x="162" y="6"/>
                    </a:lnTo>
                    <a:lnTo>
                      <a:pt x="166" y="10"/>
                    </a:lnTo>
                    <a:lnTo>
                      <a:pt x="168" y="13"/>
                    </a:lnTo>
                    <a:lnTo>
                      <a:pt x="168" y="16"/>
                    </a:lnTo>
                    <a:lnTo>
                      <a:pt x="168" y="17"/>
                    </a:lnTo>
                    <a:lnTo>
                      <a:pt x="170" y="17"/>
                    </a:lnTo>
                    <a:lnTo>
                      <a:pt x="170" y="50"/>
                    </a:lnTo>
                    <a:lnTo>
                      <a:pt x="168" y="50"/>
                    </a:lnTo>
                    <a:lnTo>
                      <a:pt x="168" y="52"/>
                    </a:lnTo>
                    <a:lnTo>
                      <a:pt x="166" y="55"/>
                    </a:lnTo>
                    <a:lnTo>
                      <a:pt x="162" y="58"/>
                    </a:lnTo>
                    <a:lnTo>
                      <a:pt x="156" y="59"/>
                    </a:lnTo>
                    <a:lnTo>
                      <a:pt x="156" y="132"/>
                    </a:lnTo>
                    <a:lnTo>
                      <a:pt x="156" y="136"/>
                    </a:lnTo>
                    <a:lnTo>
                      <a:pt x="157" y="140"/>
                    </a:lnTo>
                    <a:lnTo>
                      <a:pt x="160" y="146"/>
                    </a:lnTo>
                    <a:lnTo>
                      <a:pt x="164" y="150"/>
                    </a:lnTo>
                    <a:lnTo>
                      <a:pt x="166" y="150"/>
                    </a:lnTo>
                    <a:lnTo>
                      <a:pt x="175" y="158"/>
                    </a:lnTo>
                    <a:lnTo>
                      <a:pt x="190" y="171"/>
                    </a:lnTo>
                    <a:lnTo>
                      <a:pt x="206" y="189"/>
                    </a:lnTo>
                    <a:lnTo>
                      <a:pt x="222" y="211"/>
                    </a:lnTo>
                    <a:lnTo>
                      <a:pt x="231" y="222"/>
                    </a:lnTo>
                    <a:lnTo>
                      <a:pt x="236" y="232"/>
                    </a:lnTo>
                    <a:lnTo>
                      <a:pt x="241" y="243"/>
                    </a:lnTo>
                    <a:lnTo>
                      <a:pt x="246" y="253"/>
                    </a:lnTo>
                    <a:lnTo>
                      <a:pt x="247" y="262"/>
                    </a:lnTo>
                    <a:lnTo>
                      <a:pt x="246" y="272"/>
                    </a:lnTo>
                    <a:lnTo>
                      <a:pt x="243" y="278"/>
                    </a:lnTo>
                    <a:lnTo>
                      <a:pt x="240" y="282"/>
                    </a:lnTo>
                    <a:lnTo>
                      <a:pt x="236" y="285"/>
                    </a:lnTo>
                    <a:lnTo>
                      <a:pt x="221" y="293"/>
                    </a:lnTo>
                    <a:lnTo>
                      <a:pt x="205" y="300"/>
                    </a:lnTo>
                    <a:lnTo>
                      <a:pt x="187" y="304"/>
                    </a:lnTo>
                    <a:lnTo>
                      <a:pt x="171" y="307"/>
                    </a:lnTo>
                    <a:lnTo>
                      <a:pt x="155" y="310"/>
                    </a:lnTo>
                    <a:lnTo>
                      <a:pt x="141" y="310"/>
                    </a:lnTo>
                    <a:lnTo>
                      <a:pt x="124" y="310"/>
                    </a:lnTo>
                    <a:lnTo>
                      <a:pt x="113" y="310"/>
                    </a:lnTo>
                    <a:lnTo>
                      <a:pt x="95" y="310"/>
                    </a:lnTo>
                    <a:lnTo>
                      <a:pt x="74" y="307"/>
                    </a:lnTo>
                    <a:lnTo>
                      <a:pt x="51" y="303"/>
                    </a:lnTo>
                    <a:lnTo>
                      <a:pt x="51" y="282"/>
                    </a:lnTo>
                    <a:lnTo>
                      <a:pt x="63" y="285"/>
                    </a:lnTo>
                    <a:lnTo>
                      <a:pt x="72" y="287"/>
                    </a:lnTo>
                    <a:lnTo>
                      <a:pt x="83" y="287"/>
                    </a:lnTo>
                    <a:lnTo>
                      <a:pt x="72" y="284"/>
                    </a:lnTo>
                    <a:lnTo>
                      <a:pt x="61" y="280"/>
                    </a:lnTo>
                    <a:lnTo>
                      <a:pt x="51" y="274"/>
                    </a:lnTo>
                    <a:lnTo>
                      <a:pt x="51" y="211"/>
                    </a:lnTo>
                    <a:lnTo>
                      <a:pt x="60" y="199"/>
                    </a:lnTo>
                    <a:lnTo>
                      <a:pt x="68" y="189"/>
                    </a:lnTo>
                    <a:lnTo>
                      <a:pt x="76" y="180"/>
                    </a:lnTo>
                    <a:lnTo>
                      <a:pt x="68" y="186"/>
                    </a:lnTo>
                    <a:lnTo>
                      <a:pt x="51" y="203"/>
                    </a:lnTo>
                    <a:lnTo>
                      <a:pt x="51" y="178"/>
                    </a:lnTo>
                    <a:lnTo>
                      <a:pt x="68" y="159"/>
                    </a:lnTo>
                    <a:lnTo>
                      <a:pt x="80" y="150"/>
                    </a:lnTo>
                    <a:close/>
                    <a:moveTo>
                      <a:pt x="51" y="303"/>
                    </a:moveTo>
                    <a:lnTo>
                      <a:pt x="51" y="303"/>
                    </a:lnTo>
                    <a:lnTo>
                      <a:pt x="40" y="299"/>
                    </a:lnTo>
                    <a:lnTo>
                      <a:pt x="30" y="296"/>
                    </a:lnTo>
                    <a:lnTo>
                      <a:pt x="21" y="291"/>
                    </a:lnTo>
                    <a:lnTo>
                      <a:pt x="11" y="285"/>
                    </a:lnTo>
                    <a:lnTo>
                      <a:pt x="6" y="281"/>
                    </a:lnTo>
                    <a:lnTo>
                      <a:pt x="3" y="276"/>
                    </a:lnTo>
                    <a:lnTo>
                      <a:pt x="2" y="270"/>
                    </a:lnTo>
                    <a:lnTo>
                      <a:pt x="0" y="265"/>
                    </a:lnTo>
                    <a:lnTo>
                      <a:pt x="0" y="258"/>
                    </a:lnTo>
                    <a:lnTo>
                      <a:pt x="3" y="251"/>
                    </a:lnTo>
                    <a:lnTo>
                      <a:pt x="9" y="236"/>
                    </a:lnTo>
                    <a:lnTo>
                      <a:pt x="17" y="222"/>
                    </a:lnTo>
                    <a:lnTo>
                      <a:pt x="27" y="205"/>
                    </a:lnTo>
                    <a:lnTo>
                      <a:pt x="38" y="192"/>
                    </a:lnTo>
                    <a:lnTo>
                      <a:pt x="51" y="178"/>
                    </a:lnTo>
                    <a:lnTo>
                      <a:pt x="51" y="203"/>
                    </a:lnTo>
                    <a:lnTo>
                      <a:pt x="38" y="215"/>
                    </a:lnTo>
                    <a:lnTo>
                      <a:pt x="27" y="228"/>
                    </a:lnTo>
                    <a:lnTo>
                      <a:pt x="23" y="235"/>
                    </a:lnTo>
                    <a:lnTo>
                      <a:pt x="21" y="242"/>
                    </a:lnTo>
                    <a:lnTo>
                      <a:pt x="18" y="249"/>
                    </a:lnTo>
                    <a:lnTo>
                      <a:pt x="18" y="255"/>
                    </a:lnTo>
                    <a:lnTo>
                      <a:pt x="18" y="261"/>
                    </a:lnTo>
                    <a:lnTo>
                      <a:pt x="21" y="266"/>
                    </a:lnTo>
                    <a:lnTo>
                      <a:pt x="23" y="270"/>
                    </a:lnTo>
                    <a:lnTo>
                      <a:pt x="27" y="273"/>
                    </a:lnTo>
                    <a:lnTo>
                      <a:pt x="38" y="278"/>
                    </a:lnTo>
                    <a:lnTo>
                      <a:pt x="51" y="282"/>
                    </a:lnTo>
                    <a:lnTo>
                      <a:pt x="51" y="303"/>
                    </a:lnTo>
                    <a:close/>
                    <a:moveTo>
                      <a:pt x="51" y="211"/>
                    </a:moveTo>
                    <a:lnTo>
                      <a:pt x="51" y="211"/>
                    </a:lnTo>
                    <a:lnTo>
                      <a:pt x="44" y="222"/>
                    </a:lnTo>
                    <a:lnTo>
                      <a:pt x="38" y="232"/>
                    </a:lnTo>
                    <a:lnTo>
                      <a:pt x="34" y="243"/>
                    </a:lnTo>
                    <a:lnTo>
                      <a:pt x="33" y="253"/>
                    </a:lnTo>
                    <a:lnTo>
                      <a:pt x="36" y="259"/>
                    </a:lnTo>
                    <a:lnTo>
                      <a:pt x="38" y="265"/>
                    </a:lnTo>
                    <a:lnTo>
                      <a:pt x="44" y="270"/>
                    </a:lnTo>
                    <a:lnTo>
                      <a:pt x="51" y="274"/>
                    </a:lnTo>
                    <a:lnTo>
                      <a:pt x="51" y="211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24" name="íślîḋe">
                <a:extLst>
                  <a:ext uri="{FF2B5EF4-FFF2-40B4-BE49-F238E27FC236}">
                    <a16:creationId xmlns:a16="http://schemas.microsoft.com/office/drawing/2014/main" id="{504A32D3-D7F4-469C-9E50-35C3D299148D}"/>
                  </a:ext>
                </a:extLst>
              </p:cNvPr>
              <p:cNvSpPr/>
              <p:nvPr/>
            </p:nvSpPr>
            <p:spPr bwMode="auto">
              <a:xfrm>
                <a:off x="1005035" y="2120195"/>
                <a:ext cx="126229" cy="126229"/>
              </a:xfrm>
              <a:custGeom>
                <a:avLst/>
                <a:gdLst>
                  <a:gd name="T0" fmla="*/ 88 w 88"/>
                  <a:gd name="T1" fmla="*/ 44 h 88"/>
                  <a:gd name="T2" fmla="*/ 88 w 88"/>
                  <a:gd name="T3" fmla="*/ 44 h 88"/>
                  <a:gd name="T4" fmla="*/ 86 w 88"/>
                  <a:gd name="T5" fmla="*/ 36 h 88"/>
                  <a:gd name="T6" fmla="*/ 83 w 88"/>
                  <a:gd name="T7" fmla="*/ 27 h 88"/>
                  <a:gd name="T8" fmla="*/ 79 w 88"/>
                  <a:gd name="T9" fmla="*/ 19 h 88"/>
                  <a:gd name="T10" fmla="*/ 74 w 88"/>
                  <a:gd name="T11" fmla="*/ 13 h 88"/>
                  <a:gd name="T12" fmla="*/ 67 w 88"/>
                  <a:gd name="T13" fmla="*/ 7 h 88"/>
                  <a:gd name="T14" fmla="*/ 60 w 88"/>
                  <a:gd name="T15" fmla="*/ 3 h 88"/>
                  <a:gd name="T16" fmla="*/ 52 w 88"/>
                  <a:gd name="T17" fmla="*/ 0 h 88"/>
                  <a:gd name="T18" fmla="*/ 43 w 88"/>
                  <a:gd name="T19" fmla="*/ 0 h 88"/>
                  <a:gd name="T20" fmla="*/ 43 w 88"/>
                  <a:gd name="T21" fmla="*/ 0 h 88"/>
                  <a:gd name="T22" fmla="*/ 35 w 88"/>
                  <a:gd name="T23" fmla="*/ 0 h 88"/>
                  <a:gd name="T24" fmla="*/ 27 w 88"/>
                  <a:gd name="T25" fmla="*/ 3 h 88"/>
                  <a:gd name="T26" fmla="*/ 18 w 88"/>
                  <a:gd name="T27" fmla="*/ 7 h 88"/>
                  <a:gd name="T28" fmla="*/ 12 w 88"/>
                  <a:gd name="T29" fmla="*/ 13 h 88"/>
                  <a:gd name="T30" fmla="*/ 6 w 88"/>
                  <a:gd name="T31" fmla="*/ 19 h 88"/>
                  <a:gd name="T32" fmla="*/ 2 w 88"/>
                  <a:gd name="T33" fmla="*/ 27 h 88"/>
                  <a:gd name="T34" fmla="*/ 0 w 88"/>
                  <a:gd name="T35" fmla="*/ 36 h 88"/>
                  <a:gd name="T36" fmla="*/ 0 w 88"/>
                  <a:gd name="T37" fmla="*/ 44 h 88"/>
                  <a:gd name="T38" fmla="*/ 0 w 88"/>
                  <a:gd name="T39" fmla="*/ 44 h 88"/>
                  <a:gd name="T40" fmla="*/ 0 w 88"/>
                  <a:gd name="T41" fmla="*/ 53 h 88"/>
                  <a:gd name="T42" fmla="*/ 2 w 88"/>
                  <a:gd name="T43" fmla="*/ 61 h 88"/>
                  <a:gd name="T44" fmla="*/ 6 w 88"/>
                  <a:gd name="T45" fmla="*/ 68 h 88"/>
                  <a:gd name="T46" fmla="*/ 12 w 88"/>
                  <a:gd name="T47" fmla="*/ 75 h 88"/>
                  <a:gd name="T48" fmla="*/ 18 w 88"/>
                  <a:gd name="T49" fmla="*/ 80 h 88"/>
                  <a:gd name="T50" fmla="*/ 27 w 88"/>
                  <a:gd name="T51" fmla="*/ 84 h 88"/>
                  <a:gd name="T52" fmla="*/ 35 w 88"/>
                  <a:gd name="T53" fmla="*/ 87 h 88"/>
                  <a:gd name="T54" fmla="*/ 43 w 88"/>
                  <a:gd name="T55" fmla="*/ 88 h 88"/>
                  <a:gd name="T56" fmla="*/ 43 w 88"/>
                  <a:gd name="T57" fmla="*/ 88 h 88"/>
                  <a:gd name="T58" fmla="*/ 52 w 88"/>
                  <a:gd name="T59" fmla="*/ 87 h 88"/>
                  <a:gd name="T60" fmla="*/ 60 w 88"/>
                  <a:gd name="T61" fmla="*/ 84 h 88"/>
                  <a:gd name="T62" fmla="*/ 67 w 88"/>
                  <a:gd name="T63" fmla="*/ 80 h 88"/>
                  <a:gd name="T64" fmla="*/ 74 w 88"/>
                  <a:gd name="T65" fmla="*/ 75 h 88"/>
                  <a:gd name="T66" fmla="*/ 79 w 88"/>
                  <a:gd name="T67" fmla="*/ 68 h 88"/>
                  <a:gd name="T68" fmla="*/ 83 w 88"/>
                  <a:gd name="T69" fmla="*/ 61 h 88"/>
                  <a:gd name="T70" fmla="*/ 86 w 88"/>
                  <a:gd name="T71" fmla="*/ 53 h 88"/>
                  <a:gd name="T72" fmla="*/ 88 w 88"/>
                  <a:gd name="T73" fmla="*/ 44 h 88"/>
                  <a:gd name="T74" fmla="*/ 88 w 88"/>
                  <a:gd name="T75" fmla="*/ 44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88" h="88">
                    <a:moveTo>
                      <a:pt x="88" y="44"/>
                    </a:moveTo>
                    <a:lnTo>
                      <a:pt x="88" y="44"/>
                    </a:lnTo>
                    <a:lnTo>
                      <a:pt x="86" y="36"/>
                    </a:lnTo>
                    <a:lnTo>
                      <a:pt x="83" y="27"/>
                    </a:lnTo>
                    <a:lnTo>
                      <a:pt x="79" y="19"/>
                    </a:lnTo>
                    <a:lnTo>
                      <a:pt x="74" y="13"/>
                    </a:lnTo>
                    <a:lnTo>
                      <a:pt x="67" y="7"/>
                    </a:lnTo>
                    <a:lnTo>
                      <a:pt x="60" y="3"/>
                    </a:lnTo>
                    <a:lnTo>
                      <a:pt x="52" y="0"/>
                    </a:lnTo>
                    <a:lnTo>
                      <a:pt x="43" y="0"/>
                    </a:lnTo>
                    <a:lnTo>
                      <a:pt x="43" y="0"/>
                    </a:lnTo>
                    <a:lnTo>
                      <a:pt x="35" y="0"/>
                    </a:lnTo>
                    <a:lnTo>
                      <a:pt x="27" y="3"/>
                    </a:lnTo>
                    <a:lnTo>
                      <a:pt x="18" y="7"/>
                    </a:lnTo>
                    <a:lnTo>
                      <a:pt x="12" y="13"/>
                    </a:lnTo>
                    <a:lnTo>
                      <a:pt x="6" y="19"/>
                    </a:lnTo>
                    <a:lnTo>
                      <a:pt x="2" y="27"/>
                    </a:lnTo>
                    <a:lnTo>
                      <a:pt x="0" y="36"/>
                    </a:lnTo>
                    <a:lnTo>
                      <a:pt x="0" y="44"/>
                    </a:lnTo>
                    <a:lnTo>
                      <a:pt x="0" y="44"/>
                    </a:lnTo>
                    <a:lnTo>
                      <a:pt x="0" y="53"/>
                    </a:lnTo>
                    <a:lnTo>
                      <a:pt x="2" y="61"/>
                    </a:lnTo>
                    <a:lnTo>
                      <a:pt x="6" y="68"/>
                    </a:lnTo>
                    <a:lnTo>
                      <a:pt x="12" y="75"/>
                    </a:lnTo>
                    <a:lnTo>
                      <a:pt x="18" y="80"/>
                    </a:lnTo>
                    <a:lnTo>
                      <a:pt x="27" y="84"/>
                    </a:lnTo>
                    <a:lnTo>
                      <a:pt x="35" y="87"/>
                    </a:lnTo>
                    <a:lnTo>
                      <a:pt x="43" y="88"/>
                    </a:lnTo>
                    <a:lnTo>
                      <a:pt x="43" y="88"/>
                    </a:lnTo>
                    <a:lnTo>
                      <a:pt x="52" y="87"/>
                    </a:lnTo>
                    <a:lnTo>
                      <a:pt x="60" y="84"/>
                    </a:lnTo>
                    <a:lnTo>
                      <a:pt x="67" y="80"/>
                    </a:lnTo>
                    <a:lnTo>
                      <a:pt x="74" y="75"/>
                    </a:lnTo>
                    <a:lnTo>
                      <a:pt x="79" y="68"/>
                    </a:lnTo>
                    <a:lnTo>
                      <a:pt x="83" y="61"/>
                    </a:lnTo>
                    <a:lnTo>
                      <a:pt x="86" y="53"/>
                    </a:lnTo>
                    <a:lnTo>
                      <a:pt x="88" y="44"/>
                    </a:lnTo>
                    <a:lnTo>
                      <a:pt x="88" y="44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25" name="îṡľíḑe">
                <a:extLst>
                  <a:ext uri="{FF2B5EF4-FFF2-40B4-BE49-F238E27FC236}">
                    <a16:creationId xmlns:a16="http://schemas.microsoft.com/office/drawing/2014/main" id="{8D6E8F80-8EFB-3E43-D0F2-C7E6A2E5D69D}"/>
                  </a:ext>
                </a:extLst>
              </p:cNvPr>
              <p:cNvSpPr/>
              <p:nvPr/>
            </p:nvSpPr>
            <p:spPr bwMode="auto">
              <a:xfrm>
                <a:off x="893150" y="2213433"/>
                <a:ext cx="192213" cy="414548"/>
              </a:xfrm>
              <a:custGeom>
                <a:avLst/>
                <a:gdLst>
                  <a:gd name="T0" fmla="*/ 134 w 134"/>
                  <a:gd name="T1" fmla="*/ 7 h 289"/>
                  <a:gd name="T2" fmla="*/ 134 w 134"/>
                  <a:gd name="T3" fmla="*/ 7 h 289"/>
                  <a:gd name="T4" fmla="*/ 88 w 134"/>
                  <a:gd name="T5" fmla="*/ 129 h 289"/>
                  <a:gd name="T6" fmla="*/ 42 w 134"/>
                  <a:gd name="T7" fmla="*/ 248 h 289"/>
                  <a:gd name="T8" fmla="*/ 42 w 134"/>
                  <a:gd name="T9" fmla="*/ 248 h 289"/>
                  <a:gd name="T10" fmla="*/ 22 w 134"/>
                  <a:gd name="T11" fmla="*/ 268 h 289"/>
                  <a:gd name="T12" fmla="*/ 8 w 134"/>
                  <a:gd name="T13" fmla="*/ 282 h 289"/>
                  <a:gd name="T14" fmla="*/ 3 w 134"/>
                  <a:gd name="T15" fmla="*/ 286 h 289"/>
                  <a:gd name="T16" fmla="*/ 0 w 134"/>
                  <a:gd name="T17" fmla="*/ 289 h 289"/>
                  <a:gd name="T18" fmla="*/ 0 w 134"/>
                  <a:gd name="T19" fmla="*/ 289 h 289"/>
                  <a:gd name="T20" fmla="*/ 3 w 134"/>
                  <a:gd name="T21" fmla="*/ 275 h 289"/>
                  <a:gd name="T22" fmla="*/ 15 w 134"/>
                  <a:gd name="T23" fmla="*/ 243 h 289"/>
                  <a:gd name="T24" fmla="*/ 50 w 134"/>
                  <a:gd name="T25" fmla="*/ 144 h 289"/>
                  <a:gd name="T26" fmla="*/ 105 w 134"/>
                  <a:gd name="T27" fmla="*/ 0 h 289"/>
                  <a:gd name="T28" fmla="*/ 134 w 134"/>
                  <a:gd name="T29" fmla="*/ 7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34" h="289">
                    <a:moveTo>
                      <a:pt x="134" y="7"/>
                    </a:moveTo>
                    <a:lnTo>
                      <a:pt x="134" y="7"/>
                    </a:lnTo>
                    <a:lnTo>
                      <a:pt x="88" y="129"/>
                    </a:lnTo>
                    <a:lnTo>
                      <a:pt x="42" y="248"/>
                    </a:lnTo>
                    <a:lnTo>
                      <a:pt x="42" y="248"/>
                    </a:lnTo>
                    <a:lnTo>
                      <a:pt x="22" y="268"/>
                    </a:lnTo>
                    <a:lnTo>
                      <a:pt x="8" y="282"/>
                    </a:lnTo>
                    <a:lnTo>
                      <a:pt x="3" y="286"/>
                    </a:lnTo>
                    <a:lnTo>
                      <a:pt x="0" y="289"/>
                    </a:lnTo>
                    <a:lnTo>
                      <a:pt x="0" y="289"/>
                    </a:lnTo>
                    <a:lnTo>
                      <a:pt x="3" y="275"/>
                    </a:lnTo>
                    <a:lnTo>
                      <a:pt x="15" y="243"/>
                    </a:lnTo>
                    <a:lnTo>
                      <a:pt x="50" y="144"/>
                    </a:lnTo>
                    <a:lnTo>
                      <a:pt x="105" y="0"/>
                    </a:lnTo>
                    <a:lnTo>
                      <a:pt x="134" y="7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26" name="ïṧļiḓé">
                <a:extLst>
                  <a:ext uri="{FF2B5EF4-FFF2-40B4-BE49-F238E27FC236}">
                    <a16:creationId xmlns:a16="http://schemas.microsoft.com/office/drawing/2014/main" id="{A0C7E284-9B57-2261-6604-A177F7DD8C17}"/>
                  </a:ext>
                </a:extLst>
              </p:cNvPr>
              <p:cNvSpPr/>
              <p:nvPr/>
            </p:nvSpPr>
            <p:spPr bwMode="auto">
              <a:xfrm>
                <a:off x="1046634" y="2213433"/>
                <a:ext cx="212294" cy="405942"/>
              </a:xfrm>
              <a:custGeom>
                <a:avLst/>
                <a:gdLst>
                  <a:gd name="T0" fmla="*/ 2 w 148"/>
                  <a:gd name="T1" fmla="*/ 13 h 283"/>
                  <a:gd name="T2" fmla="*/ 109 w 148"/>
                  <a:gd name="T3" fmla="*/ 244 h 283"/>
                  <a:gd name="T4" fmla="*/ 148 w 148"/>
                  <a:gd name="T5" fmla="*/ 283 h 283"/>
                  <a:gd name="T6" fmla="*/ 137 w 148"/>
                  <a:gd name="T7" fmla="*/ 229 h 283"/>
                  <a:gd name="T8" fmla="*/ 33 w 148"/>
                  <a:gd name="T9" fmla="*/ 0 h 283"/>
                  <a:gd name="T10" fmla="*/ 0 w 148"/>
                  <a:gd name="T11" fmla="*/ 10 h 283"/>
                  <a:gd name="T12" fmla="*/ 2 w 148"/>
                  <a:gd name="T13" fmla="*/ 13 h 2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8" h="283">
                    <a:moveTo>
                      <a:pt x="2" y="13"/>
                    </a:moveTo>
                    <a:lnTo>
                      <a:pt x="109" y="244"/>
                    </a:lnTo>
                    <a:lnTo>
                      <a:pt x="148" y="283"/>
                    </a:lnTo>
                    <a:lnTo>
                      <a:pt x="137" y="229"/>
                    </a:lnTo>
                    <a:lnTo>
                      <a:pt x="33" y="0"/>
                    </a:lnTo>
                    <a:lnTo>
                      <a:pt x="0" y="10"/>
                    </a:lnTo>
                    <a:lnTo>
                      <a:pt x="2" y="13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27" name="ïşlïďê">
                <a:extLst>
                  <a:ext uri="{FF2B5EF4-FFF2-40B4-BE49-F238E27FC236}">
                    <a16:creationId xmlns:a16="http://schemas.microsoft.com/office/drawing/2014/main" id="{1D8FFEEC-542E-9D88-2059-E98F3515A5A8}"/>
                  </a:ext>
                </a:extLst>
              </p:cNvPr>
              <p:cNvSpPr/>
              <p:nvPr/>
            </p:nvSpPr>
            <p:spPr bwMode="auto">
              <a:xfrm>
                <a:off x="1050936" y="2075728"/>
                <a:ext cx="22951" cy="70287"/>
              </a:xfrm>
              <a:custGeom>
                <a:avLst/>
                <a:gdLst>
                  <a:gd name="T0" fmla="*/ 0 w 16"/>
                  <a:gd name="T1" fmla="*/ 41 h 49"/>
                  <a:gd name="T2" fmla="*/ 0 w 16"/>
                  <a:gd name="T3" fmla="*/ 41 h 49"/>
                  <a:gd name="T4" fmla="*/ 0 w 16"/>
                  <a:gd name="T5" fmla="*/ 44 h 49"/>
                  <a:gd name="T6" fmla="*/ 3 w 16"/>
                  <a:gd name="T7" fmla="*/ 46 h 49"/>
                  <a:gd name="T8" fmla="*/ 4 w 16"/>
                  <a:gd name="T9" fmla="*/ 48 h 49"/>
                  <a:gd name="T10" fmla="*/ 8 w 16"/>
                  <a:gd name="T11" fmla="*/ 49 h 49"/>
                  <a:gd name="T12" fmla="*/ 8 w 16"/>
                  <a:gd name="T13" fmla="*/ 49 h 49"/>
                  <a:gd name="T14" fmla="*/ 11 w 16"/>
                  <a:gd name="T15" fmla="*/ 48 h 49"/>
                  <a:gd name="T16" fmla="*/ 14 w 16"/>
                  <a:gd name="T17" fmla="*/ 46 h 49"/>
                  <a:gd name="T18" fmla="*/ 15 w 16"/>
                  <a:gd name="T19" fmla="*/ 44 h 49"/>
                  <a:gd name="T20" fmla="*/ 16 w 16"/>
                  <a:gd name="T21" fmla="*/ 41 h 49"/>
                  <a:gd name="T22" fmla="*/ 16 w 16"/>
                  <a:gd name="T23" fmla="*/ 8 h 49"/>
                  <a:gd name="T24" fmla="*/ 16 w 16"/>
                  <a:gd name="T25" fmla="*/ 8 h 49"/>
                  <a:gd name="T26" fmla="*/ 15 w 16"/>
                  <a:gd name="T27" fmla="*/ 6 h 49"/>
                  <a:gd name="T28" fmla="*/ 14 w 16"/>
                  <a:gd name="T29" fmla="*/ 3 h 49"/>
                  <a:gd name="T30" fmla="*/ 11 w 16"/>
                  <a:gd name="T31" fmla="*/ 0 h 49"/>
                  <a:gd name="T32" fmla="*/ 8 w 16"/>
                  <a:gd name="T33" fmla="*/ 0 h 49"/>
                  <a:gd name="T34" fmla="*/ 8 w 16"/>
                  <a:gd name="T35" fmla="*/ 0 h 49"/>
                  <a:gd name="T36" fmla="*/ 4 w 16"/>
                  <a:gd name="T37" fmla="*/ 0 h 49"/>
                  <a:gd name="T38" fmla="*/ 3 w 16"/>
                  <a:gd name="T39" fmla="*/ 3 h 49"/>
                  <a:gd name="T40" fmla="*/ 0 w 16"/>
                  <a:gd name="T41" fmla="*/ 6 h 49"/>
                  <a:gd name="T42" fmla="*/ 0 w 16"/>
                  <a:gd name="T43" fmla="*/ 8 h 49"/>
                  <a:gd name="T44" fmla="*/ 0 w 16"/>
                  <a:gd name="T45" fmla="*/ 41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6" h="49">
                    <a:moveTo>
                      <a:pt x="0" y="41"/>
                    </a:moveTo>
                    <a:lnTo>
                      <a:pt x="0" y="41"/>
                    </a:lnTo>
                    <a:lnTo>
                      <a:pt x="0" y="44"/>
                    </a:lnTo>
                    <a:lnTo>
                      <a:pt x="3" y="46"/>
                    </a:lnTo>
                    <a:lnTo>
                      <a:pt x="4" y="48"/>
                    </a:lnTo>
                    <a:lnTo>
                      <a:pt x="8" y="49"/>
                    </a:lnTo>
                    <a:lnTo>
                      <a:pt x="8" y="49"/>
                    </a:lnTo>
                    <a:lnTo>
                      <a:pt x="11" y="48"/>
                    </a:lnTo>
                    <a:lnTo>
                      <a:pt x="14" y="46"/>
                    </a:lnTo>
                    <a:lnTo>
                      <a:pt x="15" y="44"/>
                    </a:lnTo>
                    <a:lnTo>
                      <a:pt x="16" y="41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5" y="6"/>
                    </a:lnTo>
                    <a:lnTo>
                      <a:pt x="14" y="3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8" y="0"/>
                    </a:lnTo>
                    <a:lnTo>
                      <a:pt x="4" y="0"/>
                    </a:lnTo>
                    <a:lnTo>
                      <a:pt x="3" y="3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28" name="iṥḻiḍe">
                <a:extLst>
                  <a:ext uri="{FF2B5EF4-FFF2-40B4-BE49-F238E27FC236}">
                    <a16:creationId xmlns:a16="http://schemas.microsoft.com/office/drawing/2014/main" id="{9DAF3A98-6CB1-A785-41D7-F443282B686E}"/>
                  </a:ext>
                </a:extLst>
              </p:cNvPr>
              <p:cNvSpPr/>
              <p:nvPr/>
            </p:nvSpPr>
            <p:spPr bwMode="auto">
              <a:xfrm>
                <a:off x="1885763" y="1768756"/>
                <a:ext cx="202253" cy="543644"/>
              </a:xfrm>
              <a:custGeom>
                <a:avLst/>
                <a:gdLst>
                  <a:gd name="T0" fmla="*/ 71 w 141"/>
                  <a:gd name="T1" fmla="*/ 0 h 379"/>
                  <a:gd name="T2" fmla="*/ 84 w 141"/>
                  <a:gd name="T3" fmla="*/ 4 h 379"/>
                  <a:gd name="T4" fmla="*/ 98 w 141"/>
                  <a:gd name="T5" fmla="*/ 15 h 379"/>
                  <a:gd name="T6" fmla="*/ 110 w 141"/>
                  <a:gd name="T7" fmla="*/ 33 h 379"/>
                  <a:gd name="T8" fmla="*/ 119 w 141"/>
                  <a:gd name="T9" fmla="*/ 56 h 379"/>
                  <a:gd name="T10" fmla="*/ 136 w 141"/>
                  <a:gd name="T11" fmla="*/ 117 h 379"/>
                  <a:gd name="T12" fmla="*/ 141 w 141"/>
                  <a:gd name="T13" fmla="*/ 190 h 379"/>
                  <a:gd name="T14" fmla="*/ 140 w 141"/>
                  <a:gd name="T15" fmla="*/ 228 h 379"/>
                  <a:gd name="T16" fmla="*/ 129 w 141"/>
                  <a:gd name="T17" fmla="*/ 295 h 379"/>
                  <a:gd name="T18" fmla="*/ 115 w 141"/>
                  <a:gd name="T19" fmla="*/ 336 h 379"/>
                  <a:gd name="T20" fmla="*/ 105 w 141"/>
                  <a:gd name="T21" fmla="*/ 356 h 379"/>
                  <a:gd name="T22" fmla="*/ 91 w 141"/>
                  <a:gd name="T23" fmla="*/ 371 h 379"/>
                  <a:gd name="T24" fmla="*/ 77 w 141"/>
                  <a:gd name="T25" fmla="*/ 378 h 379"/>
                  <a:gd name="T26" fmla="*/ 71 w 141"/>
                  <a:gd name="T27" fmla="*/ 379 h 379"/>
                  <a:gd name="T28" fmla="*/ 71 w 141"/>
                  <a:gd name="T29" fmla="*/ 348 h 379"/>
                  <a:gd name="T30" fmla="*/ 71 w 141"/>
                  <a:gd name="T31" fmla="*/ 348 h 379"/>
                  <a:gd name="T32" fmla="*/ 83 w 141"/>
                  <a:gd name="T33" fmla="*/ 346 h 379"/>
                  <a:gd name="T34" fmla="*/ 94 w 141"/>
                  <a:gd name="T35" fmla="*/ 336 h 379"/>
                  <a:gd name="T36" fmla="*/ 103 w 141"/>
                  <a:gd name="T37" fmla="*/ 321 h 379"/>
                  <a:gd name="T38" fmla="*/ 119 w 141"/>
                  <a:gd name="T39" fmla="*/ 279 h 379"/>
                  <a:gd name="T40" fmla="*/ 128 w 141"/>
                  <a:gd name="T41" fmla="*/ 222 h 379"/>
                  <a:gd name="T42" fmla="*/ 129 w 141"/>
                  <a:gd name="T43" fmla="*/ 190 h 379"/>
                  <a:gd name="T44" fmla="*/ 125 w 141"/>
                  <a:gd name="T45" fmla="*/ 128 h 379"/>
                  <a:gd name="T46" fmla="*/ 113 w 141"/>
                  <a:gd name="T47" fmla="*/ 77 h 379"/>
                  <a:gd name="T48" fmla="*/ 99 w 141"/>
                  <a:gd name="T49" fmla="*/ 50 h 379"/>
                  <a:gd name="T50" fmla="*/ 88 w 141"/>
                  <a:gd name="T51" fmla="*/ 38 h 379"/>
                  <a:gd name="T52" fmla="*/ 76 w 141"/>
                  <a:gd name="T53" fmla="*/ 31 h 379"/>
                  <a:gd name="T54" fmla="*/ 71 w 141"/>
                  <a:gd name="T55" fmla="*/ 31 h 379"/>
                  <a:gd name="T56" fmla="*/ 71 w 141"/>
                  <a:gd name="T57" fmla="*/ 0 h 379"/>
                  <a:gd name="T58" fmla="*/ 71 w 141"/>
                  <a:gd name="T59" fmla="*/ 379 h 379"/>
                  <a:gd name="T60" fmla="*/ 57 w 141"/>
                  <a:gd name="T61" fmla="*/ 375 h 379"/>
                  <a:gd name="T62" fmla="*/ 44 w 141"/>
                  <a:gd name="T63" fmla="*/ 365 h 379"/>
                  <a:gd name="T64" fmla="*/ 31 w 141"/>
                  <a:gd name="T65" fmla="*/ 347 h 379"/>
                  <a:gd name="T66" fmla="*/ 22 w 141"/>
                  <a:gd name="T67" fmla="*/ 324 h 379"/>
                  <a:gd name="T68" fmla="*/ 7 w 141"/>
                  <a:gd name="T69" fmla="*/ 264 h 379"/>
                  <a:gd name="T70" fmla="*/ 0 w 141"/>
                  <a:gd name="T71" fmla="*/ 190 h 379"/>
                  <a:gd name="T72" fmla="*/ 3 w 141"/>
                  <a:gd name="T73" fmla="*/ 152 h 379"/>
                  <a:gd name="T74" fmla="*/ 12 w 141"/>
                  <a:gd name="T75" fmla="*/ 84 h 379"/>
                  <a:gd name="T76" fmla="*/ 26 w 141"/>
                  <a:gd name="T77" fmla="*/ 44 h 379"/>
                  <a:gd name="T78" fmla="*/ 37 w 141"/>
                  <a:gd name="T79" fmla="*/ 23 h 379"/>
                  <a:gd name="T80" fmla="*/ 50 w 141"/>
                  <a:gd name="T81" fmla="*/ 8 h 379"/>
                  <a:gd name="T82" fmla="*/ 64 w 141"/>
                  <a:gd name="T83" fmla="*/ 2 h 379"/>
                  <a:gd name="T84" fmla="*/ 71 w 141"/>
                  <a:gd name="T85" fmla="*/ 31 h 379"/>
                  <a:gd name="T86" fmla="*/ 65 w 141"/>
                  <a:gd name="T87" fmla="*/ 31 h 379"/>
                  <a:gd name="T88" fmla="*/ 53 w 141"/>
                  <a:gd name="T89" fmla="*/ 38 h 379"/>
                  <a:gd name="T90" fmla="*/ 42 w 141"/>
                  <a:gd name="T91" fmla="*/ 50 h 379"/>
                  <a:gd name="T92" fmla="*/ 29 w 141"/>
                  <a:gd name="T93" fmla="*/ 77 h 379"/>
                  <a:gd name="T94" fmla="*/ 17 w 141"/>
                  <a:gd name="T95" fmla="*/ 128 h 379"/>
                  <a:gd name="T96" fmla="*/ 12 w 141"/>
                  <a:gd name="T97" fmla="*/ 190 h 379"/>
                  <a:gd name="T98" fmla="*/ 14 w 141"/>
                  <a:gd name="T99" fmla="*/ 222 h 379"/>
                  <a:gd name="T100" fmla="*/ 22 w 141"/>
                  <a:gd name="T101" fmla="*/ 279 h 379"/>
                  <a:gd name="T102" fmla="*/ 38 w 141"/>
                  <a:gd name="T103" fmla="*/ 321 h 379"/>
                  <a:gd name="T104" fmla="*/ 48 w 141"/>
                  <a:gd name="T105" fmla="*/ 336 h 379"/>
                  <a:gd name="T106" fmla="*/ 59 w 141"/>
                  <a:gd name="T107" fmla="*/ 346 h 379"/>
                  <a:gd name="T108" fmla="*/ 71 w 141"/>
                  <a:gd name="T109" fmla="*/ 348 h 3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41" h="379">
                    <a:moveTo>
                      <a:pt x="71" y="0"/>
                    </a:moveTo>
                    <a:lnTo>
                      <a:pt x="71" y="0"/>
                    </a:lnTo>
                    <a:lnTo>
                      <a:pt x="77" y="2"/>
                    </a:lnTo>
                    <a:lnTo>
                      <a:pt x="84" y="4"/>
                    </a:lnTo>
                    <a:lnTo>
                      <a:pt x="91" y="8"/>
                    </a:lnTo>
                    <a:lnTo>
                      <a:pt x="98" y="15"/>
                    </a:lnTo>
                    <a:lnTo>
                      <a:pt x="105" y="23"/>
                    </a:lnTo>
                    <a:lnTo>
                      <a:pt x="110" y="33"/>
                    </a:lnTo>
                    <a:lnTo>
                      <a:pt x="115" y="44"/>
                    </a:lnTo>
                    <a:lnTo>
                      <a:pt x="119" y="56"/>
                    </a:lnTo>
                    <a:lnTo>
                      <a:pt x="129" y="84"/>
                    </a:lnTo>
                    <a:lnTo>
                      <a:pt x="136" y="117"/>
                    </a:lnTo>
                    <a:lnTo>
                      <a:pt x="140" y="152"/>
                    </a:lnTo>
                    <a:lnTo>
                      <a:pt x="141" y="190"/>
                    </a:lnTo>
                    <a:lnTo>
                      <a:pt x="141" y="190"/>
                    </a:lnTo>
                    <a:lnTo>
                      <a:pt x="140" y="228"/>
                    </a:lnTo>
                    <a:lnTo>
                      <a:pt x="136" y="264"/>
                    </a:lnTo>
                    <a:lnTo>
                      <a:pt x="129" y="295"/>
                    </a:lnTo>
                    <a:lnTo>
                      <a:pt x="119" y="324"/>
                    </a:lnTo>
                    <a:lnTo>
                      <a:pt x="115" y="336"/>
                    </a:lnTo>
                    <a:lnTo>
                      <a:pt x="110" y="347"/>
                    </a:lnTo>
                    <a:lnTo>
                      <a:pt x="105" y="356"/>
                    </a:lnTo>
                    <a:lnTo>
                      <a:pt x="98" y="365"/>
                    </a:lnTo>
                    <a:lnTo>
                      <a:pt x="91" y="371"/>
                    </a:lnTo>
                    <a:lnTo>
                      <a:pt x="84" y="375"/>
                    </a:lnTo>
                    <a:lnTo>
                      <a:pt x="77" y="378"/>
                    </a:lnTo>
                    <a:lnTo>
                      <a:pt x="71" y="379"/>
                    </a:lnTo>
                    <a:lnTo>
                      <a:pt x="71" y="379"/>
                    </a:lnTo>
                    <a:lnTo>
                      <a:pt x="71" y="348"/>
                    </a:lnTo>
                    <a:lnTo>
                      <a:pt x="71" y="348"/>
                    </a:lnTo>
                    <a:lnTo>
                      <a:pt x="71" y="348"/>
                    </a:lnTo>
                    <a:lnTo>
                      <a:pt x="71" y="348"/>
                    </a:lnTo>
                    <a:lnTo>
                      <a:pt x="76" y="348"/>
                    </a:lnTo>
                    <a:lnTo>
                      <a:pt x="83" y="346"/>
                    </a:lnTo>
                    <a:lnTo>
                      <a:pt x="88" y="342"/>
                    </a:lnTo>
                    <a:lnTo>
                      <a:pt x="94" y="336"/>
                    </a:lnTo>
                    <a:lnTo>
                      <a:pt x="99" y="329"/>
                    </a:lnTo>
                    <a:lnTo>
                      <a:pt x="103" y="321"/>
                    </a:lnTo>
                    <a:lnTo>
                      <a:pt x="113" y="302"/>
                    </a:lnTo>
                    <a:lnTo>
                      <a:pt x="119" y="279"/>
                    </a:lnTo>
                    <a:lnTo>
                      <a:pt x="125" y="252"/>
                    </a:lnTo>
                    <a:lnTo>
                      <a:pt x="128" y="222"/>
                    </a:lnTo>
                    <a:lnTo>
                      <a:pt x="129" y="190"/>
                    </a:lnTo>
                    <a:lnTo>
                      <a:pt x="129" y="190"/>
                    </a:lnTo>
                    <a:lnTo>
                      <a:pt x="128" y="157"/>
                    </a:lnTo>
                    <a:lnTo>
                      <a:pt x="125" y="128"/>
                    </a:lnTo>
                    <a:lnTo>
                      <a:pt x="119" y="102"/>
                    </a:lnTo>
                    <a:lnTo>
                      <a:pt x="113" y="77"/>
                    </a:lnTo>
                    <a:lnTo>
                      <a:pt x="103" y="59"/>
                    </a:lnTo>
                    <a:lnTo>
                      <a:pt x="99" y="50"/>
                    </a:lnTo>
                    <a:lnTo>
                      <a:pt x="94" y="44"/>
                    </a:lnTo>
                    <a:lnTo>
                      <a:pt x="88" y="38"/>
                    </a:lnTo>
                    <a:lnTo>
                      <a:pt x="83" y="34"/>
                    </a:lnTo>
                    <a:lnTo>
                      <a:pt x="76" y="31"/>
                    </a:lnTo>
                    <a:lnTo>
                      <a:pt x="71" y="31"/>
                    </a:lnTo>
                    <a:lnTo>
                      <a:pt x="71" y="31"/>
                    </a:lnTo>
                    <a:lnTo>
                      <a:pt x="71" y="0"/>
                    </a:lnTo>
                    <a:lnTo>
                      <a:pt x="71" y="0"/>
                    </a:lnTo>
                    <a:close/>
                    <a:moveTo>
                      <a:pt x="71" y="379"/>
                    </a:moveTo>
                    <a:lnTo>
                      <a:pt x="71" y="379"/>
                    </a:lnTo>
                    <a:lnTo>
                      <a:pt x="64" y="378"/>
                    </a:lnTo>
                    <a:lnTo>
                      <a:pt x="57" y="375"/>
                    </a:lnTo>
                    <a:lnTo>
                      <a:pt x="50" y="371"/>
                    </a:lnTo>
                    <a:lnTo>
                      <a:pt x="44" y="365"/>
                    </a:lnTo>
                    <a:lnTo>
                      <a:pt x="37" y="356"/>
                    </a:lnTo>
                    <a:lnTo>
                      <a:pt x="31" y="347"/>
                    </a:lnTo>
                    <a:lnTo>
                      <a:pt x="26" y="336"/>
                    </a:lnTo>
                    <a:lnTo>
                      <a:pt x="22" y="324"/>
                    </a:lnTo>
                    <a:lnTo>
                      <a:pt x="12" y="295"/>
                    </a:lnTo>
                    <a:lnTo>
                      <a:pt x="7" y="264"/>
                    </a:lnTo>
                    <a:lnTo>
                      <a:pt x="3" y="228"/>
                    </a:lnTo>
                    <a:lnTo>
                      <a:pt x="0" y="190"/>
                    </a:lnTo>
                    <a:lnTo>
                      <a:pt x="0" y="190"/>
                    </a:lnTo>
                    <a:lnTo>
                      <a:pt x="3" y="152"/>
                    </a:lnTo>
                    <a:lnTo>
                      <a:pt x="7" y="117"/>
                    </a:lnTo>
                    <a:lnTo>
                      <a:pt x="12" y="84"/>
                    </a:lnTo>
                    <a:lnTo>
                      <a:pt x="22" y="56"/>
                    </a:lnTo>
                    <a:lnTo>
                      <a:pt x="26" y="44"/>
                    </a:lnTo>
                    <a:lnTo>
                      <a:pt x="31" y="33"/>
                    </a:lnTo>
                    <a:lnTo>
                      <a:pt x="37" y="23"/>
                    </a:lnTo>
                    <a:lnTo>
                      <a:pt x="44" y="15"/>
                    </a:lnTo>
                    <a:lnTo>
                      <a:pt x="50" y="8"/>
                    </a:lnTo>
                    <a:lnTo>
                      <a:pt x="57" y="4"/>
                    </a:lnTo>
                    <a:lnTo>
                      <a:pt x="64" y="2"/>
                    </a:lnTo>
                    <a:lnTo>
                      <a:pt x="71" y="0"/>
                    </a:lnTo>
                    <a:lnTo>
                      <a:pt x="71" y="31"/>
                    </a:lnTo>
                    <a:lnTo>
                      <a:pt x="71" y="31"/>
                    </a:lnTo>
                    <a:lnTo>
                      <a:pt x="65" y="31"/>
                    </a:lnTo>
                    <a:lnTo>
                      <a:pt x="59" y="34"/>
                    </a:lnTo>
                    <a:lnTo>
                      <a:pt x="53" y="38"/>
                    </a:lnTo>
                    <a:lnTo>
                      <a:pt x="48" y="44"/>
                    </a:lnTo>
                    <a:lnTo>
                      <a:pt x="42" y="50"/>
                    </a:lnTo>
                    <a:lnTo>
                      <a:pt x="38" y="59"/>
                    </a:lnTo>
                    <a:lnTo>
                      <a:pt x="29" y="77"/>
                    </a:lnTo>
                    <a:lnTo>
                      <a:pt x="22" y="102"/>
                    </a:lnTo>
                    <a:lnTo>
                      <a:pt x="17" y="128"/>
                    </a:lnTo>
                    <a:lnTo>
                      <a:pt x="14" y="157"/>
                    </a:lnTo>
                    <a:lnTo>
                      <a:pt x="12" y="190"/>
                    </a:lnTo>
                    <a:lnTo>
                      <a:pt x="12" y="190"/>
                    </a:lnTo>
                    <a:lnTo>
                      <a:pt x="14" y="222"/>
                    </a:lnTo>
                    <a:lnTo>
                      <a:pt x="17" y="252"/>
                    </a:lnTo>
                    <a:lnTo>
                      <a:pt x="22" y="279"/>
                    </a:lnTo>
                    <a:lnTo>
                      <a:pt x="29" y="302"/>
                    </a:lnTo>
                    <a:lnTo>
                      <a:pt x="38" y="321"/>
                    </a:lnTo>
                    <a:lnTo>
                      <a:pt x="42" y="329"/>
                    </a:lnTo>
                    <a:lnTo>
                      <a:pt x="48" y="336"/>
                    </a:lnTo>
                    <a:lnTo>
                      <a:pt x="53" y="342"/>
                    </a:lnTo>
                    <a:lnTo>
                      <a:pt x="59" y="346"/>
                    </a:lnTo>
                    <a:lnTo>
                      <a:pt x="65" y="348"/>
                    </a:lnTo>
                    <a:lnTo>
                      <a:pt x="71" y="348"/>
                    </a:lnTo>
                    <a:lnTo>
                      <a:pt x="71" y="379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29" name="iŝľïḍe">
                <a:extLst>
                  <a:ext uri="{FF2B5EF4-FFF2-40B4-BE49-F238E27FC236}">
                    <a16:creationId xmlns:a16="http://schemas.microsoft.com/office/drawing/2014/main" id="{E21537A4-5510-A982-03C8-741F14628227}"/>
                  </a:ext>
                </a:extLst>
              </p:cNvPr>
              <p:cNvSpPr/>
              <p:nvPr/>
            </p:nvSpPr>
            <p:spPr bwMode="auto">
              <a:xfrm>
                <a:off x="1715068" y="1942320"/>
                <a:ext cx="543644" cy="199384"/>
              </a:xfrm>
              <a:custGeom>
                <a:avLst/>
                <a:gdLst>
                  <a:gd name="T0" fmla="*/ 190 w 379"/>
                  <a:gd name="T1" fmla="*/ 0 h 139"/>
                  <a:gd name="T2" fmla="*/ 228 w 379"/>
                  <a:gd name="T3" fmla="*/ 1 h 139"/>
                  <a:gd name="T4" fmla="*/ 295 w 379"/>
                  <a:gd name="T5" fmla="*/ 11 h 139"/>
                  <a:gd name="T6" fmla="*/ 336 w 379"/>
                  <a:gd name="T7" fmla="*/ 24 h 139"/>
                  <a:gd name="T8" fmla="*/ 356 w 379"/>
                  <a:gd name="T9" fmla="*/ 35 h 139"/>
                  <a:gd name="T10" fmla="*/ 371 w 379"/>
                  <a:gd name="T11" fmla="*/ 49 h 139"/>
                  <a:gd name="T12" fmla="*/ 378 w 379"/>
                  <a:gd name="T13" fmla="*/ 62 h 139"/>
                  <a:gd name="T14" fmla="*/ 379 w 379"/>
                  <a:gd name="T15" fmla="*/ 69 h 139"/>
                  <a:gd name="T16" fmla="*/ 375 w 379"/>
                  <a:gd name="T17" fmla="*/ 82 h 139"/>
                  <a:gd name="T18" fmla="*/ 364 w 379"/>
                  <a:gd name="T19" fmla="*/ 96 h 139"/>
                  <a:gd name="T20" fmla="*/ 347 w 379"/>
                  <a:gd name="T21" fmla="*/ 108 h 139"/>
                  <a:gd name="T22" fmla="*/ 324 w 379"/>
                  <a:gd name="T23" fmla="*/ 119 h 139"/>
                  <a:gd name="T24" fmla="*/ 264 w 379"/>
                  <a:gd name="T25" fmla="*/ 134 h 139"/>
                  <a:gd name="T26" fmla="*/ 190 w 379"/>
                  <a:gd name="T27" fmla="*/ 139 h 139"/>
                  <a:gd name="T28" fmla="*/ 190 w 379"/>
                  <a:gd name="T29" fmla="*/ 127 h 139"/>
                  <a:gd name="T30" fmla="*/ 190 w 379"/>
                  <a:gd name="T31" fmla="*/ 127 h 139"/>
                  <a:gd name="T32" fmla="*/ 252 w 379"/>
                  <a:gd name="T33" fmla="*/ 123 h 139"/>
                  <a:gd name="T34" fmla="*/ 302 w 379"/>
                  <a:gd name="T35" fmla="*/ 111 h 139"/>
                  <a:gd name="T36" fmla="*/ 329 w 379"/>
                  <a:gd name="T37" fmla="*/ 97 h 139"/>
                  <a:gd name="T38" fmla="*/ 341 w 379"/>
                  <a:gd name="T39" fmla="*/ 86 h 139"/>
                  <a:gd name="T40" fmla="*/ 348 w 379"/>
                  <a:gd name="T41" fmla="*/ 74 h 139"/>
                  <a:gd name="T42" fmla="*/ 348 w 379"/>
                  <a:gd name="T43" fmla="*/ 69 h 139"/>
                  <a:gd name="T44" fmla="*/ 348 w 379"/>
                  <a:gd name="T45" fmla="*/ 63 h 139"/>
                  <a:gd name="T46" fmla="*/ 341 w 379"/>
                  <a:gd name="T47" fmla="*/ 51 h 139"/>
                  <a:gd name="T48" fmla="*/ 329 w 379"/>
                  <a:gd name="T49" fmla="*/ 40 h 139"/>
                  <a:gd name="T50" fmla="*/ 302 w 379"/>
                  <a:gd name="T51" fmla="*/ 28 h 139"/>
                  <a:gd name="T52" fmla="*/ 252 w 379"/>
                  <a:gd name="T53" fmla="*/ 15 h 139"/>
                  <a:gd name="T54" fmla="*/ 190 w 379"/>
                  <a:gd name="T55" fmla="*/ 11 h 139"/>
                  <a:gd name="T56" fmla="*/ 190 w 379"/>
                  <a:gd name="T57" fmla="*/ 0 h 139"/>
                  <a:gd name="T58" fmla="*/ 0 w 379"/>
                  <a:gd name="T59" fmla="*/ 69 h 139"/>
                  <a:gd name="T60" fmla="*/ 4 w 379"/>
                  <a:gd name="T61" fmla="*/ 55 h 139"/>
                  <a:gd name="T62" fmla="*/ 15 w 379"/>
                  <a:gd name="T63" fmla="*/ 42 h 139"/>
                  <a:gd name="T64" fmla="*/ 33 w 379"/>
                  <a:gd name="T65" fmla="*/ 30 h 139"/>
                  <a:gd name="T66" fmla="*/ 56 w 379"/>
                  <a:gd name="T67" fmla="*/ 20 h 139"/>
                  <a:gd name="T68" fmla="*/ 117 w 379"/>
                  <a:gd name="T69" fmla="*/ 5 h 139"/>
                  <a:gd name="T70" fmla="*/ 190 w 379"/>
                  <a:gd name="T71" fmla="*/ 0 h 139"/>
                  <a:gd name="T72" fmla="*/ 190 w 379"/>
                  <a:gd name="T73" fmla="*/ 11 h 139"/>
                  <a:gd name="T74" fmla="*/ 127 w 379"/>
                  <a:gd name="T75" fmla="*/ 15 h 139"/>
                  <a:gd name="T76" fmla="*/ 77 w 379"/>
                  <a:gd name="T77" fmla="*/ 28 h 139"/>
                  <a:gd name="T78" fmla="*/ 50 w 379"/>
                  <a:gd name="T79" fmla="*/ 40 h 139"/>
                  <a:gd name="T80" fmla="*/ 38 w 379"/>
                  <a:gd name="T81" fmla="*/ 51 h 139"/>
                  <a:gd name="T82" fmla="*/ 31 w 379"/>
                  <a:gd name="T83" fmla="*/ 63 h 139"/>
                  <a:gd name="T84" fmla="*/ 31 w 379"/>
                  <a:gd name="T85" fmla="*/ 69 h 139"/>
                  <a:gd name="T86" fmla="*/ 34 w 379"/>
                  <a:gd name="T87" fmla="*/ 81 h 139"/>
                  <a:gd name="T88" fmla="*/ 43 w 379"/>
                  <a:gd name="T89" fmla="*/ 92 h 139"/>
                  <a:gd name="T90" fmla="*/ 58 w 379"/>
                  <a:gd name="T91" fmla="*/ 101 h 139"/>
                  <a:gd name="T92" fmla="*/ 102 w 379"/>
                  <a:gd name="T93" fmla="*/ 118 h 139"/>
                  <a:gd name="T94" fmla="*/ 157 w 379"/>
                  <a:gd name="T95" fmla="*/ 126 h 139"/>
                  <a:gd name="T96" fmla="*/ 190 w 379"/>
                  <a:gd name="T97" fmla="*/ 139 h 139"/>
                  <a:gd name="T98" fmla="*/ 152 w 379"/>
                  <a:gd name="T99" fmla="*/ 138 h 139"/>
                  <a:gd name="T100" fmla="*/ 84 w 379"/>
                  <a:gd name="T101" fmla="*/ 127 h 139"/>
                  <a:gd name="T102" fmla="*/ 43 w 379"/>
                  <a:gd name="T103" fmla="*/ 114 h 139"/>
                  <a:gd name="T104" fmla="*/ 23 w 379"/>
                  <a:gd name="T105" fmla="*/ 103 h 139"/>
                  <a:gd name="T106" fmla="*/ 8 w 379"/>
                  <a:gd name="T107" fmla="*/ 89 h 139"/>
                  <a:gd name="T108" fmla="*/ 1 w 379"/>
                  <a:gd name="T109" fmla="*/ 76 h 139"/>
                  <a:gd name="T110" fmla="*/ 0 w 379"/>
                  <a:gd name="T111" fmla="*/ 69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379" h="139">
                    <a:moveTo>
                      <a:pt x="190" y="0"/>
                    </a:moveTo>
                    <a:lnTo>
                      <a:pt x="190" y="0"/>
                    </a:lnTo>
                    <a:lnTo>
                      <a:pt x="190" y="0"/>
                    </a:lnTo>
                    <a:lnTo>
                      <a:pt x="228" y="1"/>
                    </a:lnTo>
                    <a:lnTo>
                      <a:pt x="264" y="5"/>
                    </a:lnTo>
                    <a:lnTo>
                      <a:pt x="295" y="11"/>
                    </a:lnTo>
                    <a:lnTo>
                      <a:pt x="324" y="20"/>
                    </a:lnTo>
                    <a:lnTo>
                      <a:pt x="336" y="24"/>
                    </a:lnTo>
                    <a:lnTo>
                      <a:pt x="347" y="30"/>
                    </a:lnTo>
                    <a:lnTo>
                      <a:pt x="356" y="35"/>
                    </a:lnTo>
                    <a:lnTo>
                      <a:pt x="364" y="42"/>
                    </a:lnTo>
                    <a:lnTo>
                      <a:pt x="371" y="49"/>
                    </a:lnTo>
                    <a:lnTo>
                      <a:pt x="375" y="55"/>
                    </a:lnTo>
                    <a:lnTo>
                      <a:pt x="378" y="62"/>
                    </a:lnTo>
                    <a:lnTo>
                      <a:pt x="379" y="69"/>
                    </a:lnTo>
                    <a:lnTo>
                      <a:pt x="379" y="69"/>
                    </a:lnTo>
                    <a:lnTo>
                      <a:pt x="378" y="76"/>
                    </a:lnTo>
                    <a:lnTo>
                      <a:pt x="375" y="82"/>
                    </a:lnTo>
                    <a:lnTo>
                      <a:pt x="371" y="89"/>
                    </a:lnTo>
                    <a:lnTo>
                      <a:pt x="364" y="96"/>
                    </a:lnTo>
                    <a:lnTo>
                      <a:pt x="356" y="103"/>
                    </a:lnTo>
                    <a:lnTo>
                      <a:pt x="347" y="108"/>
                    </a:lnTo>
                    <a:lnTo>
                      <a:pt x="336" y="114"/>
                    </a:lnTo>
                    <a:lnTo>
                      <a:pt x="324" y="119"/>
                    </a:lnTo>
                    <a:lnTo>
                      <a:pt x="295" y="127"/>
                    </a:lnTo>
                    <a:lnTo>
                      <a:pt x="264" y="134"/>
                    </a:lnTo>
                    <a:lnTo>
                      <a:pt x="228" y="138"/>
                    </a:lnTo>
                    <a:lnTo>
                      <a:pt x="190" y="139"/>
                    </a:lnTo>
                    <a:lnTo>
                      <a:pt x="190" y="139"/>
                    </a:lnTo>
                    <a:lnTo>
                      <a:pt x="190" y="127"/>
                    </a:lnTo>
                    <a:lnTo>
                      <a:pt x="190" y="127"/>
                    </a:lnTo>
                    <a:lnTo>
                      <a:pt x="190" y="127"/>
                    </a:lnTo>
                    <a:lnTo>
                      <a:pt x="222" y="126"/>
                    </a:lnTo>
                    <a:lnTo>
                      <a:pt x="252" y="123"/>
                    </a:lnTo>
                    <a:lnTo>
                      <a:pt x="279" y="118"/>
                    </a:lnTo>
                    <a:lnTo>
                      <a:pt x="302" y="111"/>
                    </a:lnTo>
                    <a:lnTo>
                      <a:pt x="321" y="101"/>
                    </a:lnTo>
                    <a:lnTo>
                      <a:pt x="329" y="97"/>
                    </a:lnTo>
                    <a:lnTo>
                      <a:pt x="336" y="92"/>
                    </a:lnTo>
                    <a:lnTo>
                      <a:pt x="341" y="86"/>
                    </a:lnTo>
                    <a:lnTo>
                      <a:pt x="345" y="81"/>
                    </a:lnTo>
                    <a:lnTo>
                      <a:pt x="348" y="74"/>
                    </a:lnTo>
                    <a:lnTo>
                      <a:pt x="348" y="69"/>
                    </a:lnTo>
                    <a:lnTo>
                      <a:pt x="348" y="69"/>
                    </a:lnTo>
                    <a:lnTo>
                      <a:pt x="348" y="69"/>
                    </a:lnTo>
                    <a:lnTo>
                      <a:pt x="348" y="63"/>
                    </a:lnTo>
                    <a:lnTo>
                      <a:pt x="345" y="57"/>
                    </a:lnTo>
                    <a:lnTo>
                      <a:pt x="341" y="51"/>
                    </a:lnTo>
                    <a:lnTo>
                      <a:pt x="336" y="46"/>
                    </a:lnTo>
                    <a:lnTo>
                      <a:pt x="329" y="40"/>
                    </a:lnTo>
                    <a:lnTo>
                      <a:pt x="321" y="36"/>
                    </a:lnTo>
                    <a:lnTo>
                      <a:pt x="302" y="28"/>
                    </a:lnTo>
                    <a:lnTo>
                      <a:pt x="279" y="20"/>
                    </a:lnTo>
                    <a:lnTo>
                      <a:pt x="252" y="15"/>
                    </a:lnTo>
                    <a:lnTo>
                      <a:pt x="222" y="12"/>
                    </a:lnTo>
                    <a:lnTo>
                      <a:pt x="190" y="11"/>
                    </a:lnTo>
                    <a:lnTo>
                      <a:pt x="190" y="11"/>
                    </a:lnTo>
                    <a:lnTo>
                      <a:pt x="190" y="0"/>
                    </a:lnTo>
                    <a:close/>
                    <a:moveTo>
                      <a:pt x="0" y="69"/>
                    </a:moveTo>
                    <a:lnTo>
                      <a:pt x="0" y="69"/>
                    </a:lnTo>
                    <a:lnTo>
                      <a:pt x="1" y="62"/>
                    </a:lnTo>
                    <a:lnTo>
                      <a:pt x="4" y="55"/>
                    </a:lnTo>
                    <a:lnTo>
                      <a:pt x="8" y="49"/>
                    </a:lnTo>
                    <a:lnTo>
                      <a:pt x="15" y="42"/>
                    </a:lnTo>
                    <a:lnTo>
                      <a:pt x="23" y="36"/>
                    </a:lnTo>
                    <a:lnTo>
                      <a:pt x="33" y="30"/>
                    </a:lnTo>
                    <a:lnTo>
                      <a:pt x="43" y="24"/>
                    </a:lnTo>
                    <a:lnTo>
                      <a:pt x="56" y="20"/>
                    </a:lnTo>
                    <a:lnTo>
                      <a:pt x="84" y="11"/>
                    </a:lnTo>
                    <a:lnTo>
                      <a:pt x="117" y="5"/>
                    </a:lnTo>
                    <a:lnTo>
                      <a:pt x="152" y="1"/>
                    </a:lnTo>
                    <a:lnTo>
                      <a:pt x="190" y="0"/>
                    </a:lnTo>
                    <a:lnTo>
                      <a:pt x="190" y="11"/>
                    </a:lnTo>
                    <a:lnTo>
                      <a:pt x="190" y="11"/>
                    </a:lnTo>
                    <a:lnTo>
                      <a:pt x="157" y="12"/>
                    </a:lnTo>
                    <a:lnTo>
                      <a:pt x="127" y="15"/>
                    </a:lnTo>
                    <a:lnTo>
                      <a:pt x="102" y="20"/>
                    </a:lnTo>
                    <a:lnTo>
                      <a:pt x="77" y="28"/>
                    </a:lnTo>
                    <a:lnTo>
                      <a:pt x="58" y="36"/>
                    </a:lnTo>
                    <a:lnTo>
                      <a:pt x="50" y="40"/>
                    </a:lnTo>
                    <a:lnTo>
                      <a:pt x="43" y="46"/>
                    </a:lnTo>
                    <a:lnTo>
                      <a:pt x="38" y="51"/>
                    </a:lnTo>
                    <a:lnTo>
                      <a:pt x="34" y="57"/>
                    </a:lnTo>
                    <a:lnTo>
                      <a:pt x="31" y="63"/>
                    </a:lnTo>
                    <a:lnTo>
                      <a:pt x="31" y="69"/>
                    </a:lnTo>
                    <a:lnTo>
                      <a:pt x="31" y="69"/>
                    </a:lnTo>
                    <a:lnTo>
                      <a:pt x="31" y="74"/>
                    </a:lnTo>
                    <a:lnTo>
                      <a:pt x="34" y="81"/>
                    </a:lnTo>
                    <a:lnTo>
                      <a:pt x="38" y="86"/>
                    </a:lnTo>
                    <a:lnTo>
                      <a:pt x="43" y="92"/>
                    </a:lnTo>
                    <a:lnTo>
                      <a:pt x="50" y="97"/>
                    </a:lnTo>
                    <a:lnTo>
                      <a:pt x="58" y="101"/>
                    </a:lnTo>
                    <a:lnTo>
                      <a:pt x="77" y="111"/>
                    </a:lnTo>
                    <a:lnTo>
                      <a:pt x="102" y="118"/>
                    </a:lnTo>
                    <a:lnTo>
                      <a:pt x="127" y="123"/>
                    </a:lnTo>
                    <a:lnTo>
                      <a:pt x="157" y="126"/>
                    </a:lnTo>
                    <a:lnTo>
                      <a:pt x="190" y="127"/>
                    </a:lnTo>
                    <a:lnTo>
                      <a:pt x="190" y="139"/>
                    </a:lnTo>
                    <a:lnTo>
                      <a:pt x="190" y="139"/>
                    </a:lnTo>
                    <a:lnTo>
                      <a:pt x="152" y="138"/>
                    </a:lnTo>
                    <a:lnTo>
                      <a:pt x="117" y="134"/>
                    </a:lnTo>
                    <a:lnTo>
                      <a:pt x="84" y="127"/>
                    </a:lnTo>
                    <a:lnTo>
                      <a:pt x="56" y="119"/>
                    </a:lnTo>
                    <a:lnTo>
                      <a:pt x="43" y="114"/>
                    </a:lnTo>
                    <a:lnTo>
                      <a:pt x="33" y="108"/>
                    </a:lnTo>
                    <a:lnTo>
                      <a:pt x="23" y="103"/>
                    </a:lnTo>
                    <a:lnTo>
                      <a:pt x="15" y="96"/>
                    </a:lnTo>
                    <a:lnTo>
                      <a:pt x="8" y="89"/>
                    </a:lnTo>
                    <a:lnTo>
                      <a:pt x="4" y="82"/>
                    </a:lnTo>
                    <a:lnTo>
                      <a:pt x="1" y="76"/>
                    </a:lnTo>
                    <a:lnTo>
                      <a:pt x="0" y="69"/>
                    </a:lnTo>
                    <a:lnTo>
                      <a:pt x="0" y="69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30" name="í$ḷïḋe">
                <a:extLst>
                  <a:ext uri="{FF2B5EF4-FFF2-40B4-BE49-F238E27FC236}">
                    <a16:creationId xmlns:a16="http://schemas.microsoft.com/office/drawing/2014/main" id="{565EB635-BBEC-43AC-E727-70687B299C4F}"/>
                  </a:ext>
                </a:extLst>
              </p:cNvPr>
              <p:cNvSpPr/>
              <p:nvPr/>
            </p:nvSpPr>
            <p:spPr bwMode="auto">
              <a:xfrm>
                <a:off x="1783920" y="1837608"/>
                <a:ext cx="407374" cy="408809"/>
              </a:xfrm>
              <a:custGeom>
                <a:avLst/>
                <a:gdLst>
                  <a:gd name="T0" fmla="*/ 142 w 284"/>
                  <a:gd name="T1" fmla="*/ 50 h 285"/>
                  <a:gd name="T2" fmla="*/ 190 w 284"/>
                  <a:gd name="T3" fmla="*/ 93 h 285"/>
                  <a:gd name="T4" fmla="*/ 218 w 284"/>
                  <a:gd name="T5" fmla="*/ 120 h 285"/>
                  <a:gd name="T6" fmla="*/ 258 w 284"/>
                  <a:gd name="T7" fmla="*/ 176 h 285"/>
                  <a:gd name="T8" fmla="*/ 277 w 284"/>
                  <a:gd name="T9" fmla="*/ 214 h 285"/>
                  <a:gd name="T10" fmla="*/ 283 w 284"/>
                  <a:gd name="T11" fmla="*/ 237 h 285"/>
                  <a:gd name="T12" fmla="*/ 284 w 284"/>
                  <a:gd name="T13" fmla="*/ 256 h 285"/>
                  <a:gd name="T14" fmla="*/ 280 w 284"/>
                  <a:gd name="T15" fmla="*/ 271 h 285"/>
                  <a:gd name="T16" fmla="*/ 276 w 284"/>
                  <a:gd name="T17" fmla="*/ 276 h 285"/>
                  <a:gd name="T18" fmla="*/ 266 w 284"/>
                  <a:gd name="T19" fmla="*/ 283 h 285"/>
                  <a:gd name="T20" fmla="*/ 254 w 284"/>
                  <a:gd name="T21" fmla="*/ 285 h 285"/>
                  <a:gd name="T22" fmla="*/ 223 w 284"/>
                  <a:gd name="T23" fmla="*/ 280 h 285"/>
                  <a:gd name="T24" fmla="*/ 184 w 284"/>
                  <a:gd name="T25" fmla="*/ 262 h 285"/>
                  <a:gd name="T26" fmla="*/ 142 w 284"/>
                  <a:gd name="T27" fmla="*/ 235 h 285"/>
                  <a:gd name="T28" fmla="*/ 142 w 284"/>
                  <a:gd name="T29" fmla="*/ 219 h 285"/>
                  <a:gd name="T30" fmla="*/ 177 w 284"/>
                  <a:gd name="T31" fmla="*/ 243 h 285"/>
                  <a:gd name="T32" fmla="*/ 209 w 284"/>
                  <a:gd name="T33" fmla="*/ 257 h 285"/>
                  <a:gd name="T34" fmla="*/ 235 w 284"/>
                  <a:gd name="T35" fmla="*/ 261 h 285"/>
                  <a:gd name="T36" fmla="*/ 246 w 284"/>
                  <a:gd name="T37" fmla="*/ 260 h 285"/>
                  <a:gd name="T38" fmla="*/ 254 w 284"/>
                  <a:gd name="T39" fmla="*/ 254 h 285"/>
                  <a:gd name="T40" fmla="*/ 254 w 284"/>
                  <a:gd name="T41" fmla="*/ 254 h 285"/>
                  <a:gd name="T42" fmla="*/ 260 w 284"/>
                  <a:gd name="T43" fmla="*/ 243 h 285"/>
                  <a:gd name="T44" fmla="*/ 261 w 284"/>
                  <a:gd name="T45" fmla="*/ 230 h 285"/>
                  <a:gd name="T46" fmla="*/ 258 w 284"/>
                  <a:gd name="T47" fmla="*/ 212 h 285"/>
                  <a:gd name="T48" fmla="*/ 239 w 284"/>
                  <a:gd name="T49" fmla="*/ 170 h 285"/>
                  <a:gd name="T50" fmla="*/ 205 w 284"/>
                  <a:gd name="T51" fmla="*/ 124 h 285"/>
                  <a:gd name="T52" fmla="*/ 184 w 284"/>
                  <a:gd name="T53" fmla="*/ 101 h 285"/>
                  <a:gd name="T54" fmla="*/ 142 w 284"/>
                  <a:gd name="T55" fmla="*/ 65 h 285"/>
                  <a:gd name="T56" fmla="*/ 8 w 284"/>
                  <a:gd name="T57" fmla="*/ 8 h 285"/>
                  <a:gd name="T58" fmla="*/ 12 w 284"/>
                  <a:gd name="T59" fmla="*/ 5 h 285"/>
                  <a:gd name="T60" fmla="*/ 23 w 284"/>
                  <a:gd name="T61" fmla="*/ 0 h 285"/>
                  <a:gd name="T62" fmla="*/ 44 w 284"/>
                  <a:gd name="T63" fmla="*/ 0 h 285"/>
                  <a:gd name="T64" fmla="*/ 79 w 284"/>
                  <a:gd name="T65" fmla="*/ 11 h 285"/>
                  <a:gd name="T66" fmla="*/ 120 w 284"/>
                  <a:gd name="T67" fmla="*/ 34 h 285"/>
                  <a:gd name="T68" fmla="*/ 142 w 284"/>
                  <a:gd name="T69" fmla="*/ 65 h 285"/>
                  <a:gd name="T70" fmla="*/ 124 w 284"/>
                  <a:gd name="T71" fmla="*/ 51 h 285"/>
                  <a:gd name="T72" fmla="*/ 89 w 284"/>
                  <a:gd name="T73" fmla="*/ 32 h 285"/>
                  <a:gd name="T74" fmla="*/ 60 w 284"/>
                  <a:gd name="T75" fmla="*/ 23 h 285"/>
                  <a:gd name="T76" fmla="*/ 43 w 284"/>
                  <a:gd name="T77" fmla="*/ 23 h 285"/>
                  <a:gd name="T78" fmla="*/ 33 w 284"/>
                  <a:gd name="T79" fmla="*/ 27 h 285"/>
                  <a:gd name="T80" fmla="*/ 29 w 284"/>
                  <a:gd name="T81" fmla="*/ 29 h 285"/>
                  <a:gd name="T82" fmla="*/ 24 w 284"/>
                  <a:gd name="T83" fmla="*/ 40 h 285"/>
                  <a:gd name="T84" fmla="*/ 23 w 284"/>
                  <a:gd name="T85" fmla="*/ 55 h 285"/>
                  <a:gd name="T86" fmla="*/ 25 w 284"/>
                  <a:gd name="T87" fmla="*/ 71 h 285"/>
                  <a:gd name="T88" fmla="*/ 44 w 284"/>
                  <a:gd name="T89" fmla="*/ 113 h 285"/>
                  <a:gd name="T90" fmla="*/ 78 w 284"/>
                  <a:gd name="T91" fmla="*/ 159 h 285"/>
                  <a:gd name="T92" fmla="*/ 100 w 284"/>
                  <a:gd name="T93" fmla="*/ 184 h 285"/>
                  <a:gd name="T94" fmla="*/ 142 w 284"/>
                  <a:gd name="T95" fmla="*/ 219 h 285"/>
                  <a:gd name="T96" fmla="*/ 142 w 284"/>
                  <a:gd name="T97" fmla="*/ 235 h 285"/>
                  <a:gd name="T98" fmla="*/ 93 w 284"/>
                  <a:gd name="T99" fmla="*/ 192 h 285"/>
                  <a:gd name="T100" fmla="*/ 66 w 284"/>
                  <a:gd name="T101" fmla="*/ 164 h 285"/>
                  <a:gd name="T102" fmla="*/ 25 w 284"/>
                  <a:gd name="T103" fmla="*/ 108 h 285"/>
                  <a:gd name="T104" fmla="*/ 6 w 284"/>
                  <a:gd name="T105" fmla="*/ 70 h 285"/>
                  <a:gd name="T106" fmla="*/ 1 w 284"/>
                  <a:gd name="T107" fmla="*/ 47 h 285"/>
                  <a:gd name="T108" fmla="*/ 0 w 284"/>
                  <a:gd name="T109" fmla="*/ 28 h 285"/>
                  <a:gd name="T110" fmla="*/ 4 w 284"/>
                  <a:gd name="T111" fmla="*/ 13 h 285"/>
                  <a:gd name="T112" fmla="*/ 8 w 284"/>
                  <a:gd name="T113" fmla="*/ 8 h 2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84" h="285">
                    <a:moveTo>
                      <a:pt x="142" y="50"/>
                    </a:moveTo>
                    <a:lnTo>
                      <a:pt x="142" y="50"/>
                    </a:lnTo>
                    <a:lnTo>
                      <a:pt x="166" y="70"/>
                    </a:lnTo>
                    <a:lnTo>
                      <a:pt x="190" y="93"/>
                    </a:lnTo>
                    <a:lnTo>
                      <a:pt x="190" y="93"/>
                    </a:lnTo>
                    <a:lnTo>
                      <a:pt x="218" y="120"/>
                    </a:lnTo>
                    <a:lnTo>
                      <a:pt x="239" y="149"/>
                    </a:lnTo>
                    <a:lnTo>
                      <a:pt x="258" y="176"/>
                    </a:lnTo>
                    <a:lnTo>
                      <a:pt x="272" y="201"/>
                    </a:lnTo>
                    <a:lnTo>
                      <a:pt x="277" y="214"/>
                    </a:lnTo>
                    <a:lnTo>
                      <a:pt x="280" y="226"/>
                    </a:lnTo>
                    <a:lnTo>
                      <a:pt x="283" y="237"/>
                    </a:lnTo>
                    <a:lnTo>
                      <a:pt x="284" y="246"/>
                    </a:lnTo>
                    <a:lnTo>
                      <a:pt x="284" y="256"/>
                    </a:lnTo>
                    <a:lnTo>
                      <a:pt x="283" y="264"/>
                    </a:lnTo>
                    <a:lnTo>
                      <a:pt x="280" y="271"/>
                    </a:lnTo>
                    <a:lnTo>
                      <a:pt x="276" y="276"/>
                    </a:lnTo>
                    <a:lnTo>
                      <a:pt x="276" y="276"/>
                    </a:lnTo>
                    <a:lnTo>
                      <a:pt x="272" y="280"/>
                    </a:lnTo>
                    <a:lnTo>
                      <a:pt x="266" y="283"/>
                    </a:lnTo>
                    <a:lnTo>
                      <a:pt x="261" y="284"/>
                    </a:lnTo>
                    <a:lnTo>
                      <a:pt x="254" y="285"/>
                    </a:lnTo>
                    <a:lnTo>
                      <a:pt x="239" y="284"/>
                    </a:lnTo>
                    <a:lnTo>
                      <a:pt x="223" y="280"/>
                    </a:lnTo>
                    <a:lnTo>
                      <a:pt x="204" y="273"/>
                    </a:lnTo>
                    <a:lnTo>
                      <a:pt x="184" y="262"/>
                    </a:lnTo>
                    <a:lnTo>
                      <a:pt x="163" y="250"/>
                    </a:lnTo>
                    <a:lnTo>
                      <a:pt x="142" y="235"/>
                    </a:lnTo>
                    <a:lnTo>
                      <a:pt x="142" y="219"/>
                    </a:lnTo>
                    <a:lnTo>
                      <a:pt x="142" y="219"/>
                    </a:lnTo>
                    <a:lnTo>
                      <a:pt x="159" y="233"/>
                    </a:lnTo>
                    <a:lnTo>
                      <a:pt x="177" y="243"/>
                    </a:lnTo>
                    <a:lnTo>
                      <a:pt x="195" y="252"/>
                    </a:lnTo>
                    <a:lnTo>
                      <a:pt x="209" y="257"/>
                    </a:lnTo>
                    <a:lnTo>
                      <a:pt x="223" y="261"/>
                    </a:lnTo>
                    <a:lnTo>
                      <a:pt x="235" y="261"/>
                    </a:lnTo>
                    <a:lnTo>
                      <a:pt x="241" y="261"/>
                    </a:lnTo>
                    <a:lnTo>
                      <a:pt x="246" y="260"/>
                    </a:lnTo>
                    <a:lnTo>
                      <a:pt x="250" y="257"/>
                    </a:lnTo>
                    <a:lnTo>
                      <a:pt x="254" y="254"/>
                    </a:lnTo>
                    <a:lnTo>
                      <a:pt x="254" y="254"/>
                    </a:lnTo>
                    <a:lnTo>
                      <a:pt x="254" y="254"/>
                    </a:lnTo>
                    <a:lnTo>
                      <a:pt x="258" y="249"/>
                    </a:lnTo>
                    <a:lnTo>
                      <a:pt x="260" y="243"/>
                    </a:lnTo>
                    <a:lnTo>
                      <a:pt x="261" y="237"/>
                    </a:lnTo>
                    <a:lnTo>
                      <a:pt x="261" y="230"/>
                    </a:lnTo>
                    <a:lnTo>
                      <a:pt x="260" y="220"/>
                    </a:lnTo>
                    <a:lnTo>
                      <a:pt x="258" y="212"/>
                    </a:lnTo>
                    <a:lnTo>
                      <a:pt x="250" y="192"/>
                    </a:lnTo>
                    <a:lnTo>
                      <a:pt x="239" y="170"/>
                    </a:lnTo>
                    <a:lnTo>
                      <a:pt x="223" y="147"/>
                    </a:lnTo>
                    <a:lnTo>
                      <a:pt x="205" y="124"/>
                    </a:lnTo>
                    <a:lnTo>
                      <a:pt x="184" y="101"/>
                    </a:lnTo>
                    <a:lnTo>
                      <a:pt x="184" y="101"/>
                    </a:lnTo>
                    <a:lnTo>
                      <a:pt x="162" y="81"/>
                    </a:lnTo>
                    <a:lnTo>
                      <a:pt x="142" y="65"/>
                    </a:lnTo>
                    <a:lnTo>
                      <a:pt x="142" y="50"/>
                    </a:lnTo>
                    <a:close/>
                    <a:moveTo>
                      <a:pt x="8" y="8"/>
                    </a:moveTo>
                    <a:lnTo>
                      <a:pt x="8" y="8"/>
                    </a:lnTo>
                    <a:lnTo>
                      <a:pt x="12" y="5"/>
                    </a:lnTo>
                    <a:lnTo>
                      <a:pt x="17" y="2"/>
                    </a:lnTo>
                    <a:lnTo>
                      <a:pt x="23" y="0"/>
                    </a:lnTo>
                    <a:lnTo>
                      <a:pt x="29" y="0"/>
                    </a:lnTo>
                    <a:lnTo>
                      <a:pt x="44" y="0"/>
                    </a:lnTo>
                    <a:lnTo>
                      <a:pt x="60" y="4"/>
                    </a:lnTo>
                    <a:lnTo>
                      <a:pt x="79" y="11"/>
                    </a:lnTo>
                    <a:lnTo>
                      <a:pt x="100" y="21"/>
                    </a:lnTo>
                    <a:lnTo>
                      <a:pt x="120" y="34"/>
                    </a:lnTo>
                    <a:lnTo>
                      <a:pt x="142" y="50"/>
                    </a:lnTo>
                    <a:lnTo>
                      <a:pt x="142" y="65"/>
                    </a:lnTo>
                    <a:lnTo>
                      <a:pt x="142" y="65"/>
                    </a:lnTo>
                    <a:lnTo>
                      <a:pt x="124" y="51"/>
                    </a:lnTo>
                    <a:lnTo>
                      <a:pt x="107" y="40"/>
                    </a:lnTo>
                    <a:lnTo>
                      <a:pt x="89" y="32"/>
                    </a:lnTo>
                    <a:lnTo>
                      <a:pt x="74" y="27"/>
                    </a:lnTo>
                    <a:lnTo>
                      <a:pt x="60" y="23"/>
                    </a:lnTo>
                    <a:lnTo>
                      <a:pt x="48" y="23"/>
                    </a:lnTo>
                    <a:lnTo>
                      <a:pt x="43" y="23"/>
                    </a:lnTo>
                    <a:lnTo>
                      <a:pt x="37" y="24"/>
                    </a:lnTo>
                    <a:lnTo>
                      <a:pt x="33" y="27"/>
                    </a:lnTo>
                    <a:lnTo>
                      <a:pt x="29" y="29"/>
                    </a:lnTo>
                    <a:lnTo>
                      <a:pt x="29" y="29"/>
                    </a:lnTo>
                    <a:lnTo>
                      <a:pt x="25" y="35"/>
                    </a:lnTo>
                    <a:lnTo>
                      <a:pt x="24" y="40"/>
                    </a:lnTo>
                    <a:lnTo>
                      <a:pt x="23" y="47"/>
                    </a:lnTo>
                    <a:lnTo>
                      <a:pt x="23" y="55"/>
                    </a:lnTo>
                    <a:lnTo>
                      <a:pt x="24" y="63"/>
                    </a:lnTo>
                    <a:lnTo>
                      <a:pt x="25" y="71"/>
                    </a:lnTo>
                    <a:lnTo>
                      <a:pt x="33" y="92"/>
                    </a:lnTo>
                    <a:lnTo>
                      <a:pt x="44" y="113"/>
                    </a:lnTo>
                    <a:lnTo>
                      <a:pt x="60" y="136"/>
                    </a:lnTo>
                    <a:lnTo>
                      <a:pt x="78" y="159"/>
                    </a:lnTo>
                    <a:lnTo>
                      <a:pt x="100" y="184"/>
                    </a:lnTo>
                    <a:lnTo>
                      <a:pt x="100" y="184"/>
                    </a:lnTo>
                    <a:lnTo>
                      <a:pt x="121" y="203"/>
                    </a:lnTo>
                    <a:lnTo>
                      <a:pt x="142" y="219"/>
                    </a:lnTo>
                    <a:lnTo>
                      <a:pt x="142" y="235"/>
                    </a:lnTo>
                    <a:lnTo>
                      <a:pt x="142" y="235"/>
                    </a:lnTo>
                    <a:lnTo>
                      <a:pt x="117" y="215"/>
                    </a:lnTo>
                    <a:lnTo>
                      <a:pt x="93" y="192"/>
                    </a:lnTo>
                    <a:lnTo>
                      <a:pt x="93" y="192"/>
                    </a:lnTo>
                    <a:lnTo>
                      <a:pt x="66" y="164"/>
                    </a:lnTo>
                    <a:lnTo>
                      <a:pt x="44" y="135"/>
                    </a:lnTo>
                    <a:lnTo>
                      <a:pt x="25" y="108"/>
                    </a:lnTo>
                    <a:lnTo>
                      <a:pt x="12" y="82"/>
                    </a:lnTo>
                    <a:lnTo>
                      <a:pt x="6" y="70"/>
                    </a:lnTo>
                    <a:lnTo>
                      <a:pt x="4" y="58"/>
                    </a:lnTo>
                    <a:lnTo>
                      <a:pt x="1" y="47"/>
                    </a:lnTo>
                    <a:lnTo>
                      <a:pt x="0" y="38"/>
                    </a:lnTo>
                    <a:lnTo>
                      <a:pt x="0" y="28"/>
                    </a:lnTo>
                    <a:lnTo>
                      <a:pt x="1" y="20"/>
                    </a:lnTo>
                    <a:lnTo>
                      <a:pt x="4" y="13"/>
                    </a:lnTo>
                    <a:lnTo>
                      <a:pt x="8" y="8"/>
                    </a:lnTo>
                    <a:lnTo>
                      <a:pt x="8" y="8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31" name="íşḷíďê">
                <a:extLst>
                  <a:ext uri="{FF2B5EF4-FFF2-40B4-BE49-F238E27FC236}">
                    <a16:creationId xmlns:a16="http://schemas.microsoft.com/office/drawing/2014/main" id="{5A7C7FC0-3F15-576B-62DE-BB235583A4AF}"/>
                  </a:ext>
                </a:extLst>
              </p:cNvPr>
              <p:cNvSpPr/>
              <p:nvPr/>
            </p:nvSpPr>
            <p:spPr bwMode="auto">
              <a:xfrm>
                <a:off x="1783920" y="1837608"/>
                <a:ext cx="407374" cy="408809"/>
              </a:xfrm>
              <a:custGeom>
                <a:avLst/>
                <a:gdLst>
                  <a:gd name="T0" fmla="*/ 142 w 284"/>
                  <a:gd name="T1" fmla="*/ 50 h 285"/>
                  <a:gd name="T2" fmla="*/ 184 w 284"/>
                  <a:gd name="T3" fmla="*/ 21 h 285"/>
                  <a:gd name="T4" fmla="*/ 223 w 284"/>
                  <a:gd name="T5" fmla="*/ 4 h 285"/>
                  <a:gd name="T6" fmla="*/ 254 w 284"/>
                  <a:gd name="T7" fmla="*/ 0 h 285"/>
                  <a:gd name="T8" fmla="*/ 266 w 284"/>
                  <a:gd name="T9" fmla="*/ 2 h 285"/>
                  <a:gd name="T10" fmla="*/ 276 w 284"/>
                  <a:gd name="T11" fmla="*/ 8 h 285"/>
                  <a:gd name="T12" fmla="*/ 280 w 284"/>
                  <a:gd name="T13" fmla="*/ 13 h 285"/>
                  <a:gd name="T14" fmla="*/ 284 w 284"/>
                  <a:gd name="T15" fmla="*/ 28 h 285"/>
                  <a:gd name="T16" fmla="*/ 283 w 284"/>
                  <a:gd name="T17" fmla="*/ 47 h 285"/>
                  <a:gd name="T18" fmla="*/ 277 w 284"/>
                  <a:gd name="T19" fmla="*/ 70 h 285"/>
                  <a:gd name="T20" fmla="*/ 258 w 284"/>
                  <a:gd name="T21" fmla="*/ 108 h 285"/>
                  <a:gd name="T22" fmla="*/ 218 w 284"/>
                  <a:gd name="T23" fmla="*/ 164 h 285"/>
                  <a:gd name="T24" fmla="*/ 190 w 284"/>
                  <a:gd name="T25" fmla="*/ 192 h 285"/>
                  <a:gd name="T26" fmla="*/ 142 w 284"/>
                  <a:gd name="T27" fmla="*/ 235 h 285"/>
                  <a:gd name="T28" fmla="*/ 142 w 284"/>
                  <a:gd name="T29" fmla="*/ 219 h 285"/>
                  <a:gd name="T30" fmla="*/ 184 w 284"/>
                  <a:gd name="T31" fmla="*/ 184 h 285"/>
                  <a:gd name="T32" fmla="*/ 205 w 284"/>
                  <a:gd name="T33" fmla="*/ 159 h 285"/>
                  <a:gd name="T34" fmla="*/ 239 w 284"/>
                  <a:gd name="T35" fmla="*/ 113 h 285"/>
                  <a:gd name="T36" fmla="*/ 258 w 284"/>
                  <a:gd name="T37" fmla="*/ 71 h 285"/>
                  <a:gd name="T38" fmla="*/ 261 w 284"/>
                  <a:gd name="T39" fmla="*/ 55 h 285"/>
                  <a:gd name="T40" fmla="*/ 260 w 284"/>
                  <a:gd name="T41" fmla="*/ 40 h 285"/>
                  <a:gd name="T42" fmla="*/ 254 w 284"/>
                  <a:gd name="T43" fmla="*/ 29 h 285"/>
                  <a:gd name="T44" fmla="*/ 254 w 284"/>
                  <a:gd name="T45" fmla="*/ 29 h 285"/>
                  <a:gd name="T46" fmla="*/ 246 w 284"/>
                  <a:gd name="T47" fmla="*/ 24 h 285"/>
                  <a:gd name="T48" fmla="*/ 235 w 284"/>
                  <a:gd name="T49" fmla="*/ 23 h 285"/>
                  <a:gd name="T50" fmla="*/ 209 w 284"/>
                  <a:gd name="T51" fmla="*/ 27 h 285"/>
                  <a:gd name="T52" fmla="*/ 177 w 284"/>
                  <a:gd name="T53" fmla="*/ 40 h 285"/>
                  <a:gd name="T54" fmla="*/ 142 w 284"/>
                  <a:gd name="T55" fmla="*/ 65 h 285"/>
                  <a:gd name="T56" fmla="*/ 8 w 284"/>
                  <a:gd name="T57" fmla="*/ 276 h 285"/>
                  <a:gd name="T58" fmla="*/ 4 w 284"/>
                  <a:gd name="T59" fmla="*/ 271 h 285"/>
                  <a:gd name="T60" fmla="*/ 0 w 284"/>
                  <a:gd name="T61" fmla="*/ 256 h 285"/>
                  <a:gd name="T62" fmla="*/ 1 w 284"/>
                  <a:gd name="T63" fmla="*/ 237 h 285"/>
                  <a:gd name="T64" fmla="*/ 6 w 284"/>
                  <a:gd name="T65" fmla="*/ 214 h 285"/>
                  <a:gd name="T66" fmla="*/ 25 w 284"/>
                  <a:gd name="T67" fmla="*/ 176 h 285"/>
                  <a:gd name="T68" fmla="*/ 66 w 284"/>
                  <a:gd name="T69" fmla="*/ 120 h 285"/>
                  <a:gd name="T70" fmla="*/ 93 w 284"/>
                  <a:gd name="T71" fmla="*/ 93 h 285"/>
                  <a:gd name="T72" fmla="*/ 142 w 284"/>
                  <a:gd name="T73" fmla="*/ 50 h 285"/>
                  <a:gd name="T74" fmla="*/ 142 w 284"/>
                  <a:gd name="T75" fmla="*/ 65 h 285"/>
                  <a:gd name="T76" fmla="*/ 100 w 284"/>
                  <a:gd name="T77" fmla="*/ 101 h 285"/>
                  <a:gd name="T78" fmla="*/ 78 w 284"/>
                  <a:gd name="T79" fmla="*/ 124 h 285"/>
                  <a:gd name="T80" fmla="*/ 44 w 284"/>
                  <a:gd name="T81" fmla="*/ 170 h 285"/>
                  <a:gd name="T82" fmla="*/ 25 w 284"/>
                  <a:gd name="T83" fmla="*/ 212 h 285"/>
                  <a:gd name="T84" fmla="*/ 23 w 284"/>
                  <a:gd name="T85" fmla="*/ 230 h 285"/>
                  <a:gd name="T86" fmla="*/ 24 w 284"/>
                  <a:gd name="T87" fmla="*/ 243 h 285"/>
                  <a:gd name="T88" fmla="*/ 29 w 284"/>
                  <a:gd name="T89" fmla="*/ 254 h 285"/>
                  <a:gd name="T90" fmla="*/ 33 w 284"/>
                  <a:gd name="T91" fmla="*/ 257 h 285"/>
                  <a:gd name="T92" fmla="*/ 43 w 284"/>
                  <a:gd name="T93" fmla="*/ 261 h 285"/>
                  <a:gd name="T94" fmla="*/ 60 w 284"/>
                  <a:gd name="T95" fmla="*/ 261 h 285"/>
                  <a:gd name="T96" fmla="*/ 89 w 284"/>
                  <a:gd name="T97" fmla="*/ 252 h 285"/>
                  <a:gd name="T98" fmla="*/ 124 w 284"/>
                  <a:gd name="T99" fmla="*/ 233 h 285"/>
                  <a:gd name="T100" fmla="*/ 142 w 284"/>
                  <a:gd name="T101" fmla="*/ 235 h 285"/>
                  <a:gd name="T102" fmla="*/ 120 w 284"/>
                  <a:gd name="T103" fmla="*/ 250 h 285"/>
                  <a:gd name="T104" fmla="*/ 79 w 284"/>
                  <a:gd name="T105" fmla="*/ 273 h 285"/>
                  <a:gd name="T106" fmla="*/ 44 w 284"/>
                  <a:gd name="T107" fmla="*/ 284 h 285"/>
                  <a:gd name="T108" fmla="*/ 23 w 284"/>
                  <a:gd name="T109" fmla="*/ 284 h 285"/>
                  <a:gd name="T110" fmla="*/ 12 w 284"/>
                  <a:gd name="T111" fmla="*/ 280 h 285"/>
                  <a:gd name="T112" fmla="*/ 8 w 284"/>
                  <a:gd name="T113" fmla="*/ 276 h 2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84" h="285">
                    <a:moveTo>
                      <a:pt x="142" y="50"/>
                    </a:moveTo>
                    <a:lnTo>
                      <a:pt x="142" y="50"/>
                    </a:lnTo>
                    <a:lnTo>
                      <a:pt x="163" y="34"/>
                    </a:lnTo>
                    <a:lnTo>
                      <a:pt x="184" y="21"/>
                    </a:lnTo>
                    <a:lnTo>
                      <a:pt x="204" y="11"/>
                    </a:lnTo>
                    <a:lnTo>
                      <a:pt x="223" y="4"/>
                    </a:lnTo>
                    <a:lnTo>
                      <a:pt x="239" y="0"/>
                    </a:lnTo>
                    <a:lnTo>
                      <a:pt x="254" y="0"/>
                    </a:lnTo>
                    <a:lnTo>
                      <a:pt x="261" y="0"/>
                    </a:lnTo>
                    <a:lnTo>
                      <a:pt x="266" y="2"/>
                    </a:lnTo>
                    <a:lnTo>
                      <a:pt x="272" y="4"/>
                    </a:lnTo>
                    <a:lnTo>
                      <a:pt x="276" y="8"/>
                    </a:lnTo>
                    <a:lnTo>
                      <a:pt x="276" y="8"/>
                    </a:lnTo>
                    <a:lnTo>
                      <a:pt x="280" y="13"/>
                    </a:lnTo>
                    <a:lnTo>
                      <a:pt x="283" y="20"/>
                    </a:lnTo>
                    <a:lnTo>
                      <a:pt x="284" y="28"/>
                    </a:lnTo>
                    <a:lnTo>
                      <a:pt x="284" y="38"/>
                    </a:lnTo>
                    <a:lnTo>
                      <a:pt x="283" y="47"/>
                    </a:lnTo>
                    <a:lnTo>
                      <a:pt x="280" y="58"/>
                    </a:lnTo>
                    <a:lnTo>
                      <a:pt x="277" y="70"/>
                    </a:lnTo>
                    <a:lnTo>
                      <a:pt x="272" y="82"/>
                    </a:lnTo>
                    <a:lnTo>
                      <a:pt x="258" y="108"/>
                    </a:lnTo>
                    <a:lnTo>
                      <a:pt x="239" y="135"/>
                    </a:lnTo>
                    <a:lnTo>
                      <a:pt x="218" y="164"/>
                    </a:lnTo>
                    <a:lnTo>
                      <a:pt x="190" y="192"/>
                    </a:lnTo>
                    <a:lnTo>
                      <a:pt x="190" y="192"/>
                    </a:lnTo>
                    <a:lnTo>
                      <a:pt x="166" y="215"/>
                    </a:lnTo>
                    <a:lnTo>
                      <a:pt x="142" y="235"/>
                    </a:lnTo>
                    <a:lnTo>
                      <a:pt x="142" y="219"/>
                    </a:lnTo>
                    <a:lnTo>
                      <a:pt x="142" y="219"/>
                    </a:lnTo>
                    <a:lnTo>
                      <a:pt x="162" y="203"/>
                    </a:lnTo>
                    <a:lnTo>
                      <a:pt x="184" y="184"/>
                    </a:lnTo>
                    <a:lnTo>
                      <a:pt x="184" y="184"/>
                    </a:lnTo>
                    <a:lnTo>
                      <a:pt x="205" y="159"/>
                    </a:lnTo>
                    <a:lnTo>
                      <a:pt x="223" y="136"/>
                    </a:lnTo>
                    <a:lnTo>
                      <a:pt x="239" y="113"/>
                    </a:lnTo>
                    <a:lnTo>
                      <a:pt x="250" y="92"/>
                    </a:lnTo>
                    <a:lnTo>
                      <a:pt x="258" y="71"/>
                    </a:lnTo>
                    <a:lnTo>
                      <a:pt x="260" y="63"/>
                    </a:lnTo>
                    <a:lnTo>
                      <a:pt x="261" y="55"/>
                    </a:lnTo>
                    <a:lnTo>
                      <a:pt x="261" y="47"/>
                    </a:lnTo>
                    <a:lnTo>
                      <a:pt x="260" y="40"/>
                    </a:lnTo>
                    <a:lnTo>
                      <a:pt x="258" y="35"/>
                    </a:lnTo>
                    <a:lnTo>
                      <a:pt x="254" y="29"/>
                    </a:lnTo>
                    <a:lnTo>
                      <a:pt x="254" y="29"/>
                    </a:lnTo>
                    <a:lnTo>
                      <a:pt x="254" y="29"/>
                    </a:lnTo>
                    <a:lnTo>
                      <a:pt x="250" y="27"/>
                    </a:lnTo>
                    <a:lnTo>
                      <a:pt x="246" y="24"/>
                    </a:lnTo>
                    <a:lnTo>
                      <a:pt x="241" y="23"/>
                    </a:lnTo>
                    <a:lnTo>
                      <a:pt x="235" y="23"/>
                    </a:lnTo>
                    <a:lnTo>
                      <a:pt x="223" y="23"/>
                    </a:lnTo>
                    <a:lnTo>
                      <a:pt x="209" y="27"/>
                    </a:lnTo>
                    <a:lnTo>
                      <a:pt x="195" y="32"/>
                    </a:lnTo>
                    <a:lnTo>
                      <a:pt x="177" y="40"/>
                    </a:lnTo>
                    <a:lnTo>
                      <a:pt x="159" y="51"/>
                    </a:lnTo>
                    <a:lnTo>
                      <a:pt x="142" y="65"/>
                    </a:lnTo>
                    <a:lnTo>
                      <a:pt x="142" y="50"/>
                    </a:lnTo>
                    <a:close/>
                    <a:moveTo>
                      <a:pt x="8" y="276"/>
                    </a:moveTo>
                    <a:lnTo>
                      <a:pt x="8" y="276"/>
                    </a:lnTo>
                    <a:lnTo>
                      <a:pt x="4" y="271"/>
                    </a:lnTo>
                    <a:lnTo>
                      <a:pt x="1" y="264"/>
                    </a:lnTo>
                    <a:lnTo>
                      <a:pt x="0" y="256"/>
                    </a:lnTo>
                    <a:lnTo>
                      <a:pt x="0" y="246"/>
                    </a:lnTo>
                    <a:lnTo>
                      <a:pt x="1" y="237"/>
                    </a:lnTo>
                    <a:lnTo>
                      <a:pt x="4" y="226"/>
                    </a:lnTo>
                    <a:lnTo>
                      <a:pt x="6" y="214"/>
                    </a:lnTo>
                    <a:lnTo>
                      <a:pt x="12" y="201"/>
                    </a:lnTo>
                    <a:lnTo>
                      <a:pt x="25" y="176"/>
                    </a:lnTo>
                    <a:lnTo>
                      <a:pt x="44" y="149"/>
                    </a:lnTo>
                    <a:lnTo>
                      <a:pt x="66" y="120"/>
                    </a:lnTo>
                    <a:lnTo>
                      <a:pt x="93" y="93"/>
                    </a:lnTo>
                    <a:lnTo>
                      <a:pt x="93" y="93"/>
                    </a:lnTo>
                    <a:lnTo>
                      <a:pt x="117" y="70"/>
                    </a:lnTo>
                    <a:lnTo>
                      <a:pt x="142" y="50"/>
                    </a:lnTo>
                    <a:lnTo>
                      <a:pt x="142" y="65"/>
                    </a:lnTo>
                    <a:lnTo>
                      <a:pt x="142" y="65"/>
                    </a:lnTo>
                    <a:lnTo>
                      <a:pt x="121" y="81"/>
                    </a:lnTo>
                    <a:lnTo>
                      <a:pt x="100" y="101"/>
                    </a:lnTo>
                    <a:lnTo>
                      <a:pt x="100" y="101"/>
                    </a:lnTo>
                    <a:lnTo>
                      <a:pt x="78" y="124"/>
                    </a:lnTo>
                    <a:lnTo>
                      <a:pt x="60" y="147"/>
                    </a:lnTo>
                    <a:lnTo>
                      <a:pt x="44" y="170"/>
                    </a:lnTo>
                    <a:lnTo>
                      <a:pt x="33" y="192"/>
                    </a:lnTo>
                    <a:lnTo>
                      <a:pt x="25" y="212"/>
                    </a:lnTo>
                    <a:lnTo>
                      <a:pt x="24" y="220"/>
                    </a:lnTo>
                    <a:lnTo>
                      <a:pt x="23" y="230"/>
                    </a:lnTo>
                    <a:lnTo>
                      <a:pt x="23" y="237"/>
                    </a:lnTo>
                    <a:lnTo>
                      <a:pt x="24" y="243"/>
                    </a:lnTo>
                    <a:lnTo>
                      <a:pt x="25" y="249"/>
                    </a:lnTo>
                    <a:lnTo>
                      <a:pt x="29" y="254"/>
                    </a:lnTo>
                    <a:lnTo>
                      <a:pt x="29" y="254"/>
                    </a:lnTo>
                    <a:lnTo>
                      <a:pt x="33" y="257"/>
                    </a:lnTo>
                    <a:lnTo>
                      <a:pt x="37" y="260"/>
                    </a:lnTo>
                    <a:lnTo>
                      <a:pt x="43" y="261"/>
                    </a:lnTo>
                    <a:lnTo>
                      <a:pt x="48" y="261"/>
                    </a:lnTo>
                    <a:lnTo>
                      <a:pt x="60" y="261"/>
                    </a:lnTo>
                    <a:lnTo>
                      <a:pt x="74" y="257"/>
                    </a:lnTo>
                    <a:lnTo>
                      <a:pt x="89" y="252"/>
                    </a:lnTo>
                    <a:lnTo>
                      <a:pt x="107" y="243"/>
                    </a:lnTo>
                    <a:lnTo>
                      <a:pt x="124" y="233"/>
                    </a:lnTo>
                    <a:lnTo>
                      <a:pt x="142" y="219"/>
                    </a:lnTo>
                    <a:lnTo>
                      <a:pt x="142" y="235"/>
                    </a:lnTo>
                    <a:lnTo>
                      <a:pt x="142" y="235"/>
                    </a:lnTo>
                    <a:lnTo>
                      <a:pt x="120" y="250"/>
                    </a:lnTo>
                    <a:lnTo>
                      <a:pt x="100" y="262"/>
                    </a:lnTo>
                    <a:lnTo>
                      <a:pt x="79" y="273"/>
                    </a:lnTo>
                    <a:lnTo>
                      <a:pt x="60" y="280"/>
                    </a:lnTo>
                    <a:lnTo>
                      <a:pt x="44" y="284"/>
                    </a:lnTo>
                    <a:lnTo>
                      <a:pt x="29" y="285"/>
                    </a:lnTo>
                    <a:lnTo>
                      <a:pt x="23" y="284"/>
                    </a:lnTo>
                    <a:lnTo>
                      <a:pt x="17" y="283"/>
                    </a:lnTo>
                    <a:lnTo>
                      <a:pt x="12" y="280"/>
                    </a:lnTo>
                    <a:lnTo>
                      <a:pt x="8" y="276"/>
                    </a:lnTo>
                    <a:lnTo>
                      <a:pt x="8" y="276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32" name="ïşľídé">
                <a:extLst>
                  <a:ext uri="{FF2B5EF4-FFF2-40B4-BE49-F238E27FC236}">
                    <a16:creationId xmlns:a16="http://schemas.microsoft.com/office/drawing/2014/main" id="{5A22C71D-03B5-2B5E-98EC-3CB8AF3E5772}"/>
                  </a:ext>
                </a:extLst>
              </p:cNvPr>
              <p:cNvSpPr/>
              <p:nvPr/>
            </p:nvSpPr>
            <p:spPr bwMode="auto">
              <a:xfrm>
                <a:off x="1944575" y="1998263"/>
                <a:ext cx="83196" cy="86065"/>
              </a:xfrm>
              <a:custGeom>
                <a:avLst/>
                <a:gdLst>
                  <a:gd name="T0" fmla="*/ 0 w 58"/>
                  <a:gd name="T1" fmla="*/ 30 h 60"/>
                  <a:gd name="T2" fmla="*/ 0 w 58"/>
                  <a:gd name="T3" fmla="*/ 30 h 60"/>
                  <a:gd name="T4" fmla="*/ 1 w 58"/>
                  <a:gd name="T5" fmla="*/ 24 h 60"/>
                  <a:gd name="T6" fmla="*/ 3 w 58"/>
                  <a:gd name="T7" fmla="*/ 19 h 60"/>
                  <a:gd name="T8" fmla="*/ 5 w 58"/>
                  <a:gd name="T9" fmla="*/ 14 h 60"/>
                  <a:gd name="T10" fmla="*/ 9 w 58"/>
                  <a:gd name="T11" fmla="*/ 10 h 60"/>
                  <a:gd name="T12" fmla="*/ 13 w 58"/>
                  <a:gd name="T13" fmla="*/ 6 h 60"/>
                  <a:gd name="T14" fmla="*/ 18 w 58"/>
                  <a:gd name="T15" fmla="*/ 3 h 60"/>
                  <a:gd name="T16" fmla="*/ 24 w 58"/>
                  <a:gd name="T17" fmla="*/ 1 h 60"/>
                  <a:gd name="T18" fmla="*/ 30 w 58"/>
                  <a:gd name="T19" fmla="*/ 0 h 60"/>
                  <a:gd name="T20" fmla="*/ 30 w 58"/>
                  <a:gd name="T21" fmla="*/ 0 h 60"/>
                  <a:gd name="T22" fmla="*/ 35 w 58"/>
                  <a:gd name="T23" fmla="*/ 1 h 60"/>
                  <a:gd name="T24" fmla="*/ 41 w 58"/>
                  <a:gd name="T25" fmla="*/ 3 h 60"/>
                  <a:gd name="T26" fmla="*/ 46 w 58"/>
                  <a:gd name="T27" fmla="*/ 6 h 60"/>
                  <a:gd name="T28" fmla="*/ 50 w 58"/>
                  <a:gd name="T29" fmla="*/ 10 h 60"/>
                  <a:gd name="T30" fmla="*/ 54 w 58"/>
                  <a:gd name="T31" fmla="*/ 14 h 60"/>
                  <a:gd name="T32" fmla="*/ 57 w 58"/>
                  <a:gd name="T33" fmla="*/ 19 h 60"/>
                  <a:gd name="T34" fmla="*/ 58 w 58"/>
                  <a:gd name="T35" fmla="*/ 24 h 60"/>
                  <a:gd name="T36" fmla="*/ 58 w 58"/>
                  <a:gd name="T37" fmla="*/ 30 h 60"/>
                  <a:gd name="T38" fmla="*/ 58 w 58"/>
                  <a:gd name="T39" fmla="*/ 30 h 60"/>
                  <a:gd name="T40" fmla="*/ 58 w 58"/>
                  <a:gd name="T41" fmla="*/ 35 h 60"/>
                  <a:gd name="T42" fmla="*/ 57 w 58"/>
                  <a:gd name="T43" fmla="*/ 41 h 60"/>
                  <a:gd name="T44" fmla="*/ 54 w 58"/>
                  <a:gd name="T45" fmla="*/ 46 h 60"/>
                  <a:gd name="T46" fmla="*/ 50 w 58"/>
                  <a:gd name="T47" fmla="*/ 50 h 60"/>
                  <a:gd name="T48" fmla="*/ 46 w 58"/>
                  <a:gd name="T49" fmla="*/ 54 h 60"/>
                  <a:gd name="T50" fmla="*/ 41 w 58"/>
                  <a:gd name="T51" fmla="*/ 57 h 60"/>
                  <a:gd name="T52" fmla="*/ 35 w 58"/>
                  <a:gd name="T53" fmla="*/ 58 h 60"/>
                  <a:gd name="T54" fmla="*/ 30 w 58"/>
                  <a:gd name="T55" fmla="*/ 60 h 60"/>
                  <a:gd name="T56" fmla="*/ 30 w 58"/>
                  <a:gd name="T57" fmla="*/ 60 h 60"/>
                  <a:gd name="T58" fmla="*/ 24 w 58"/>
                  <a:gd name="T59" fmla="*/ 58 h 60"/>
                  <a:gd name="T60" fmla="*/ 18 w 58"/>
                  <a:gd name="T61" fmla="*/ 57 h 60"/>
                  <a:gd name="T62" fmla="*/ 13 w 58"/>
                  <a:gd name="T63" fmla="*/ 54 h 60"/>
                  <a:gd name="T64" fmla="*/ 9 w 58"/>
                  <a:gd name="T65" fmla="*/ 50 h 60"/>
                  <a:gd name="T66" fmla="*/ 5 w 58"/>
                  <a:gd name="T67" fmla="*/ 46 h 60"/>
                  <a:gd name="T68" fmla="*/ 3 w 58"/>
                  <a:gd name="T69" fmla="*/ 41 h 60"/>
                  <a:gd name="T70" fmla="*/ 1 w 58"/>
                  <a:gd name="T71" fmla="*/ 35 h 60"/>
                  <a:gd name="T72" fmla="*/ 0 w 58"/>
                  <a:gd name="T73" fmla="*/ 30 h 60"/>
                  <a:gd name="T74" fmla="*/ 0 w 58"/>
                  <a:gd name="T75" fmla="*/ 3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58" h="60">
                    <a:moveTo>
                      <a:pt x="0" y="30"/>
                    </a:moveTo>
                    <a:lnTo>
                      <a:pt x="0" y="30"/>
                    </a:lnTo>
                    <a:lnTo>
                      <a:pt x="1" y="24"/>
                    </a:lnTo>
                    <a:lnTo>
                      <a:pt x="3" y="19"/>
                    </a:lnTo>
                    <a:lnTo>
                      <a:pt x="5" y="14"/>
                    </a:lnTo>
                    <a:lnTo>
                      <a:pt x="9" y="10"/>
                    </a:lnTo>
                    <a:lnTo>
                      <a:pt x="13" y="6"/>
                    </a:lnTo>
                    <a:lnTo>
                      <a:pt x="18" y="3"/>
                    </a:lnTo>
                    <a:lnTo>
                      <a:pt x="24" y="1"/>
                    </a:lnTo>
                    <a:lnTo>
                      <a:pt x="30" y="0"/>
                    </a:lnTo>
                    <a:lnTo>
                      <a:pt x="30" y="0"/>
                    </a:lnTo>
                    <a:lnTo>
                      <a:pt x="35" y="1"/>
                    </a:lnTo>
                    <a:lnTo>
                      <a:pt x="41" y="3"/>
                    </a:lnTo>
                    <a:lnTo>
                      <a:pt x="46" y="6"/>
                    </a:lnTo>
                    <a:lnTo>
                      <a:pt x="50" y="10"/>
                    </a:lnTo>
                    <a:lnTo>
                      <a:pt x="54" y="14"/>
                    </a:lnTo>
                    <a:lnTo>
                      <a:pt x="57" y="19"/>
                    </a:lnTo>
                    <a:lnTo>
                      <a:pt x="58" y="24"/>
                    </a:lnTo>
                    <a:lnTo>
                      <a:pt x="58" y="30"/>
                    </a:lnTo>
                    <a:lnTo>
                      <a:pt x="58" y="30"/>
                    </a:lnTo>
                    <a:lnTo>
                      <a:pt x="58" y="35"/>
                    </a:lnTo>
                    <a:lnTo>
                      <a:pt x="57" y="41"/>
                    </a:lnTo>
                    <a:lnTo>
                      <a:pt x="54" y="46"/>
                    </a:lnTo>
                    <a:lnTo>
                      <a:pt x="50" y="50"/>
                    </a:lnTo>
                    <a:lnTo>
                      <a:pt x="46" y="54"/>
                    </a:lnTo>
                    <a:lnTo>
                      <a:pt x="41" y="57"/>
                    </a:lnTo>
                    <a:lnTo>
                      <a:pt x="35" y="58"/>
                    </a:lnTo>
                    <a:lnTo>
                      <a:pt x="30" y="60"/>
                    </a:lnTo>
                    <a:lnTo>
                      <a:pt x="30" y="60"/>
                    </a:lnTo>
                    <a:lnTo>
                      <a:pt x="24" y="58"/>
                    </a:lnTo>
                    <a:lnTo>
                      <a:pt x="18" y="57"/>
                    </a:lnTo>
                    <a:lnTo>
                      <a:pt x="13" y="54"/>
                    </a:lnTo>
                    <a:lnTo>
                      <a:pt x="9" y="50"/>
                    </a:lnTo>
                    <a:lnTo>
                      <a:pt x="5" y="46"/>
                    </a:lnTo>
                    <a:lnTo>
                      <a:pt x="3" y="41"/>
                    </a:lnTo>
                    <a:lnTo>
                      <a:pt x="1" y="35"/>
                    </a:lnTo>
                    <a:lnTo>
                      <a:pt x="0" y="30"/>
                    </a:lnTo>
                    <a:lnTo>
                      <a:pt x="0" y="30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33" name="iṣľíḑé">
                <a:extLst>
                  <a:ext uri="{FF2B5EF4-FFF2-40B4-BE49-F238E27FC236}">
                    <a16:creationId xmlns:a16="http://schemas.microsoft.com/office/drawing/2014/main" id="{D67CC10E-7131-C308-B7C5-9D0182695CE0}"/>
                  </a:ext>
                </a:extLst>
              </p:cNvPr>
              <p:cNvSpPr/>
              <p:nvPr/>
            </p:nvSpPr>
            <p:spPr bwMode="auto">
              <a:xfrm>
                <a:off x="1157084" y="1618142"/>
                <a:ext cx="229507" cy="433194"/>
              </a:xfrm>
              <a:custGeom>
                <a:avLst/>
                <a:gdLst>
                  <a:gd name="T0" fmla="*/ 160 w 160"/>
                  <a:gd name="T1" fmla="*/ 0 h 302"/>
                  <a:gd name="T2" fmla="*/ 160 w 160"/>
                  <a:gd name="T3" fmla="*/ 302 h 302"/>
                  <a:gd name="T4" fmla="*/ 94 w 160"/>
                  <a:gd name="T5" fmla="*/ 302 h 302"/>
                  <a:gd name="T6" fmla="*/ 94 w 160"/>
                  <a:gd name="T7" fmla="*/ 261 h 302"/>
                  <a:gd name="T8" fmla="*/ 136 w 160"/>
                  <a:gd name="T9" fmla="*/ 261 h 302"/>
                  <a:gd name="T10" fmla="*/ 136 w 160"/>
                  <a:gd name="T11" fmla="*/ 116 h 302"/>
                  <a:gd name="T12" fmla="*/ 136 w 160"/>
                  <a:gd name="T13" fmla="*/ 116 h 302"/>
                  <a:gd name="T14" fmla="*/ 94 w 160"/>
                  <a:gd name="T15" fmla="*/ 189 h 302"/>
                  <a:gd name="T16" fmla="*/ 94 w 160"/>
                  <a:gd name="T17" fmla="*/ 124 h 302"/>
                  <a:gd name="T18" fmla="*/ 160 w 160"/>
                  <a:gd name="T19" fmla="*/ 0 h 302"/>
                  <a:gd name="T20" fmla="*/ 94 w 160"/>
                  <a:gd name="T21" fmla="*/ 302 h 302"/>
                  <a:gd name="T22" fmla="*/ 0 w 160"/>
                  <a:gd name="T23" fmla="*/ 302 h 302"/>
                  <a:gd name="T24" fmla="*/ 94 w 160"/>
                  <a:gd name="T25" fmla="*/ 124 h 302"/>
                  <a:gd name="T26" fmla="*/ 94 w 160"/>
                  <a:gd name="T27" fmla="*/ 189 h 302"/>
                  <a:gd name="T28" fmla="*/ 53 w 160"/>
                  <a:gd name="T29" fmla="*/ 261 h 302"/>
                  <a:gd name="T30" fmla="*/ 94 w 160"/>
                  <a:gd name="T31" fmla="*/ 261 h 302"/>
                  <a:gd name="T32" fmla="*/ 94 w 160"/>
                  <a:gd name="T33" fmla="*/ 302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60" h="302">
                    <a:moveTo>
                      <a:pt x="160" y="0"/>
                    </a:moveTo>
                    <a:lnTo>
                      <a:pt x="160" y="302"/>
                    </a:lnTo>
                    <a:lnTo>
                      <a:pt x="94" y="302"/>
                    </a:lnTo>
                    <a:lnTo>
                      <a:pt x="94" y="261"/>
                    </a:lnTo>
                    <a:lnTo>
                      <a:pt x="136" y="261"/>
                    </a:lnTo>
                    <a:lnTo>
                      <a:pt x="136" y="116"/>
                    </a:lnTo>
                    <a:lnTo>
                      <a:pt x="136" y="116"/>
                    </a:lnTo>
                    <a:lnTo>
                      <a:pt x="94" y="189"/>
                    </a:lnTo>
                    <a:lnTo>
                      <a:pt x="94" y="124"/>
                    </a:lnTo>
                    <a:lnTo>
                      <a:pt x="160" y="0"/>
                    </a:lnTo>
                    <a:close/>
                    <a:moveTo>
                      <a:pt x="94" y="302"/>
                    </a:moveTo>
                    <a:lnTo>
                      <a:pt x="0" y="302"/>
                    </a:lnTo>
                    <a:lnTo>
                      <a:pt x="94" y="124"/>
                    </a:lnTo>
                    <a:lnTo>
                      <a:pt x="94" y="189"/>
                    </a:lnTo>
                    <a:lnTo>
                      <a:pt x="53" y="261"/>
                    </a:lnTo>
                    <a:lnTo>
                      <a:pt x="94" y="261"/>
                    </a:lnTo>
                    <a:lnTo>
                      <a:pt x="94" y="302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34" name="iṣḻídê">
                <a:extLst>
                  <a:ext uri="{FF2B5EF4-FFF2-40B4-BE49-F238E27FC236}">
                    <a16:creationId xmlns:a16="http://schemas.microsoft.com/office/drawing/2014/main" id="{DCDA1A1A-3334-5F13-31D3-87CA32EB72B8}"/>
                  </a:ext>
                </a:extLst>
              </p:cNvPr>
              <p:cNvSpPr/>
              <p:nvPr/>
            </p:nvSpPr>
            <p:spPr bwMode="auto">
              <a:xfrm>
                <a:off x="1443968" y="1613839"/>
                <a:ext cx="57377" cy="426023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35" name="îşľîḓé">
                <a:extLst>
                  <a:ext uri="{FF2B5EF4-FFF2-40B4-BE49-F238E27FC236}">
                    <a16:creationId xmlns:a16="http://schemas.microsoft.com/office/drawing/2014/main" id="{34748466-B437-3B57-1424-8E38F17465E1}"/>
                  </a:ext>
                </a:extLst>
              </p:cNvPr>
              <p:cNvSpPr/>
              <p:nvPr/>
            </p:nvSpPr>
            <p:spPr bwMode="auto">
              <a:xfrm>
                <a:off x="2888422" y="3753170"/>
                <a:ext cx="459013" cy="358604"/>
              </a:xfrm>
              <a:custGeom>
                <a:avLst/>
                <a:gdLst>
                  <a:gd name="T0" fmla="*/ 298 w 320"/>
                  <a:gd name="T1" fmla="*/ 57 h 250"/>
                  <a:gd name="T2" fmla="*/ 320 w 320"/>
                  <a:gd name="T3" fmla="*/ 138 h 250"/>
                  <a:gd name="T4" fmla="*/ 303 w 320"/>
                  <a:gd name="T5" fmla="*/ 212 h 250"/>
                  <a:gd name="T6" fmla="*/ 271 w 320"/>
                  <a:gd name="T7" fmla="*/ 245 h 250"/>
                  <a:gd name="T8" fmla="*/ 263 w 320"/>
                  <a:gd name="T9" fmla="*/ 233 h 250"/>
                  <a:gd name="T10" fmla="*/ 279 w 320"/>
                  <a:gd name="T11" fmla="*/ 214 h 250"/>
                  <a:gd name="T12" fmla="*/ 276 w 320"/>
                  <a:gd name="T13" fmla="*/ 191 h 250"/>
                  <a:gd name="T14" fmla="*/ 261 w 320"/>
                  <a:gd name="T15" fmla="*/ 165 h 250"/>
                  <a:gd name="T16" fmla="*/ 287 w 320"/>
                  <a:gd name="T17" fmla="*/ 165 h 250"/>
                  <a:gd name="T18" fmla="*/ 299 w 320"/>
                  <a:gd name="T19" fmla="*/ 153 h 250"/>
                  <a:gd name="T20" fmla="*/ 299 w 320"/>
                  <a:gd name="T21" fmla="*/ 126 h 250"/>
                  <a:gd name="T22" fmla="*/ 283 w 320"/>
                  <a:gd name="T23" fmla="*/ 112 h 250"/>
                  <a:gd name="T24" fmla="*/ 261 w 320"/>
                  <a:gd name="T25" fmla="*/ 100 h 250"/>
                  <a:gd name="T26" fmla="*/ 278 w 320"/>
                  <a:gd name="T27" fmla="*/ 96 h 250"/>
                  <a:gd name="T28" fmla="*/ 287 w 320"/>
                  <a:gd name="T29" fmla="*/ 74 h 250"/>
                  <a:gd name="T30" fmla="*/ 280 w 320"/>
                  <a:gd name="T31" fmla="*/ 58 h 250"/>
                  <a:gd name="T32" fmla="*/ 238 w 320"/>
                  <a:gd name="T33" fmla="*/ 8 h 250"/>
                  <a:gd name="T34" fmla="*/ 261 w 320"/>
                  <a:gd name="T35" fmla="*/ 50 h 250"/>
                  <a:gd name="T36" fmla="*/ 242 w 320"/>
                  <a:gd name="T37" fmla="*/ 59 h 250"/>
                  <a:gd name="T38" fmla="*/ 238 w 320"/>
                  <a:gd name="T39" fmla="*/ 34 h 250"/>
                  <a:gd name="T40" fmla="*/ 261 w 320"/>
                  <a:gd name="T41" fmla="*/ 247 h 250"/>
                  <a:gd name="T42" fmla="*/ 244 w 320"/>
                  <a:gd name="T43" fmla="*/ 235 h 250"/>
                  <a:gd name="T44" fmla="*/ 261 w 320"/>
                  <a:gd name="T45" fmla="*/ 247 h 250"/>
                  <a:gd name="T46" fmla="*/ 261 w 320"/>
                  <a:gd name="T47" fmla="*/ 113 h 250"/>
                  <a:gd name="T48" fmla="*/ 245 w 320"/>
                  <a:gd name="T49" fmla="*/ 135 h 250"/>
                  <a:gd name="T50" fmla="*/ 252 w 320"/>
                  <a:gd name="T51" fmla="*/ 155 h 250"/>
                  <a:gd name="T52" fmla="*/ 256 w 320"/>
                  <a:gd name="T53" fmla="*/ 174 h 250"/>
                  <a:gd name="T54" fmla="*/ 238 w 320"/>
                  <a:gd name="T55" fmla="*/ 82 h 250"/>
                  <a:gd name="T56" fmla="*/ 255 w 320"/>
                  <a:gd name="T57" fmla="*/ 100 h 250"/>
                  <a:gd name="T58" fmla="*/ 238 w 320"/>
                  <a:gd name="T59" fmla="*/ 8 h 250"/>
                  <a:gd name="T60" fmla="*/ 234 w 320"/>
                  <a:gd name="T61" fmla="*/ 20 h 250"/>
                  <a:gd name="T62" fmla="*/ 219 w 320"/>
                  <a:gd name="T63" fmla="*/ 2 h 250"/>
                  <a:gd name="T64" fmla="*/ 219 w 320"/>
                  <a:gd name="T65" fmla="*/ 215 h 250"/>
                  <a:gd name="T66" fmla="*/ 229 w 320"/>
                  <a:gd name="T67" fmla="*/ 227 h 250"/>
                  <a:gd name="T68" fmla="*/ 238 w 320"/>
                  <a:gd name="T69" fmla="*/ 39 h 250"/>
                  <a:gd name="T70" fmla="*/ 238 w 320"/>
                  <a:gd name="T71" fmla="*/ 174 h 250"/>
                  <a:gd name="T72" fmla="*/ 226 w 320"/>
                  <a:gd name="T73" fmla="*/ 184 h 250"/>
                  <a:gd name="T74" fmla="*/ 225 w 320"/>
                  <a:gd name="T75" fmla="*/ 51 h 250"/>
                  <a:gd name="T76" fmla="*/ 238 w 320"/>
                  <a:gd name="T77" fmla="*/ 39 h 250"/>
                  <a:gd name="T78" fmla="*/ 134 w 320"/>
                  <a:gd name="T79" fmla="*/ 8 h 250"/>
                  <a:gd name="T80" fmla="*/ 219 w 320"/>
                  <a:gd name="T81" fmla="*/ 2 h 250"/>
                  <a:gd name="T82" fmla="*/ 211 w 320"/>
                  <a:gd name="T83" fmla="*/ 16 h 250"/>
                  <a:gd name="T84" fmla="*/ 203 w 320"/>
                  <a:gd name="T85" fmla="*/ 42 h 250"/>
                  <a:gd name="T86" fmla="*/ 219 w 320"/>
                  <a:gd name="T87" fmla="*/ 53 h 250"/>
                  <a:gd name="T88" fmla="*/ 218 w 320"/>
                  <a:gd name="T89" fmla="*/ 210 h 250"/>
                  <a:gd name="T90" fmla="*/ 194 w 320"/>
                  <a:gd name="T91" fmla="*/ 230 h 250"/>
                  <a:gd name="T92" fmla="*/ 125 w 320"/>
                  <a:gd name="T93" fmla="*/ 192 h 250"/>
                  <a:gd name="T94" fmla="*/ 68 w 320"/>
                  <a:gd name="T95" fmla="*/ 164 h 250"/>
                  <a:gd name="T96" fmla="*/ 84 w 320"/>
                  <a:gd name="T97" fmla="*/ 159 h 250"/>
                  <a:gd name="T98" fmla="*/ 104 w 320"/>
                  <a:gd name="T99" fmla="*/ 131 h 250"/>
                  <a:gd name="T100" fmla="*/ 95 w 320"/>
                  <a:gd name="T101" fmla="*/ 100 h 250"/>
                  <a:gd name="T102" fmla="*/ 0 w 320"/>
                  <a:gd name="T103" fmla="*/ 136 h 250"/>
                  <a:gd name="T104" fmla="*/ 5 w 320"/>
                  <a:gd name="T105" fmla="*/ 96 h 250"/>
                  <a:gd name="T106" fmla="*/ 45 w 320"/>
                  <a:gd name="T107" fmla="*/ 44 h 250"/>
                  <a:gd name="T108" fmla="*/ 68 w 320"/>
                  <a:gd name="T109" fmla="*/ 88 h 250"/>
                  <a:gd name="T110" fmla="*/ 38 w 320"/>
                  <a:gd name="T111" fmla="*/ 101 h 250"/>
                  <a:gd name="T112" fmla="*/ 31 w 320"/>
                  <a:gd name="T113" fmla="*/ 135 h 250"/>
                  <a:gd name="T114" fmla="*/ 57 w 320"/>
                  <a:gd name="T115" fmla="*/ 162 h 250"/>
                  <a:gd name="T116" fmla="*/ 42 w 320"/>
                  <a:gd name="T117" fmla="*/ 189 h 250"/>
                  <a:gd name="T118" fmla="*/ 3 w 320"/>
                  <a:gd name="T119" fmla="*/ 150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320" h="250">
                    <a:moveTo>
                      <a:pt x="261" y="19"/>
                    </a:moveTo>
                    <a:lnTo>
                      <a:pt x="261" y="19"/>
                    </a:lnTo>
                    <a:lnTo>
                      <a:pt x="276" y="30"/>
                    </a:lnTo>
                    <a:lnTo>
                      <a:pt x="288" y="42"/>
                    </a:lnTo>
                    <a:lnTo>
                      <a:pt x="298" y="57"/>
                    </a:lnTo>
                    <a:lnTo>
                      <a:pt x="306" y="71"/>
                    </a:lnTo>
                    <a:lnTo>
                      <a:pt x="312" y="88"/>
                    </a:lnTo>
                    <a:lnTo>
                      <a:pt x="316" y="104"/>
                    </a:lnTo>
                    <a:lnTo>
                      <a:pt x="318" y="120"/>
                    </a:lnTo>
                    <a:lnTo>
                      <a:pt x="320" y="138"/>
                    </a:lnTo>
                    <a:lnTo>
                      <a:pt x="320" y="154"/>
                    </a:lnTo>
                    <a:lnTo>
                      <a:pt x="317" y="170"/>
                    </a:lnTo>
                    <a:lnTo>
                      <a:pt x="314" y="185"/>
                    </a:lnTo>
                    <a:lnTo>
                      <a:pt x="310" y="200"/>
                    </a:lnTo>
                    <a:lnTo>
                      <a:pt x="303" y="212"/>
                    </a:lnTo>
                    <a:lnTo>
                      <a:pt x="297" y="223"/>
                    </a:lnTo>
                    <a:lnTo>
                      <a:pt x="290" y="233"/>
                    </a:lnTo>
                    <a:lnTo>
                      <a:pt x="282" y="239"/>
                    </a:lnTo>
                    <a:lnTo>
                      <a:pt x="282" y="239"/>
                    </a:lnTo>
                    <a:lnTo>
                      <a:pt x="271" y="245"/>
                    </a:lnTo>
                    <a:lnTo>
                      <a:pt x="261" y="247"/>
                    </a:lnTo>
                    <a:lnTo>
                      <a:pt x="261" y="233"/>
                    </a:lnTo>
                    <a:lnTo>
                      <a:pt x="261" y="233"/>
                    </a:lnTo>
                    <a:lnTo>
                      <a:pt x="263" y="233"/>
                    </a:lnTo>
                    <a:lnTo>
                      <a:pt x="263" y="233"/>
                    </a:lnTo>
                    <a:lnTo>
                      <a:pt x="263" y="233"/>
                    </a:lnTo>
                    <a:lnTo>
                      <a:pt x="268" y="229"/>
                    </a:lnTo>
                    <a:lnTo>
                      <a:pt x="272" y="224"/>
                    </a:lnTo>
                    <a:lnTo>
                      <a:pt x="276" y="219"/>
                    </a:lnTo>
                    <a:lnTo>
                      <a:pt x="279" y="214"/>
                    </a:lnTo>
                    <a:lnTo>
                      <a:pt x="280" y="208"/>
                    </a:lnTo>
                    <a:lnTo>
                      <a:pt x="280" y="203"/>
                    </a:lnTo>
                    <a:lnTo>
                      <a:pt x="279" y="196"/>
                    </a:lnTo>
                    <a:lnTo>
                      <a:pt x="276" y="191"/>
                    </a:lnTo>
                    <a:lnTo>
                      <a:pt x="276" y="191"/>
                    </a:lnTo>
                    <a:lnTo>
                      <a:pt x="274" y="185"/>
                    </a:lnTo>
                    <a:lnTo>
                      <a:pt x="271" y="181"/>
                    </a:lnTo>
                    <a:lnTo>
                      <a:pt x="267" y="178"/>
                    </a:lnTo>
                    <a:lnTo>
                      <a:pt x="261" y="176"/>
                    </a:lnTo>
                    <a:lnTo>
                      <a:pt x="261" y="165"/>
                    </a:lnTo>
                    <a:lnTo>
                      <a:pt x="261" y="165"/>
                    </a:lnTo>
                    <a:lnTo>
                      <a:pt x="268" y="168"/>
                    </a:lnTo>
                    <a:lnTo>
                      <a:pt x="275" y="168"/>
                    </a:lnTo>
                    <a:lnTo>
                      <a:pt x="280" y="168"/>
                    </a:lnTo>
                    <a:lnTo>
                      <a:pt x="287" y="165"/>
                    </a:lnTo>
                    <a:lnTo>
                      <a:pt x="287" y="165"/>
                    </a:lnTo>
                    <a:lnTo>
                      <a:pt x="287" y="165"/>
                    </a:lnTo>
                    <a:lnTo>
                      <a:pt x="293" y="162"/>
                    </a:lnTo>
                    <a:lnTo>
                      <a:pt x="297" y="158"/>
                    </a:lnTo>
                    <a:lnTo>
                      <a:pt x="299" y="153"/>
                    </a:lnTo>
                    <a:lnTo>
                      <a:pt x="302" y="149"/>
                    </a:lnTo>
                    <a:lnTo>
                      <a:pt x="303" y="143"/>
                    </a:lnTo>
                    <a:lnTo>
                      <a:pt x="303" y="136"/>
                    </a:lnTo>
                    <a:lnTo>
                      <a:pt x="302" y="131"/>
                    </a:lnTo>
                    <a:lnTo>
                      <a:pt x="299" y="126"/>
                    </a:lnTo>
                    <a:lnTo>
                      <a:pt x="299" y="126"/>
                    </a:lnTo>
                    <a:lnTo>
                      <a:pt x="297" y="122"/>
                    </a:lnTo>
                    <a:lnTo>
                      <a:pt x="293" y="118"/>
                    </a:lnTo>
                    <a:lnTo>
                      <a:pt x="288" y="113"/>
                    </a:lnTo>
                    <a:lnTo>
                      <a:pt x="283" y="112"/>
                    </a:lnTo>
                    <a:lnTo>
                      <a:pt x="279" y="111"/>
                    </a:lnTo>
                    <a:lnTo>
                      <a:pt x="272" y="109"/>
                    </a:lnTo>
                    <a:lnTo>
                      <a:pt x="267" y="111"/>
                    </a:lnTo>
                    <a:lnTo>
                      <a:pt x="261" y="112"/>
                    </a:lnTo>
                    <a:lnTo>
                      <a:pt x="261" y="100"/>
                    </a:lnTo>
                    <a:lnTo>
                      <a:pt x="261" y="100"/>
                    </a:lnTo>
                    <a:lnTo>
                      <a:pt x="268" y="100"/>
                    </a:lnTo>
                    <a:lnTo>
                      <a:pt x="274" y="99"/>
                    </a:lnTo>
                    <a:lnTo>
                      <a:pt x="274" y="99"/>
                    </a:lnTo>
                    <a:lnTo>
                      <a:pt x="278" y="96"/>
                    </a:lnTo>
                    <a:lnTo>
                      <a:pt x="282" y="92"/>
                    </a:lnTo>
                    <a:lnTo>
                      <a:pt x="284" y="88"/>
                    </a:lnTo>
                    <a:lnTo>
                      <a:pt x="286" y="84"/>
                    </a:lnTo>
                    <a:lnTo>
                      <a:pt x="287" y="78"/>
                    </a:lnTo>
                    <a:lnTo>
                      <a:pt x="287" y="74"/>
                    </a:lnTo>
                    <a:lnTo>
                      <a:pt x="286" y="69"/>
                    </a:lnTo>
                    <a:lnTo>
                      <a:pt x="284" y="63"/>
                    </a:lnTo>
                    <a:lnTo>
                      <a:pt x="284" y="63"/>
                    </a:lnTo>
                    <a:lnTo>
                      <a:pt x="284" y="63"/>
                    </a:lnTo>
                    <a:lnTo>
                      <a:pt x="280" y="58"/>
                    </a:lnTo>
                    <a:lnTo>
                      <a:pt x="275" y="54"/>
                    </a:lnTo>
                    <a:lnTo>
                      <a:pt x="270" y="51"/>
                    </a:lnTo>
                    <a:lnTo>
                      <a:pt x="261" y="50"/>
                    </a:lnTo>
                    <a:lnTo>
                      <a:pt x="261" y="19"/>
                    </a:lnTo>
                    <a:close/>
                    <a:moveTo>
                      <a:pt x="238" y="8"/>
                    </a:moveTo>
                    <a:lnTo>
                      <a:pt x="238" y="8"/>
                    </a:lnTo>
                    <a:lnTo>
                      <a:pt x="251" y="12"/>
                    </a:lnTo>
                    <a:lnTo>
                      <a:pt x="261" y="19"/>
                    </a:lnTo>
                    <a:lnTo>
                      <a:pt x="261" y="50"/>
                    </a:lnTo>
                    <a:lnTo>
                      <a:pt x="261" y="50"/>
                    </a:lnTo>
                    <a:lnTo>
                      <a:pt x="256" y="50"/>
                    </a:lnTo>
                    <a:lnTo>
                      <a:pt x="251" y="53"/>
                    </a:lnTo>
                    <a:lnTo>
                      <a:pt x="251" y="53"/>
                    </a:lnTo>
                    <a:lnTo>
                      <a:pt x="247" y="55"/>
                    </a:lnTo>
                    <a:lnTo>
                      <a:pt x="242" y="59"/>
                    </a:lnTo>
                    <a:lnTo>
                      <a:pt x="240" y="63"/>
                    </a:lnTo>
                    <a:lnTo>
                      <a:pt x="238" y="67"/>
                    </a:lnTo>
                    <a:lnTo>
                      <a:pt x="238" y="39"/>
                    </a:lnTo>
                    <a:lnTo>
                      <a:pt x="238" y="39"/>
                    </a:lnTo>
                    <a:lnTo>
                      <a:pt x="238" y="34"/>
                    </a:lnTo>
                    <a:lnTo>
                      <a:pt x="238" y="27"/>
                    </a:lnTo>
                    <a:lnTo>
                      <a:pt x="238" y="8"/>
                    </a:lnTo>
                    <a:lnTo>
                      <a:pt x="238" y="8"/>
                    </a:lnTo>
                    <a:close/>
                    <a:moveTo>
                      <a:pt x="261" y="247"/>
                    </a:moveTo>
                    <a:lnTo>
                      <a:pt x="261" y="247"/>
                    </a:lnTo>
                    <a:lnTo>
                      <a:pt x="249" y="250"/>
                    </a:lnTo>
                    <a:lnTo>
                      <a:pt x="238" y="250"/>
                    </a:lnTo>
                    <a:lnTo>
                      <a:pt x="238" y="233"/>
                    </a:lnTo>
                    <a:lnTo>
                      <a:pt x="238" y="233"/>
                    </a:lnTo>
                    <a:lnTo>
                      <a:pt x="244" y="235"/>
                    </a:lnTo>
                    <a:lnTo>
                      <a:pt x="249" y="235"/>
                    </a:lnTo>
                    <a:lnTo>
                      <a:pt x="256" y="235"/>
                    </a:lnTo>
                    <a:lnTo>
                      <a:pt x="261" y="233"/>
                    </a:lnTo>
                    <a:lnTo>
                      <a:pt x="261" y="247"/>
                    </a:lnTo>
                    <a:lnTo>
                      <a:pt x="261" y="247"/>
                    </a:lnTo>
                    <a:close/>
                    <a:moveTo>
                      <a:pt x="261" y="100"/>
                    </a:moveTo>
                    <a:lnTo>
                      <a:pt x="261" y="112"/>
                    </a:lnTo>
                    <a:lnTo>
                      <a:pt x="261" y="112"/>
                    </a:lnTo>
                    <a:lnTo>
                      <a:pt x="261" y="113"/>
                    </a:lnTo>
                    <a:lnTo>
                      <a:pt x="261" y="113"/>
                    </a:lnTo>
                    <a:lnTo>
                      <a:pt x="256" y="116"/>
                    </a:lnTo>
                    <a:lnTo>
                      <a:pt x="252" y="120"/>
                    </a:lnTo>
                    <a:lnTo>
                      <a:pt x="249" y="124"/>
                    </a:lnTo>
                    <a:lnTo>
                      <a:pt x="247" y="130"/>
                    </a:lnTo>
                    <a:lnTo>
                      <a:pt x="245" y="135"/>
                    </a:lnTo>
                    <a:lnTo>
                      <a:pt x="245" y="141"/>
                    </a:lnTo>
                    <a:lnTo>
                      <a:pt x="247" y="146"/>
                    </a:lnTo>
                    <a:lnTo>
                      <a:pt x="249" y="151"/>
                    </a:lnTo>
                    <a:lnTo>
                      <a:pt x="249" y="151"/>
                    </a:lnTo>
                    <a:lnTo>
                      <a:pt x="252" y="155"/>
                    </a:lnTo>
                    <a:lnTo>
                      <a:pt x="255" y="159"/>
                    </a:lnTo>
                    <a:lnTo>
                      <a:pt x="261" y="165"/>
                    </a:lnTo>
                    <a:lnTo>
                      <a:pt x="261" y="176"/>
                    </a:lnTo>
                    <a:lnTo>
                      <a:pt x="261" y="176"/>
                    </a:lnTo>
                    <a:lnTo>
                      <a:pt x="256" y="174"/>
                    </a:lnTo>
                    <a:lnTo>
                      <a:pt x="251" y="173"/>
                    </a:lnTo>
                    <a:lnTo>
                      <a:pt x="244" y="173"/>
                    </a:lnTo>
                    <a:lnTo>
                      <a:pt x="238" y="174"/>
                    </a:lnTo>
                    <a:lnTo>
                      <a:pt x="238" y="82"/>
                    </a:lnTo>
                    <a:lnTo>
                      <a:pt x="238" y="82"/>
                    </a:lnTo>
                    <a:lnTo>
                      <a:pt x="240" y="86"/>
                    </a:lnTo>
                    <a:lnTo>
                      <a:pt x="240" y="86"/>
                    </a:lnTo>
                    <a:lnTo>
                      <a:pt x="244" y="92"/>
                    </a:lnTo>
                    <a:lnTo>
                      <a:pt x="249" y="97"/>
                    </a:lnTo>
                    <a:lnTo>
                      <a:pt x="255" y="100"/>
                    </a:lnTo>
                    <a:lnTo>
                      <a:pt x="261" y="100"/>
                    </a:lnTo>
                    <a:lnTo>
                      <a:pt x="261" y="100"/>
                    </a:lnTo>
                    <a:close/>
                    <a:moveTo>
                      <a:pt x="219" y="2"/>
                    </a:moveTo>
                    <a:lnTo>
                      <a:pt x="219" y="2"/>
                    </a:lnTo>
                    <a:lnTo>
                      <a:pt x="238" y="8"/>
                    </a:lnTo>
                    <a:lnTo>
                      <a:pt x="238" y="27"/>
                    </a:lnTo>
                    <a:lnTo>
                      <a:pt x="238" y="27"/>
                    </a:lnTo>
                    <a:lnTo>
                      <a:pt x="237" y="24"/>
                    </a:lnTo>
                    <a:lnTo>
                      <a:pt x="237" y="24"/>
                    </a:lnTo>
                    <a:lnTo>
                      <a:pt x="234" y="20"/>
                    </a:lnTo>
                    <a:lnTo>
                      <a:pt x="230" y="17"/>
                    </a:lnTo>
                    <a:lnTo>
                      <a:pt x="225" y="15"/>
                    </a:lnTo>
                    <a:lnTo>
                      <a:pt x="219" y="15"/>
                    </a:lnTo>
                    <a:lnTo>
                      <a:pt x="219" y="2"/>
                    </a:lnTo>
                    <a:lnTo>
                      <a:pt x="219" y="2"/>
                    </a:lnTo>
                    <a:close/>
                    <a:moveTo>
                      <a:pt x="238" y="250"/>
                    </a:moveTo>
                    <a:lnTo>
                      <a:pt x="238" y="250"/>
                    </a:lnTo>
                    <a:lnTo>
                      <a:pt x="229" y="247"/>
                    </a:lnTo>
                    <a:lnTo>
                      <a:pt x="219" y="245"/>
                    </a:lnTo>
                    <a:lnTo>
                      <a:pt x="219" y="215"/>
                    </a:lnTo>
                    <a:lnTo>
                      <a:pt x="219" y="215"/>
                    </a:lnTo>
                    <a:lnTo>
                      <a:pt x="221" y="218"/>
                    </a:lnTo>
                    <a:lnTo>
                      <a:pt x="221" y="218"/>
                    </a:lnTo>
                    <a:lnTo>
                      <a:pt x="225" y="223"/>
                    </a:lnTo>
                    <a:lnTo>
                      <a:pt x="229" y="227"/>
                    </a:lnTo>
                    <a:lnTo>
                      <a:pt x="233" y="231"/>
                    </a:lnTo>
                    <a:lnTo>
                      <a:pt x="238" y="233"/>
                    </a:lnTo>
                    <a:lnTo>
                      <a:pt x="238" y="250"/>
                    </a:lnTo>
                    <a:lnTo>
                      <a:pt x="238" y="250"/>
                    </a:lnTo>
                    <a:close/>
                    <a:moveTo>
                      <a:pt x="238" y="39"/>
                    </a:moveTo>
                    <a:lnTo>
                      <a:pt x="238" y="67"/>
                    </a:lnTo>
                    <a:lnTo>
                      <a:pt x="238" y="67"/>
                    </a:lnTo>
                    <a:lnTo>
                      <a:pt x="237" y="74"/>
                    </a:lnTo>
                    <a:lnTo>
                      <a:pt x="238" y="82"/>
                    </a:lnTo>
                    <a:lnTo>
                      <a:pt x="238" y="174"/>
                    </a:lnTo>
                    <a:lnTo>
                      <a:pt x="238" y="174"/>
                    </a:lnTo>
                    <a:lnTo>
                      <a:pt x="236" y="176"/>
                    </a:lnTo>
                    <a:lnTo>
                      <a:pt x="236" y="176"/>
                    </a:lnTo>
                    <a:lnTo>
                      <a:pt x="230" y="180"/>
                    </a:lnTo>
                    <a:lnTo>
                      <a:pt x="226" y="184"/>
                    </a:lnTo>
                    <a:lnTo>
                      <a:pt x="222" y="188"/>
                    </a:lnTo>
                    <a:lnTo>
                      <a:pt x="219" y="193"/>
                    </a:lnTo>
                    <a:lnTo>
                      <a:pt x="219" y="53"/>
                    </a:lnTo>
                    <a:lnTo>
                      <a:pt x="219" y="53"/>
                    </a:lnTo>
                    <a:lnTo>
                      <a:pt x="225" y="51"/>
                    </a:lnTo>
                    <a:lnTo>
                      <a:pt x="229" y="50"/>
                    </a:lnTo>
                    <a:lnTo>
                      <a:pt x="229" y="50"/>
                    </a:lnTo>
                    <a:lnTo>
                      <a:pt x="234" y="46"/>
                    </a:lnTo>
                    <a:lnTo>
                      <a:pt x="238" y="39"/>
                    </a:lnTo>
                    <a:lnTo>
                      <a:pt x="238" y="39"/>
                    </a:lnTo>
                    <a:close/>
                    <a:moveTo>
                      <a:pt x="68" y="31"/>
                    </a:moveTo>
                    <a:lnTo>
                      <a:pt x="68" y="31"/>
                    </a:lnTo>
                    <a:lnTo>
                      <a:pt x="91" y="21"/>
                    </a:lnTo>
                    <a:lnTo>
                      <a:pt x="112" y="13"/>
                    </a:lnTo>
                    <a:lnTo>
                      <a:pt x="134" y="8"/>
                    </a:lnTo>
                    <a:lnTo>
                      <a:pt x="153" y="4"/>
                    </a:lnTo>
                    <a:lnTo>
                      <a:pt x="172" y="1"/>
                    </a:lnTo>
                    <a:lnTo>
                      <a:pt x="190" y="0"/>
                    </a:lnTo>
                    <a:lnTo>
                      <a:pt x="205" y="1"/>
                    </a:lnTo>
                    <a:lnTo>
                      <a:pt x="219" y="2"/>
                    </a:lnTo>
                    <a:lnTo>
                      <a:pt x="219" y="15"/>
                    </a:lnTo>
                    <a:lnTo>
                      <a:pt x="219" y="15"/>
                    </a:lnTo>
                    <a:lnTo>
                      <a:pt x="215" y="15"/>
                    </a:lnTo>
                    <a:lnTo>
                      <a:pt x="211" y="16"/>
                    </a:lnTo>
                    <a:lnTo>
                      <a:pt x="211" y="16"/>
                    </a:lnTo>
                    <a:lnTo>
                      <a:pt x="211" y="16"/>
                    </a:lnTo>
                    <a:lnTo>
                      <a:pt x="206" y="20"/>
                    </a:lnTo>
                    <a:lnTo>
                      <a:pt x="202" y="27"/>
                    </a:lnTo>
                    <a:lnTo>
                      <a:pt x="200" y="34"/>
                    </a:lnTo>
                    <a:lnTo>
                      <a:pt x="203" y="42"/>
                    </a:lnTo>
                    <a:lnTo>
                      <a:pt x="203" y="42"/>
                    </a:lnTo>
                    <a:lnTo>
                      <a:pt x="206" y="46"/>
                    </a:lnTo>
                    <a:lnTo>
                      <a:pt x="210" y="50"/>
                    </a:lnTo>
                    <a:lnTo>
                      <a:pt x="215" y="51"/>
                    </a:lnTo>
                    <a:lnTo>
                      <a:pt x="219" y="53"/>
                    </a:lnTo>
                    <a:lnTo>
                      <a:pt x="219" y="193"/>
                    </a:lnTo>
                    <a:lnTo>
                      <a:pt x="219" y="193"/>
                    </a:lnTo>
                    <a:lnTo>
                      <a:pt x="218" y="199"/>
                    </a:lnTo>
                    <a:lnTo>
                      <a:pt x="218" y="204"/>
                    </a:lnTo>
                    <a:lnTo>
                      <a:pt x="218" y="210"/>
                    </a:lnTo>
                    <a:lnTo>
                      <a:pt x="219" y="215"/>
                    </a:lnTo>
                    <a:lnTo>
                      <a:pt x="219" y="245"/>
                    </a:lnTo>
                    <a:lnTo>
                      <a:pt x="219" y="245"/>
                    </a:lnTo>
                    <a:lnTo>
                      <a:pt x="207" y="238"/>
                    </a:lnTo>
                    <a:lnTo>
                      <a:pt x="194" y="230"/>
                    </a:lnTo>
                    <a:lnTo>
                      <a:pt x="169" y="212"/>
                    </a:lnTo>
                    <a:lnTo>
                      <a:pt x="157" y="203"/>
                    </a:lnTo>
                    <a:lnTo>
                      <a:pt x="145" y="196"/>
                    </a:lnTo>
                    <a:lnTo>
                      <a:pt x="131" y="192"/>
                    </a:lnTo>
                    <a:lnTo>
                      <a:pt x="125" y="192"/>
                    </a:lnTo>
                    <a:lnTo>
                      <a:pt x="118" y="192"/>
                    </a:lnTo>
                    <a:lnTo>
                      <a:pt x="118" y="192"/>
                    </a:lnTo>
                    <a:lnTo>
                      <a:pt x="92" y="193"/>
                    </a:lnTo>
                    <a:lnTo>
                      <a:pt x="68" y="193"/>
                    </a:lnTo>
                    <a:lnTo>
                      <a:pt x="68" y="164"/>
                    </a:lnTo>
                    <a:lnTo>
                      <a:pt x="68" y="164"/>
                    </a:lnTo>
                    <a:lnTo>
                      <a:pt x="76" y="162"/>
                    </a:lnTo>
                    <a:lnTo>
                      <a:pt x="84" y="159"/>
                    </a:lnTo>
                    <a:lnTo>
                      <a:pt x="84" y="159"/>
                    </a:lnTo>
                    <a:lnTo>
                      <a:pt x="84" y="159"/>
                    </a:lnTo>
                    <a:lnTo>
                      <a:pt x="91" y="155"/>
                    </a:lnTo>
                    <a:lnTo>
                      <a:pt x="96" y="150"/>
                    </a:lnTo>
                    <a:lnTo>
                      <a:pt x="100" y="145"/>
                    </a:lnTo>
                    <a:lnTo>
                      <a:pt x="103" y="138"/>
                    </a:lnTo>
                    <a:lnTo>
                      <a:pt x="104" y="131"/>
                    </a:lnTo>
                    <a:lnTo>
                      <a:pt x="104" y="123"/>
                    </a:lnTo>
                    <a:lnTo>
                      <a:pt x="103" y="116"/>
                    </a:lnTo>
                    <a:lnTo>
                      <a:pt x="100" y="109"/>
                    </a:lnTo>
                    <a:lnTo>
                      <a:pt x="100" y="109"/>
                    </a:lnTo>
                    <a:lnTo>
                      <a:pt x="95" y="100"/>
                    </a:lnTo>
                    <a:lnTo>
                      <a:pt x="87" y="93"/>
                    </a:lnTo>
                    <a:lnTo>
                      <a:pt x="77" y="89"/>
                    </a:lnTo>
                    <a:lnTo>
                      <a:pt x="68" y="88"/>
                    </a:lnTo>
                    <a:lnTo>
                      <a:pt x="68" y="31"/>
                    </a:lnTo>
                    <a:close/>
                    <a:moveTo>
                      <a:pt x="0" y="136"/>
                    </a:moveTo>
                    <a:lnTo>
                      <a:pt x="0" y="136"/>
                    </a:lnTo>
                    <a:lnTo>
                      <a:pt x="0" y="124"/>
                    </a:lnTo>
                    <a:lnTo>
                      <a:pt x="0" y="115"/>
                    </a:lnTo>
                    <a:lnTo>
                      <a:pt x="3" y="104"/>
                    </a:lnTo>
                    <a:lnTo>
                      <a:pt x="5" y="96"/>
                    </a:lnTo>
                    <a:lnTo>
                      <a:pt x="10" y="86"/>
                    </a:lnTo>
                    <a:lnTo>
                      <a:pt x="14" y="78"/>
                    </a:lnTo>
                    <a:lnTo>
                      <a:pt x="24" y="65"/>
                    </a:lnTo>
                    <a:lnTo>
                      <a:pt x="35" y="53"/>
                    </a:lnTo>
                    <a:lnTo>
                      <a:pt x="45" y="44"/>
                    </a:lnTo>
                    <a:lnTo>
                      <a:pt x="54" y="38"/>
                    </a:lnTo>
                    <a:lnTo>
                      <a:pt x="54" y="38"/>
                    </a:lnTo>
                    <a:lnTo>
                      <a:pt x="68" y="31"/>
                    </a:lnTo>
                    <a:lnTo>
                      <a:pt x="68" y="88"/>
                    </a:lnTo>
                    <a:lnTo>
                      <a:pt x="68" y="88"/>
                    </a:lnTo>
                    <a:lnTo>
                      <a:pt x="58" y="89"/>
                    </a:lnTo>
                    <a:lnTo>
                      <a:pt x="50" y="92"/>
                    </a:lnTo>
                    <a:lnTo>
                      <a:pt x="50" y="92"/>
                    </a:lnTo>
                    <a:lnTo>
                      <a:pt x="43" y="96"/>
                    </a:lnTo>
                    <a:lnTo>
                      <a:pt x="38" y="101"/>
                    </a:lnTo>
                    <a:lnTo>
                      <a:pt x="34" y="108"/>
                    </a:lnTo>
                    <a:lnTo>
                      <a:pt x="31" y="113"/>
                    </a:lnTo>
                    <a:lnTo>
                      <a:pt x="30" y="122"/>
                    </a:lnTo>
                    <a:lnTo>
                      <a:pt x="30" y="128"/>
                    </a:lnTo>
                    <a:lnTo>
                      <a:pt x="31" y="135"/>
                    </a:lnTo>
                    <a:lnTo>
                      <a:pt x="34" y="143"/>
                    </a:lnTo>
                    <a:lnTo>
                      <a:pt x="34" y="143"/>
                    </a:lnTo>
                    <a:lnTo>
                      <a:pt x="39" y="151"/>
                    </a:lnTo>
                    <a:lnTo>
                      <a:pt x="47" y="158"/>
                    </a:lnTo>
                    <a:lnTo>
                      <a:pt x="57" y="162"/>
                    </a:lnTo>
                    <a:lnTo>
                      <a:pt x="68" y="164"/>
                    </a:lnTo>
                    <a:lnTo>
                      <a:pt x="68" y="193"/>
                    </a:lnTo>
                    <a:lnTo>
                      <a:pt x="68" y="193"/>
                    </a:lnTo>
                    <a:lnTo>
                      <a:pt x="54" y="192"/>
                    </a:lnTo>
                    <a:lnTo>
                      <a:pt x="42" y="189"/>
                    </a:lnTo>
                    <a:lnTo>
                      <a:pt x="31" y="185"/>
                    </a:lnTo>
                    <a:lnTo>
                      <a:pt x="22" y="178"/>
                    </a:lnTo>
                    <a:lnTo>
                      <a:pt x="14" y="172"/>
                    </a:lnTo>
                    <a:lnTo>
                      <a:pt x="8" y="162"/>
                    </a:lnTo>
                    <a:lnTo>
                      <a:pt x="3" y="150"/>
                    </a:lnTo>
                    <a:lnTo>
                      <a:pt x="0" y="136"/>
                    </a:lnTo>
                    <a:lnTo>
                      <a:pt x="0" y="136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 lnSpcReduction="1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36" name="îsḷiḍe">
                <a:extLst>
                  <a:ext uri="{FF2B5EF4-FFF2-40B4-BE49-F238E27FC236}">
                    <a16:creationId xmlns:a16="http://schemas.microsoft.com/office/drawing/2014/main" id="{209FAC1B-4740-C587-35F0-823706C5CFBA}"/>
                  </a:ext>
                </a:extLst>
              </p:cNvPr>
              <p:cNvSpPr/>
              <p:nvPr/>
            </p:nvSpPr>
            <p:spPr bwMode="auto">
              <a:xfrm>
                <a:off x="1518553" y="4111158"/>
                <a:ext cx="447538" cy="448973"/>
              </a:xfrm>
              <a:custGeom>
                <a:avLst/>
                <a:gdLst>
                  <a:gd name="T0" fmla="*/ 83 w 312"/>
                  <a:gd name="T1" fmla="*/ 16 h 313"/>
                  <a:gd name="T2" fmla="*/ 57 w 312"/>
                  <a:gd name="T3" fmla="*/ 41 h 313"/>
                  <a:gd name="T4" fmla="*/ 37 w 312"/>
                  <a:gd name="T5" fmla="*/ 71 h 313"/>
                  <a:gd name="T6" fmla="*/ 25 w 312"/>
                  <a:gd name="T7" fmla="*/ 103 h 313"/>
                  <a:gd name="T8" fmla="*/ 21 w 312"/>
                  <a:gd name="T9" fmla="*/ 140 h 313"/>
                  <a:gd name="T10" fmla="*/ 21 w 312"/>
                  <a:gd name="T11" fmla="*/ 156 h 313"/>
                  <a:gd name="T12" fmla="*/ 27 w 312"/>
                  <a:gd name="T13" fmla="*/ 186 h 313"/>
                  <a:gd name="T14" fmla="*/ 40 w 312"/>
                  <a:gd name="T15" fmla="*/ 213 h 313"/>
                  <a:gd name="T16" fmla="*/ 56 w 312"/>
                  <a:gd name="T17" fmla="*/ 237 h 313"/>
                  <a:gd name="T18" fmla="*/ 76 w 312"/>
                  <a:gd name="T19" fmla="*/ 259 h 313"/>
                  <a:gd name="T20" fmla="*/ 101 w 312"/>
                  <a:gd name="T21" fmla="*/ 275 h 313"/>
                  <a:gd name="T22" fmla="*/ 128 w 312"/>
                  <a:gd name="T23" fmla="*/ 287 h 313"/>
                  <a:gd name="T24" fmla="*/ 157 w 312"/>
                  <a:gd name="T25" fmla="*/ 293 h 313"/>
                  <a:gd name="T26" fmla="*/ 174 w 312"/>
                  <a:gd name="T27" fmla="*/ 294 h 313"/>
                  <a:gd name="T28" fmla="*/ 210 w 312"/>
                  <a:gd name="T29" fmla="*/ 289 h 313"/>
                  <a:gd name="T30" fmla="*/ 243 w 312"/>
                  <a:gd name="T31" fmla="*/ 276 h 313"/>
                  <a:gd name="T32" fmla="*/ 273 w 312"/>
                  <a:gd name="T33" fmla="*/ 257 h 313"/>
                  <a:gd name="T34" fmla="*/ 296 w 312"/>
                  <a:gd name="T35" fmla="*/ 233 h 313"/>
                  <a:gd name="T36" fmla="*/ 312 w 312"/>
                  <a:gd name="T37" fmla="*/ 245 h 313"/>
                  <a:gd name="T38" fmla="*/ 285 w 312"/>
                  <a:gd name="T39" fmla="*/ 274 h 313"/>
                  <a:gd name="T40" fmla="*/ 252 w 312"/>
                  <a:gd name="T41" fmla="*/ 295 h 313"/>
                  <a:gd name="T42" fmla="*/ 214 w 312"/>
                  <a:gd name="T43" fmla="*/ 309 h 313"/>
                  <a:gd name="T44" fmla="*/ 174 w 312"/>
                  <a:gd name="T45" fmla="*/ 313 h 313"/>
                  <a:gd name="T46" fmla="*/ 156 w 312"/>
                  <a:gd name="T47" fmla="*/ 313 h 313"/>
                  <a:gd name="T48" fmla="*/ 122 w 312"/>
                  <a:gd name="T49" fmla="*/ 306 h 313"/>
                  <a:gd name="T50" fmla="*/ 91 w 312"/>
                  <a:gd name="T51" fmla="*/ 293 h 313"/>
                  <a:gd name="T52" fmla="*/ 64 w 312"/>
                  <a:gd name="T53" fmla="*/ 274 h 313"/>
                  <a:gd name="T54" fmla="*/ 40 w 312"/>
                  <a:gd name="T55" fmla="*/ 251 h 313"/>
                  <a:gd name="T56" fmla="*/ 21 w 312"/>
                  <a:gd name="T57" fmla="*/ 222 h 313"/>
                  <a:gd name="T58" fmla="*/ 8 w 312"/>
                  <a:gd name="T59" fmla="*/ 191 h 313"/>
                  <a:gd name="T60" fmla="*/ 2 w 312"/>
                  <a:gd name="T61" fmla="*/ 159 h 313"/>
                  <a:gd name="T62" fmla="*/ 0 w 312"/>
                  <a:gd name="T63" fmla="*/ 140 h 313"/>
                  <a:gd name="T64" fmla="*/ 6 w 312"/>
                  <a:gd name="T65" fmla="*/ 99 h 313"/>
                  <a:gd name="T66" fmla="*/ 19 w 312"/>
                  <a:gd name="T67" fmla="*/ 61 h 313"/>
                  <a:gd name="T68" fmla="*/ 42 w 312"/>
                  <a:gd name="T69" fmla="*/ 27 h 313"/>
                  <a:gd name="T70" fmla="*/ 71 w 312"/>
                  <a:gd name="T71" fmla="*/ 0 h 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12" h="313">
                    <a:moveTo>
                      <a:pt x="83" y="16"/>
                    </a:moveTo>
                    <a:lnTo>
                      <a:pt x="83" y="16"/>
                    </a:lnTo>
                    <a:lnTo>
                      <a:pt x="69" y="29"/>
                    </a:lnTo>
                    <a:lnTo>
                      <a:pt x="57" y="41"/>
                    </a:lnTo>
                    <a:lnTo>
                      <a:pt x="46" y="54"/>
                    </a:lnTo>
                    <a:lnTo>
                      <a:pt x="37" y="71"/>
                    </a:lnTo>
                    <a:lnTo>
                      <a:pt x="30" y="87"/>
                    </a:lnTo>
                    <a:lnTo>
                      <a:pt x="25" y="103"/>
                    </a:lnTo>
                    <a:lnTo>
                      <a:pt x="22" y="122"/>
                    </a:lnTo>
                    <a:lnTo>
                      <a:pt x="21" y="140"/>
                    </a:lnTo>
                    <a:lnTo>
                      <a:pt x="21" y="140"/>
                    </a:lnTo>
                    <a:lnTo>
                      <a:pt x="21" y="156"/>
                    </a:lnTo>
                    <a:lnTo>
                      <a:pt x="23" y="171"/>
                    </a:lnTo>
                    <a:lnTo>
                      <a:pt x="27" y="186"/>
                    </a:lnTo>
                    <a:lnTo>
                      <a:pt x="33" y="199"/>
                    </a:lnTo>
                    <a:lnTo>
                      <a:pt x="40" y="213"/>
                    </a:lnTo>
                    <a:lnTo>
                      <a:pt x="46" y="226"/>
                    </a:lnTo>
                    <a:lnTo>
                      <a:pt x="56" y="237"/>
                    </a:lnTo>
                    <a:lnTo>
                      <a:pt x="65" y="248"/>
                    </a:lnTo>
                    <a:lnTo>
                      <a:pt x="76" y="259"/>
                    </a:lnTo>
                    <a:lnTo>
                      <a:pt x="88" y="267"/>
                    </a:lnTo>
                    <a:lnTo>
                      <a:pt x="101" y="275"/>
                    </a:lnTo>
                    <a:lnTo>
                      <a:pt x="114" y="282"/>
                    </a:lnTo>
                    <a:lnTo>
                      <a:pt x="128" y="287"/>
                    </a:lnTo>
                    <a:lnTo>
                      <a:pt x="143" y="290"/>
                    </a:lnTo>
                    <a:lnTo>
                      <a:pt x="157" y="293"/>
                    </a:lnTo>
                    <a:lnTo>
                      <a:pt x="174" y="294"/>
                    </a:lnTo>
                    <a:lnTo>
                      <a:pt x="174" y="294"/>
                    </a:lnTo>
                    <a:lnTo>
                      <a:pt x="193" y="293"/>
                    </a:lnTo>
                    <a:lnTo>
                      <a:pt x="210" y="289"/>
                    </a:lnTo>
                    <a:lnTo>
                      <a:pt x="227" y="285"/>
                    </a:lnTo>
                    <a:lnTo>
                      <a:pt x="243" y="276"/>
                    </a:lnTo>
                    <a:lnTo>
                      <a:pt x="258" y="268"/>
                    </a:lnTo>
                    <a:lnTo>
                      <a:pt x="273" y="257"/>
                    </a:lnTo>
                    <a:lnTo>
                      <a:pt x="285" y="247"/>
                    </a:lnTo>
                    <a:lnTo>
                      <a:pt x="296" y="233"/>
                    </a:lnTo>
                    <a:lnTo>
                      <a:pt x="312" y="245"/>
                    </a:lnTo>
                    <a:lnTo>
                      <a:pt x="312" y="245"/>
                    </a:lnTo>
                    <a:lnTo>
                      <a:pt x="298" y="260"/>
                    </a:lnTo>
                    <a:lnTo>
                      <a:pt x="285" y="274"/>
                    </a:lnTo>
                    <a:lnTo>
                      <a:pt x="268" y="285"/>
                    </a:lnTo>
                    <a:lnTo>
                      <a:pt x="252" y="295"/>
                    </a:lnTo>
                    <a:lnTo>
                      <a:pt x="233" y="303"/>
                    </a:lnTo>
                    <a:lnTo>
                      <a:pt x="214" y="309"/>
                    </a:lnTo>
                    <a:lnTo>
                      <a:pt x="194" y="312"/>
                    </a:lnTo>
                    <a:lnTo>
                      <a:pt x="174" y="313"/>
                    </a:lnTo>
                    <a:lnTo>
                      <a:pt x="174" y="313"/>
                    </a:lnTo>
                    <a:lnTo>
                      <a:pt x="156" y="313"/>
                    </a:lnTo>
                    <a:lnTo>
                      <a:pt x="138" y="310"/>
                    </a:lnTo>
                    <a:lnTo>
                      <a:pt x="122" y="306"/>
                    </a:lnTo>
                    <a:lnTo>
                      <a:pt x="106" y="299"/>
                    </a:lnTo>
                    <a:lnTo>
                      <a:pt x="91" y="293"/>
                    </a:lnTo>
                    <a:lnTo>
                      <a:pt x="76" y="285"/>
                    </a:lnTo>
                    <a:lnTo>
                      <a:pt x="64" y="274"/>
                    </a:lnTo>
                    <a:lnTo>
                      <a:pt x="52" y="263"/>
                    </a:lnTo>
                    <a:lnTo>
                      <a:pt x="40" y="251"/>
                    </a:lnTo>
                    <a:lnTo>
                      <a:pt x="30" y="237"/>
                    </a:lnTo>
                    <a:lnTo>
                      <a:pt x="21" y="222"/>
                    </a:lnTo>
                    <a:lnTo>
                      <a:pt x="14" y="207"/>
                    </a:lnTo>
                    <a:lnTo>
                      <a:pt x="8" y="191"/>
                    </a:lnTo>
                    <a:lnTo>
                      <a:pt x="4" y="175"/>
                    </a:lnTo>
                    <a:lnTo>
                      <a:pt x="2" y="159"/>
                    </a:lnTo>
                    <a:lnTo>
                      <a:pt x="0" y="140"/>
                    </a:lnTo>
                    <a:lnTo>
                      <a:pt x="0" y="140"/>
                    </a:lnTo>
                    <a:lnTo>
                      <a:pt x="2" y="119"/>
                    </a:lnTo>
                    <a:lnTo>
                      <a:pt x="6" y="99"/>
                    </a:lnTo>
                    <a:lnTo>
                      <a:pt x="11" y="79"/>
                    </a:lnTo>
                    <a:lnTo>
                      <a:pt x="19" y="61"/>
                    </a:lnTo>
                    <a:lnTo>
                      <a:pt x="30" y="44"/>
                    </a:lnTo>
                    <a:lnTo>
                      <a:pt x="42" y="27"/>
                    </a:lnTo>
                    <a:lnTo>
                      <a:pt x="56" y="14"/>
                    </a:lnTo>
                    <a:lnTo>
                      <a:pt x="71" y="0"/>
                    </a:lnTo>
                    <a:lnTo>
                      <a:pt x="83" y="16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37" name="iṧḷidé">
                <a:extLst>
                  <a:ext uri="{FF2B5EF4-FFF2-40B4-BE49-F238E27FC236}">
                    <a16:creationId xmlns:a16="http://schemas.microsoft.com/office/drawing/2014/main" id="{1ED73F61-1CF6-F3DC-DEF4-85B5B455445A}"/>
                  </a:ext>
                </a:extLst>
              </p:cNvPr>
              <p:cNvSpPr/>
              <p:nvPr/>
            </p:nvSpPr>
            <p:spPr bwMode="auto">
              <a:xfrm>
                <a:off x="1567323" y="4119764"/>
                <a:ext cx="394465" cy="393030"/>
              </a:xfrm>
              <a:custGeom>
                <a:avLst/>
                <a:gdLst>
                  <a:gd name="T0" fmla="*/ 152 w 275"/>
                  <a:gd name="T1" fmla="*/ 1 h 274"/>
                  <a:gd name="T2" fmla="*/ 191 w 275"/>
                  <a:gd name="T3" fmla="*/ 10 h 274"/>
                  <a:gd name="T4" fmla="*/ 225 w 275"/>
                  <a:gd name="T5" fmla="*/ 32 h 274"/>
                  <a:gd name="T6" fmla="*/ 252 w 275"/>
                  <a:gd name="T7" fmla="*/ 61 h 274"/>
                  <a:gd name="T8" fmla="*/ 268 w 275"/>
                  <a:gd name="T9" fmla="*/ 97 h 274"/>
                  <a:gd name="T10" fmla="*/ 275 w 275"/>
                  <a:gd name="T11" fmla="*/ 138 h 274"/>
                  <a:gd name="T12" fmla="*/ 272 w 275"/>
                  <a:gd name="T13" fmla="*/ 165 h 274"/>
                  <a:gd name="T14" fmla="*/ 259 w 275"/>
                  <a:gd name="T15" fmla="*/ 203 h 274"/>
                  <a:gd name="T16" fmla="*/ 234 w 275"/>
                  <a:gd name="T17" fmla="*/ 235 h 274"/>
                  <a:gd name="T18" fmla="*/ 203 w 275"/>
                  <a:gd name="T19" fmla="*/ 258 h 274"/>
                  <a:gd name="T20" fmla="*/ 165 w 275"/>
                  <a:gd name="T21" fmla="*/ 272 h 274"/>
                  <a:gd name="T22" fmla="*/ 137 w 275"/>
                  <a:gd name="T23" fmla="*/ 274 h 274"/>
                  <a:gd name="T24" fmla="*/ 137 w 275"/>
                  <a:gd name="T25" fmla="*/ 269 h 274"/>
                  <a:gd name="T26" fmla="*/ 164 w 275"/>
                  <a:gd name="T27" fmla="*/ 266 h 274"/>
                  <a:gd name="T28" fmla="*/ 201 w 275"/>
                  <a:gd name="T29" fmla="*/ 253 h 274"/>
                  <a:gd name="T30" fmla="*/ 230 w 275"/>
                  <a:gd name="T31" fmla="*/ 230 h 274"/>
                  <a:gd name="T32" fmla="*/ 253 w 275"/>
                  <a:gd name="T33" fmla="*/ 200 h 274"/>
                  <a:gd name="T34" fmla="*/ 266 w 275"/>
                  <a:gd name="T35" fmla="*/ 163 h 274"/>
                  <a:gd name="T36" fmla="*/ 268 w 275"/>
                  <a:gd name="T37" fmla="*/ 138 h 274"/>
                  <a:gd name="T38" fmla="*/ 263 w 275"/>
                  <a:gd name="T39" fmla="*/ 98 h 274"/>
                  <a:gd name="T40" fmla="*/ 247 w 275"/>
                  <a:gd name="T41" fmla="*/ 65 h 274"/>
                  <a:gd name="T42" fmla="*/ 221 w 275"/>
                  <a:gd name="T43" fmla="*/ 36 h 274"/>
                  <a:gd name="T44" fmla="*/ 188 w 275"/>
                  <a:gd name="T45" fmla="*/ 17 h 274"/>
                  <a:gd name="T46" fmla="*/ 151 w 275"/>
                  <a:gd name="T47" fmla="*/ 8 h 274"/>
                  <a:gd name="T48" fmla="*/ 137 w 275"/>
                  <a:gd name="T49" fmla="*/ 0 h 274"/>
                  <a:gd name="T50" fmla="*/ 137 w 275"/>
                  <a:gd name="T51" fmla="*/ 274 h 274"/>
                  <a:gd name="T52" fmla="*/ 96 w 275"/>
                  <a:gd name="T53" fmla="*/ 269 h 274"/>
                  <a:gd name="T54" fmla="*/ 61 w 275"/>
                  <a:gd name="T55" fmla="*/ 251 h 274"/>
                  <a:gd name="T56" fmla="*/ 31 w 275"/>
                  <a:gd name="T57" fmla="*/ 224 h 274"/>
                  <a:gd name="T58" fmla="*/ 11 w 275"/>
                  <a:gd name="T59" fmla="*/ 191 h 274"/>
                  <a:gd name="T60" fmla="*/ 2 w 275"/>
                  <a:gd name="T61" fmla="*/ 151 h 274"/>
                  <a:gd name="T62" fmla="*/ 2 w 275"/>
                  <a:gd name="T63" fmla="*/ 123 h 274"/>
                  <a:gd name="T64" fmla="*/ 11 w 275"/>
                  <a:gd name="T65" fmla="*/ 84 h 274"/>
                  <a:gd name="T66" fmla="*/ 31 w 275"/>
                  <a:gd name="T67" fmla="*/ 50 h 274"/>
                  <a:gd name="T68" fmla="*/ 61 w 275"/>
                  <a:gd name="T69" fmla="*/ 24 h 274"/>
                  <a:gd name="T70" fmla="*/ 96 w 275"/>
                  <a:gd name="T71" fmla="*/ 6 h 274"/>
                  <a:gd name="T72" fmla="*/ 137 w 275"/>
                  <a:gd name="T73" fmla="*/ 0 h 274"/>
                  <a:gd name="T74" fmla="*/ 125 w 275"/>
                  <a:gd name="T75" fmla="*/ 8 h 274"/>
                  <a:gd name="T76" fmla="*/ 87 w 275"/>
                  <a:gd name="T77" fmla="*/ 17 h 274"/>
                  <a:gd name="T78" fmla="*/ 54 w 275"/>
                  <a:gd name="T79" fmla="*/ 36 h 274"/>
                  <a:gd name="T80" fmla="*/ 29 w 275"/>
                  <a:gd name="T81" fmla="*/ 65 h 274"/>
                  <a:gd name="T82" fmla="*/ 12 w 275"/>
                  <a:gd name="T83" fmla="*/ 98 h 274"/>
                  <a:gd name="T84" fmla="*/ 7 w 275"/>
                  <a:gd name="T85" fmla="*/ 138 h 274"/>
                  <a:gd name="T86" fmla="*/ 10 w 275"/>
                  <a:gd name="T87" fmla="*/ 163 h 274"/>
                  <a:gd name="T88" fmla="*/ 22 w 275"/>
                  <a:gd name="T89" fmla="*/ 200 h 274"/>
                  <a:gd name="T90" fmla="*/ 45 w 275"/>
                  <a:gd name="T91" fmla="*/ 230 h 274"/>
                  <a:gd name="T92" fmla="*/ 75 w 275"/>
                  <a:gd name="T93" fmla="*/ 253 h 274"/>
                  <a:gd name="T94" fmla="*/ 111 w 275"/>
                  <a:gd name="T95" fmla="*/ 266 h 274"/>
                  <a:gd name="T96" fmla="*/ 137 w 275"/>
                  <a:gd name="T97" fmla="*/ 274 h 2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75" h="274">
                    <a:moveTo>
                      <a:pt x="137" y="0"/>
                    </a:moveTo>
                    <a:lnTo>
                      <a:pt x="137" y="0"/>
                    </a:lnTo>
                    <a:lnTo>
                      <a:pt x="152" y="1"/>
                    </a:lnTo>
                    <a:lnTo>
                      <a:pt x="165" y="2"/>
                    </a:lnTo>
                    <a:lnTo>
                      <a:pt x="179" y="6"/>
                    </a:lnTo>
                    <a:lnTo>
                      <a:pt x="191" y="10"/>
                    </a:lnTo>
                    <a:lnTo>
                      <a:pt x="203" y="17"/>
                    </a:lnTo>
                    <a:lnTo>
                      <a:pt x="214" y="24"/>
                    </a:lnTo>
                    <a:lnTo>
                      <a:pt x="225" y="32"/>
                    </a:lnTo>
                    <a:lnTo>
                      <a:pt x="234" y="40"/>
                    </a:lnTo>
                    <a:lnTo>
                      <a:pt x="244" y="50"/>
                    </a:lnTo>
                    <a:lnTo>
                      <a:pt x="252" y="61"/>
                    </a:lnTo>
                    <a:lnTo>
                      <a:pt x="259" y="71"/>
                    </a:lnTo>
                    <a:lnTo>
                      <a:pt x="264" y="84"/>
                    </a:lnTo>
                    <a:lnTo>
                      <a:pt x="268" y="97"/>
                    </a:lnTo>
                    <a:lnTo>
                      <a:pt x="272" y="109"/>
                    </a:lnTo>
                    <a:lnTo>
                      <a:pt x="274" y="123"/>
                    </a:lnTo>
                    <a:lnTo>
                      <a:pt x="275" y="138"/>
                    </a:lnTo>
                    <a:lnTo>
                      <a:pt x="275" y="138"/>
                    </a:lnTo>
                    <a:lnTo>
                      <a:pt x="274" y="151"/>
                    </a:lnTo>
                    <a:lnTo>
                      <a:pt x="272" y="165"/>
                    </a:lnTo>
                    <a:lnTo>
                      <a:pt x="268" y="178"/>
                    </a:lnTo>
                    <a:lnTo>
                      <a:pt x="264" y="191"/>
                    </a:lnTo>
                    <a:lnTo>
                      <a:pt x="259" y="203"/>
                    </a:lnTo>
                    <a:lnTo>
                      <a:pt x="252" y="215"/>
                    </a:lnTo>
                    <a:lnTo>
                      <a:pt x="244" y="224"/>
                    </a:lnTo>
                    <a:lnTo>
                      <a:pt x="234" y="235"/>
                    </a:lnTo>
                    <a:lnTo>
                      <a:pt x="225" y="243"/>
                    </a:lnTo>
                    <a:lnTo>
                      <a:pt x="214" y="251"/>
                    </a:lnTo>
                    <a:lnTo>
                      <a:pt x="203" y="258"/>
                    </a:lnTo>
                    <a:lnTo>
                      <a:pt x="191" y="264"/>
                    </a:lnTo>
                    <a:lnTo>
                      <a:pt x="179" y="269"/>
                    </a:lnTo>
                    <a:lnTo>
                      <a:pt x="165" y="272"/>
                    </a:lnTo>
                    <a:lnTo>
                      <a:pt x="152" y="274"/>
                    </a:lnTo>
                    <a:lnTo>
                      <a:pt x="137" y="274"/>
                    </a:lnTo>
                    <a:lnTo>
                      <a:pt x="137" y="274"/>
                    </a:lnTo>
                    <a:lnTo>
                      <a:pt x="137" y="269"/>
                    </a:lnTo>
                    <a:lnTo>
                      <a:pt x="137" y="269"/>
                    </a:lnTo>
                    <a:lnTo>
                      <a:pt x="137" y="269"/>
                    </a:lnTo>
                    <a:lnTo>
                      <a:pt x="137" y="269"/>
                    </a:lnTo>
                    <a:lnTo>
                      <a:pt x="151" y="268"/>
                    </a:lnTo>
                    <a:lnTo>
                      <a:pt x="164" y="266"/>
                    </a:lnTo>
                    <a:lnTo>
                      <a:pt x="176" y="262"/>
                    </a:lnTo>
                    <a:lnTo>
                      <a:pt x="188" y="258"/>
                    </a:lnTo>
                    <a:lnTo>
                      <a:pt x="201" y="253"/>
                    </a:lnTo>
                    <a:lnTo>
                      <a:pt x="211" y="246"/>
                    </a:lnTo>
                    <a:lnTo>
                      <a:pt x="221" y="238"/>
                    </a:lnTo>
                    <a:lnTo>
                      <a:pt x="230" y="230"/>
                    </a:lnTo>
                    <a:lnTo>
                      <a:pt x="239" y="220"/>
                    </a:lnTo>
                    <a:lnTo>
                      <a:pt x="247" y="211"/>
                    </a:lnTo>
                    <a:lnTo>
                      <a:pt x="253" y="200"/>
                    </a:lnTo>
                    <a:lnTo>
                      <a:pt x="259" y="188"/>
                    </a:lnTo>
                    <a:lnTo>
                      <a:pt x="263" y="177"/>
                    </a:lnTo>
                    <a:lnTo>
                      <a:pt x="266" y="163"/>
                    </a:lnTo>
                    <a:lnTo>
                      <a:pt x="268" y="151"/>
                    </a:lnTo>
                    <a:lnTo>
                      <a:pt x="268" y="138"/>
                    </a:lnTo>
                    <a:lnTo>
                      <a:pt x="268" y="138"/>
                    </a:lnTo>
                    <a:lnTo>
                      <a:pt x="268" y="124"/>
                    </a:lnTo>
                    <a:lnTo>
                      <a:pt x="266" y="111"/>
                    </a:lnTo>
                    <a:lnTo>
                      <a:pt x="263" y="98"/>
                    </a:lnTo>
                    <a:lnTo>
                      <a:pt x="259" y="86"/>
                    </a:lnTo>
                    <a:lnTo>
                      <a:pt x="253" y="75"/>
                    </a:lnTo>
                    <a:lnTo>
                      <a:pt x="247" y="65"/>
                    </a:lnTo>
                    <a:lnTo>
                      <a:pt x="239" y="54"/>
                    </a:lnTo>
                    <a:lnTo>
                      <a:pt x="230" y="44"/>
                    </a:lnTo>
                    <a:lnTo>
                      <a:pt x="221" y="36"/>
                    </a:lnTo>
                    <a:lnTo>
                      <a:pt x="211" y="29"/>
                    </a:lnTo>
                    <a:lnTo>
                      <a:pt x="201" y="23"/>
                    </a:lnTo>
                    <a:lnTo>
                      <a:pt x="188" y="17"/>
                    </a:lnTo>
                    <a:lnTo>
                      <a:pt x="176" y="12"/>
                    </a:lnTo>
                    <a:lnTo>
                      <a:pt x="164" y="9"/>
                    </a:lnTo>
                    <a:lnTo>
                      <a:pt x="151" y="8"/>
                    </a:lnTo>
                    <a:lnTo>
                      <a:pt x="137" y="6"/>
                    </a:lnTo>
                    <a:lnTo>
                      <a:pt x="137" y="6"/>
                    </a:lnTo>
                    <a:lnTo>
                      <a:pt x="137" y="0"/>
                    </a:lnTo>
                    <a:lnTo>
                      <a:pt x="137" y="0"/>
                    </a:lnTo>
                    <a:close/>
                    <a:moveTo>
                      <a:pt x="137" y="274"/>
                    </a:moveTo>
                    <a:lnTo>
                      <a:pt x="137" y="274"/>
                    </a:lnTo>
                    <a:lnTo>
                      <a:pt x="123" y="274"/>
                    </a:lnTo>
                    <a:lnTo>
                      <a:pt x="110" y="272"/>
                    </a:lnTo>
                    <a:lnTo>
                      <a:pt x="96" y="269"/>
                    </a:lnTo>
                    <a:lnTo>
                      <a:pt x="84" y="264"/>
                    </a:lnTo>
                    <a:lnTo>
                      <a:pt x="72" y="258"/>
                    </a:lnTo>
                    <a:lnTo>
                      <a:pt x="61" y="251"/>
                    </a:lnTo>
                    <a:lnTo>
                      <a:pt x="50" y="243"/>
                    </a:lnTo>
                    <a:lnTo>
                      <a:pt x="41" y="235"/>
                    </a:lnTo>
                    <a:lnTo>
                      <a:pt x="31" y="224"/>
                    </a:lnTo>
                    <a:lnTo>
                      <a:pt x="23" y="215"/>
                    </a:lnTo>
                    <a:lnTo>
                      <a:pt x="16" y="203"/>
                    </a:lnTo>
                    <a:lnTo>
                      <a:pt x="11" y="191"/>
                    </a:lnTo>
                    <a:lnTo>
                      <a:pt x="7" y="178"/>
                    </a:lnTo>
                    <a:lnTo>
                      <a:pt x="3" y="165"/>
                    </a:lnTo>
                    <a:lnTo>
                      <a:pt x="2" y="151"/>
                    </a:lnTo>
                    <a:lnTo>
                      <a:pt x="0" y="138"/>
                    </a:lnTo>
                    <a:lnTo>
                      <a:pt x="0" y="138"/>
                    </a:lnTo>
                    <a:lnTo>
                      <a:pt x="2" y="123"/>
                    </a:lnTo>
                    <a:lnTo>
                      <a:pt x="3" y="109"/>
                    </a:lnTo>
                    <a:lnTo>
                      <a:pt x="7" y="97"/>
                    </a:lnTo>
                    <a:lnTo>
                      <a:pt x="11" y="84"/>
                    </a:lnTo>
                    <a:lnTo>
                      <a:pt x="16" y="71"/>
                    </a:lnTo>
                    <a:lnTo>
                      <a:pt x="23" y="61"/>
                    </a:lnTo>
                    <a:lnTo>
                      <a:pt x="31" y="50"/>
                    </a:lnTo>
                    <a:lnTo>
                      <a:pt x="41" y="40"/>
                    </a:lnTo>
                    <a:lnTo>
                      <a:pt x="50" y="32"/>
                    </a:lnTo>
                    <a:lnTo>
                      <a:pt x="61" y="24"/>
                    </a:lnTo>
                    <a:lnTo>
                      <a:pt x="72" y="17"/>
                    </a:lnTo>
                    <a:lnTo>
                      <a:pt x="84" y="10"/>
                    </a:lnTo>
                    <a:lnTo>
                      <a:pt x="96" y="6"/>
                    </a:lnTo>
                    <a:lnTo>
                      <a:pt x="110" y="2"/>
                    </a:lnTo>
                    <a:lnTo>
                      <a:pt x="123" y="1"/>
                    </a:lnTo>
                    <a:lnTo>
                      <a:pt x="137" y="0"/>
                    </a:lnTo>
                    <a:lnTo>
                      <a:pt x="137" y="6"/>
                    </a:lnTo>
                    <a:lnTo>
                      <a:pt x="137" y="6"/>
                    </a:lnTo>
                    <a:lnTo>
                      <a:pt x="125" y="8"/>
                    </a:lnTo>
                    <a:lnTo>
                      <a:pt x="111" y="9"/>
                    </a:lnTo>
                    <a:lnTo>
                      <a:pt x="99" y="12"/>
                    </a:lnTo>
                    <a:lnTo>
                      <a:pt x="87" y="17"/>
                    </a:lnTo>
                    <a:lnTo>
                      <a:pt x="75" y="23"/>
                    </a:lnTo>
                    <a:lnTo>
                      <a:pt x="64" y="29"/>
                    </a:lnTo>
                    <a:lnTo>
                      <a:pt x="54" y="36"/>
                    </a:lnTo>
                    <a:lnTo>
                      <a:pt x="45" y="44"/>
                    </a:lnTo>
                    <a:lnTo>
                      <a:pt x="37" y="54"/>
                    </a:lnTo>
                    <a:lnTo>
                      <a:pt x="29" y="65"/>
                    </a:lnTo>
                    <a:lnTo>
                      <a:pt x="22" y="75"/>
                    </a:lnTo>
                    <a:lnTo>
                      <a:pt x="16" y="86"/>
                    </a:lnTo>
                    <a:lnTo>
                      <a:pt x="12" y="98"/>
                    </a:lnTo>
                    <a:lnTo>
                      <a:pt x="10" y="111"/>
                    </a:lnTo>
                    <a:lnTo>
                      <a:pt x="7" y="124"/>
                    </a:lnTo>
                    <a:lnTo>
                      <a:pt x="7" y="138"/>
                    </a:lnTo>
                    <a:lnTo>
                      <a:pt x="7" y="138"/>
                    </a:lnTo>
                    <a:lnTo>
                      <a:pt x="7" y="151"/>
                    </a:lnTo>
                    <a:lnTo>
                      <a:pt x="10" y="163"/>
                    </a:lnTo>
                    <a:lnTo>
                      <a:pt x="12" y="177"/>
                    </a:lnTo>
                    <a:lnTo>
                      <a:pt x="16" y="188"/>
                    </a:lnTo>
                    <a:lnTo>
                      <a:pt x="22" y="200"/>
                    </a:lnTo>
                    <a:lnTo>
                      <a:pt x="29" y="211"/>
                    </a:lnTo>
                    <a:lnTo>
                      <a:pt x="37" y="220"/>
                    </a:lnTo>
                    <a:lnTo>
                      <a:pt x="45" y="230"/>
                    </a:lnTo>
                    <a:lnTo>
                      <a:pt x="54" y="238"/>
                    </a:lnTo>
                    <a:lnTo>
                      <a:pt x="64" y="246"/>
                    </a:lnTo>
                    <a:lnTo>
                      <a:pt x="75" y="253"/>
                    </a:lnTo>
                    <a:lnTo>
                      <a:pt x="87" y="258"/>
                    </a:lnTo>
                    <a:lnTo>
                      <a:pt x="99" y="262"/>
                    </a:lnTo>
                    <a:lnTo>
                      <a:pt x="111" y="266"/>
                    </a:lnTo>
                    <a:lnTo>
                      <a:pt x="125" y="268"/>
                    </a:lnTo>
                    <a:lnTo>
                      <a:pt x="137" y="269"/>
                    </a:lnTo>
                    <a:lnTo>
                      <a:pt x="137" y="274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38" name="îšļîďé">
                <a:extLst>
                  <a:ext uri="{FF2B5EF4-FFF2-40B4-BE49-F238E27FC236}">
                    <a16:creationId xmlns:a16="http://schemas.microsoft.com/office/drawing/2014/main" id="{09C97EF6-4500-ACB0-8994-284A9208711B}"/>
                  </a:ext>
                </a:extLst>
              </p:cNvPr>
              <p:cNvSpPr/>
              <p:nvPr/>
            </p:nvSpPr>
            <p:spPr bwMode="auto">
              <a:xfrm>
                <a:off x="1561586" y="4126937"/>
                <a:ext cx="393030" cy="382990"/>
              </a:xfrm>
              <a:custGeom>
                <a:avLst/>
                <a:gdLst>
                  <a:gd name="T0" fmla="*/ 199 w 274"/>
                  <a:gd name="T1" fmla="*/ 18 h 267"/>
                  <a:gd name="T2" fmla="*/ 203 w 274"/>
                  <a:gd name="T3" fmla="*/ 37 h 267"/>
                  <a:gd name="T4" fmla="*/ 214 w 274"/>
                  <a:gd name="T5" fmla="*/ 35 h 267"/>
                  <a:gd name="T6" fmla="*/ 221 w 274"/>
                  <a:gd name="T7" fmla="*/ 43 h 267"/>
                  <a:gd name="T8" fmla="*/ 238 w 274"/>
                  <a:gd name="T9" fmla="*/ 56 h 267"/>
                  <a:gd name="T10" fmla="*/ 257 w 274"/>
                  <a:gd name="T11" fmla="*/ 80 h 267"/>
                  <a:gd name="T12" fmla="*/ 251 w 274"/>
                  <a:gd name="T13" fmla="*/ 91 h 267"/>
                  <a:gd name="T14" fmla="*/ 256 w 274"/>
                  <a:gd name="T15" fmla="*/ 93 h 267"/>
                  <a:gd name="T16" fmla="*/ 262 w 274"/>
                  <a:gd name="T17" fmla="*/ 85 h 267"/>
                  <a:gd name="T18" fmla="*/ 264 w 274"/>
                  <a:gd name="T19" fmla="*/ 93 h 267"/>
                  <a:gd name="T20" fmla="*/ 259 w 274"/>
                  <a:gd name="T21" fmla="*/ 110 h 267"/>
                  <a:gd name="T22" fmla="*/ 247 w 274"/>
                  <a:gd name="T23" fmla="*/ 112 h 267"/>
                  <a:gd name="T24" fmla="*/ 232 w 274"/>
                  <a:gd name="T25" fmla="*/ 127 h 267"/>
                  <a:gd name="T26" fmla="*/ 220 w 274"/>
                  <a:gd name="T27" fmla="*/ 141 h 267"/>
                  <a:gd name="T28" fmla="*/ 202 w 274"/>
                  <a:gd name="T29" fmla="*/ 154 h 267"/>
                  <a:gd name="T30" fmla="*/ 209 w 274"/>
                  <a:gd name="T31" fmla="*/ 183 h 267"/>
                  <a:gd name="T32" fmla="*/ 218 w 274"/>
                  <a:gd name="T33" fmla="*/ 214 h 267"/>
                  <a:gd name="T34" fmla="*/ 210 w 274"/>
                  <a:gd name="T35" fmla="*/ 237 h 267"/>
                  <a:gd name="T36" fmla="*/ 226 w 274"/>
                  <a:gd name="T37" fmla="*/ 228 h 267"/>
                  <a:gd name="T38" fmla="*/ 247 w 274"/>
                  <a:gd name="T39" fmla="*/ 192 h 267"/>
                  <a:gd name="T40" fmla="*/ 264 w 274"/>
                  <a:gd name="T41" fmla="*/ 141 h 267"/>
                  <a:gd name="T42" fmla="*/ 274 w 274"/>
                  <a:gd name="T43" fmla="*/ 115 h 267"/>
                  <a:gd name="T44" fmla="*/ 155 w 274"/>
                  <a:gd name="T45" fmla="*/ 267 h 267"/>
                  <a:gd name="T46" fmla="*/ 178 w 274"/>
                  <a:gd name="T47" fmla="*/ 246 h 267"/>
                  <a:gd name="T48" fmla="*/ 153 w 274"/>
                  <a:gd name="T49" fmla="*/ 245 h 267"/>
                  <a:gd name="T50" fmla="*/ 145 w 274"/>
                  <a:gd name="T51" fmla="*/ 252 h 267"/>
                  <a:gd name="T52" fmla="*/ 125 w 274"/>
                  <a:gd name="T53" fmla="*/ 248 h 267"/>
                  <a:gd name="T54" fmla="*/ 99 w 274"/>
                  <a:gd name="T55" fmla="*/ 249 h 267"/>
                  <a:gd name="T56" fmla="*/ 121 w 274"/>
                  <a:gd name="T57" fmla="*/ 267 h 267"/>
                  <a:gd name="T58" fmla="*/ 0 w 274"/>
                  <a:gd name="T59" fmla="*/ 129 h 267"/>
                  <a:gd name="T60" fmla="*/ 62 w 274"/>
                  <a:gd name="T61" fmla="*/ 26 h 267"/>
                  <a:gd name="T62" fmla="*/ 19 w 274"/>
                  <a:gd name="T63" fmla="*/ 87 h 267"/>
                  <a:gd name="T64" fmla="*/ 31 w 274"/>
                  <a:gd name="T65" fmla="*/ 84 h 267"/>
                  <a:gd name="T66" fmla="*/ 50 w 274"/>
                  <a:gd name="T67" fmla="*/ 91 h 267"/>
                  <a:gd name="T68" fmla="*/ 60 w 274"/>
                  <a:gd name="T69" fmla="*/ 88 h 267"/>
                  <a:gd name="T70" fmla="*/ 46 w 274"/>
                  <a:gd name="T71" fmla="*/ 106 h 267"/>
                  <a:gd name="T72" fmla="*/ 35 w 274"/>
                  <a:gd name="T73" fmla="*/ 122 h 267"/>
                  <a:gd name="T74" fmla="*/ 45 w 274"/>
                  <a:gd name="T75" fmla="*/ 157 h 267"/>
                  <a:gd name="T76" fmla="*/ 54 w 274"/>
                  <a:gd name="T77" fmla="*/ 180 h 267"/>
                  <a:gd name="T78" fmla="*/ 87 w 274"/>
                  <a:gd name="T79" fmla="*/ 210 h 267"/>
                  <a:gd name="T80" fmla="*/ 95 w 274"/>
                  <a:gd name="T81" fmla="*/ 188 h 267"/>
                  <a:gd name="T82" fmla="*/ 98 w 274"/>
                  <a:gd name="T83" fmla="*/ 169 h 267"/>
                  <a:gd name="T84" fmla="*/ 104 w 274"/>
                  <a:gd name="T85" fmla="*/ 137 h 267"/>
                  <a:gd name="T86" fmla="*/ 117 w 274"/>
                  <a:gd name="T87" fmla="*/ 122 h 267"/>
                  <a:gd name="T88" fmla="*/ 152 w 274"/>
                  <a:gd name="T89" fmla="*/ 125 h 267"/>
                  <a:gd name="T90" fmla="*/ 165 w 274"/>
                  <a:gd name="T91" fmla="*/ 106 h 267"/>
                  <a:gd name="T92" fmla="*/ 161 w 274"/>
                  <a:gd name="T93" fmla="*/ 81 h 267"/>
                  <a:gd name="T94" fmla="*/ 134 w 274"/>
                  <a:gd name="T95" fmla="*/ 58 h 267"/>
                  <a:gd name="T96" fmla="*/ 111 w 274"/>
                  <a:gd name="T97" fmla="*/ 57 h 267"/>
                  <a:gd name="T98" fmla="*/ 92 w 274"/>
                  <a:gd name="T99" fmla="*/ 68 h 267"/>
                  <a:gd name="T100" fmla="*/ 69 w 274"/>
                  <a:gd name="T101" fmla="*/ 64 h 267"/>
                  <a:gd name="T102" fmla="*/ 73 w 274"/>
                  <a:gd name="T103" fmla="*/ 56 h 267"/>
                  <a:gd name="T104" fmla="*/ 80 w 274"/>
                  <a:gd name="T105" fmla="*/ 45 h 267"/>
                  <a:gd name="T106" fmla="*/ 81 w 274"/>
                  <a:gd name="T107" fmla="*/ 38 h 267"/>
                  <a:gd name="T108" fmla="*/ 96 w 274"/>
                  <a:gd name="T109" fmla="*/ 49 h 267"/>
                  <a:gd name="T110" fmla="*/ 119 w 274"/>
                  <a:gd name="T111" fmla="*/ 47 h 267"/>
                  <a:gd name="T112" fmla="*/ 137 w 274"/>
                  <a:gd name="T113" fmla="*/ 45 h 267"/>
                  <a:gd name="T114" fmla="*/ 141 w 274"/>
                  <a:gd name="T115" fmla="*/ 28 h 267"/>
                  <a:gd name="T116" fmla="*/ 161 w 274"/>
                  <a:gd name="T117" fmla="*/ 22 h 267"/>
                  <a:gd name="T118" fmla="*/ 132 w 274"/>
                  <a:gd name="T119" fmla="*/ 8 h 2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74" h="267">
                    <a:moveTo>
                      <a:pt x="161" y="1"/>
                    </a:moveTo>
                    <a:lnTo>
                      <a:pt x="161" y="1"/>
                    </a:lnTo>
                    <a:lnTo>
                      <a:pt x="169" y="3"/>
                    </a:lnTo>
                    <a:lnTo>
                      <a:pt x="178" y="5"/>
                    </a:lnTo>
                    <a:lnTo>
                      <a:pt x="188" y="8"/>
                    </a:lnTo>
                    <a:lnTo>
                      <a:pt x="201" y="14"/>
                    </a:lnTo>
                    <a:lnTo>
                      <a:pt x="214" y="22"/>
                    </a:lnTo>
                    <a:lnTo>
                      <a:pt x="226" y="31"/>
                    </a:lnTo>
                    <a:lnTo>
                      <a:pt x="238" y="43"/>
                    </a:lnTo>
                    <a:lnTo>
                      <a:pt x="238" y="43"/>
                    </a:lnTo>
                    <a:lnTo>
                      <a:pt x="234" y="39"/>
                    </a:lnTo>
                    <a:lnTo>
                      <a:pt x="225" y="31"/>
                    </a:lnTo>
                    <a:lnTo>
                      <a:pt x="213" y="22"/>
                    </a:lnTo>
                    <a:lnTo>
                      <a:pt x="206" y="19"/>
                    </a:lnTo>
                    <a:lnTo>
                      <a:pt x="199" y="18"/>
                    </a:lnTo>
                    <a:lnTo>
                      <a:pt x="197" y="19"/>
                    </a:lnTo>
                    <a:lnTo>
                      <a:pt x="197" y="19"/>
                    </a:lnTo>
                    <a:lnTo>
                      <a:pt x="198" y="22"/>
                    </a:lnTo>
                    <a:lnTo>
                      <a:pt x="198" y="22"/>
                    </a:lnTo>
                    <a:lnTo>
                      <a:pt x="199" y="24"/>
                    </a:lnTo>
                    <a:lnTo>
                      <a:pt x="199" y="24"/>
                    </a:lnTo>
                    <a:lnTo>
                      <a:pt x="199" y="27"/>
                    </a:lnTo>
                    <a:lnTo>
                      <a:pt x="201" y="30"/>
                    </a:lnTo>
                    <a:lnTo>
                      <a:pt x="201" y="30"/>
                    </a:lnTo>
                    <a:lnTo>
                      <a:pt x="202" y="30"/>
                    </a:lnTo>
                    <a:lnTo>
                      <a:pt x="202" y="30"/>
                    </a:lnTo>
                    <a:lnTo>
                      <a:pt x="203" y="33"/>
                    </a:lnTo>
                    <a:lnTo>
                      <a:pt x="203" y="33"/>
                    </a:lnTo>
                    <a:lnTo>
                      <a:pt x="203" y="34"/>
                    </a:lnTo>
                    <a:lnTo>
                      <a:pt x="203" y="37"/>
                    </a:lnTo>
                    <a:lnTo>
                      <a:pt x="203" y="39"/>
                    </a:lnTo>
                    <a:lnTo>
                      <a:pt x="206" y="39"/>
                    </a:lnTo>
                    <a:lnTo>
                      <a:pt x="206" y="39"/>
                    </a:lnTo>
                    <a:lnTo>
                      <a:pt x="209" y="39"/>
                    </a:lnTo>
                    <a:lnTo>
                      <a:pt x="209" y="39"/>
                    </a:lnTo>
                    <a:lnTo>
                      <a:pt x="210" y="38"/>
                    </a:lnTo>
                    <a:lnTo>
                      <a:pt x="210" y="38"/>
                    </a:lnTo>
                    <a:lnTo>
                      <a:pt x="207" y="35"/>
                    </a:lnTo>
                    <a:lnTo>
                      <a:pt x="207" y="35"/>
                    </a:lnTo>
                    <a:lnTo>
                      <a:pt x="207" y="35"/>
                    </a:lnTo>
                    <a:lnTo>
                      <a:pt x="207" y="35"/>
                    </a:lnTo>
                    <a:lnTo>
                      <a:pt x="209" y="34"/>
                    </a:lnTo>
                    <a:lnTo>
                      <a:pt x="210" y="33"/>
                    </a:lnTo>
                    <a:lnTo>
                      <a:pt x="210" y="33"/>
                    </a:lnTo>
                    <a:lnTo>
                      <a:pt x="214" y="35"/>
                    </a:lnTo>
                    <a:lnTo>
                      <a:pt x="215" y="37"/>
                    </a:lnTo>
                    <a:lnTo>
                      <a:pt x="215" y="37"/>
                    </a:lnTo>
                    <a:lnTo>
                      <a:pt x="217" y="39"/>
                    </a:lnTo>
                    <a:lnTo>
                      <a:pt x="217" y="39"/>
                    </a:lnTo>
                    <a:lnTo>
                      <a:pt x="215" y="41"/>
                    </a:lnTo>
                    <a:lnTo>
                      <a:pt x="215" y="41"/>
                    </a:lnTo>
                    <a:lnTo>
                      <a:pt x="214" y="42"/>
                    </a:lnTo>
                    <a:lnTo>
                      <a:pt x="214" y="42"/>
                    </a:lnTo>
                    <a:lnTo>
                      <a:pt x="215" y="45"/>
                    </a:lnTo>
                    <a:lnTo>
                      <a:pt x="215" y="45"/>
                    </a:lnTo>
                    <a:lnTo>
                      <a:pt x="215" y="45"/>
                    </a:lnTo>
                    <a:lnTo>
                      <a:pt x="217" y="45"/>
                    </a:lnTo>
                    <a:lnTo>
                      <a:pt x="217" y="45"/>
                    </a:lnTo>
                    <a:lnTo>
                      <a:pt x="221" y="43"/>
                    </a:lnTo>
                    <a:lnTo>
                      <a:pt x="221" y="43"/>
                    </a:lnTo>
                    <a:lnTo>
                      <a:pt x="224" y="43"/>
                    </a:lnTo>
                    <a:lnTo>
                      <a:pt x="224" y="43"/>
                    </a:lnTo>
                    <a:lnTo>
                      <a:pt x="225" y="45"/>
                    </a:lnTo>
                    <a:lnTo>
                      <a:pt x="225" y="45"/>
                    </a:lnTo>
                    <a:lnTo>
                      <a:pt x="229" y="47"/>
                    </a:lnTo>
                    <a:lnTo>
                      <a:pt x="229" y="47"/>
                    </a:lnTo>
                    <a:lnTo>
                      <a:pt x="230" y="47"/>
                    </a:lnTo>
                    <a:lnTo>
                      <a:pt x="230" y="47"/>
                    </a:lnTo>
                    <a:lnTo>
                      <a:pt x="232" y="51"/>
                    </a:lnTo>
                    <a:lnTo>
                      <a:pt x="232" y="51"/>
                    </a:lnTo>
                    <a:lnTo>
                      <a:pt x="234" y="53"/>
                    </a:lnTo>
                    <a:lnTo>
                      <a:pt x="234" y="53"/>
                    </a:lnTo>
                    <a:lnTo>
                      <a:pt x="237" y="54"/>
                    </a:lnTo>
                    <a:lnTo>
                      <a:pt x="238" y="56"/>
                    </a:lnTo>
                    <a:lnTo>
                      <a:pt x="238" y="56"/>
                    </a:lnTo>
                    <a:lnTo>
                      <a:pt x="240" y="58"/>
                    </a:lnTo>
                    <a:lnTo>
                      <a:pt x="240" y="58"/>
                    </a:lnTo>
                    <a:lnTo>
                      <a:pt x="245" y="62"/>
                    </a:lnTo>
                    <a:lnTo>
                      <a:pt x="245" y="62"/>
                    </a:lnTo>
                    <a:lnTo>
                      <a:pt x="248" y="65"/>
                    </a:lnTo>
                    <a:lnTo>
                      <a:pt x="248" y="65"/>
                    </a:lnTo>
                    <a:lnTo>
                      <a:pt x="248" y="69"/>
                    </a:lnTo>
                    <a:lnTo>
                      <a:pt x="248" y="69"/>
                    </a:lnTo>
                    <a:lnTo>
                      <a:pt x="249" y="73"/>
                    </a:lnTo>
                    <a:lnTo>
                      <a:pt x="249" y="73"/>
                    </a:lnTo>
                    <a:lnTo>
                      <a:pt x="251" y="76"/>
                    </a:lnTo>
                    <a:lnTo>
                      <a:pt x="251" y="76"/>
                    </a:lnTo>
                    <a:lnTo>
                      <a:pt x="253" y="77"/>
                    </a:lnTo>
                    <a:lnTo>
                      <a:pt x="253" y="77"/>
                    </a:lnTo>
                    <a:lnTo>
                      <a:pt x="257" y="80"/>
                    </a:lnTo>
                    <a:lnTo>
                      <a:pt x="257" y="80"/>
                    </a:lnTo>
                    <a:lnTo>
                      <a:pt x="259" y="81"/>
                    </a:lnTo>
                    <a:lnTo>
                      <a:pt x="259" y="83"/>
                    </a:lnTo>
                    <a:lnTo>
                      <a:pt x="259" y="83"/>
                    </a:lnTo>
                    <a:lnTo>
                      <a:pt x="257" y="84"/>
                    </a:lnTo>
                    <a:lnTo>
                      <a:pt x="257" y="84"/>
                    </a:lnTo>
                    <a:lnTo>
                      <a:pt x="255" y="84"/>
                    </a:lnTo>
                    <a:lnTo>
                      <a:pt x="255" y="84"/>
                    </a:lnTo>
                    <a:lnTo>
                      <a:pt x="255" y="87"/>
                    </a:lnTo>
                    <a:lnTo>
                      <a:pt x="255" y="87"/>
                    </a:lnTo>
                    <a:lnTo>
                      <a:pt x="255" y="88"/>
                    </a:lnTo>
                    <a:lnTo>
                      <a:pt x="255" y="89"/>
                    </a:lnTo>
                    <a:lnTo>
                      <a:pt x="255" y="89"/>
                    </a:lnTo>
                    <a:lnTo>
                      <a:pt x="252" y="91"/>
                    </a:lnTo>
                    <a:lnTo>
                      <a:pt x="251" y="91"/>
                    </a:lnTo>
                    <a:lnTo>
                      <a:pt x="248" y="92"/>
                    </a:lnTo>
                    <a:lnTo>
                      <a:pt x="247" y="93"/>
                    </a:lnTo>
                    <a:lnTo>
                      <a:pt x="247" y="93"/>
                    </a:lnTo>
                    <a:lnTo>
                      <a:pt x="247" y="95"/>
                    </a:lnTo>
                    <a:lnTo>
                      <a:pt x="247" y="95"/>
                    </a:lnTo>
                    <a:lnTo>
                      <a:pt x="249" y="96"/>
                    </a:lnTo>
                    <a:lnTo>
                      <a:pt x="249" y="96"/>
                    </a:lnTo>
                    <a:lnTo>
                      <a:pt x="249" y="95"/>
                    </a:lnTo>
                    <a:lnTo>
                      <a:pt x="249" y="95"/>
                    </a:lnTo>
                    <a:lnTo>
                      <a:pt x="249" y="93"/>
                    </a:lnTo>
                    <a:lnTo>
                      <a:pt x="251" y="93"/>
                    </a:lnTo>
                    <a:lnTo>
                      <a:pt x="251" y="93"/>
                    </a:lnTo>
                    <a:lnTo>
                      <a:pt x="253" y="93"/>
                    </a:lnTo>
                    <a:lnTo>
                      <a:pt x="253" y="93"/>
                    </a:lnTo>
                    <a:lnTo>
                      <a:pt x="256" y="93"/>
                    </a:lnTo>
                    <a:lnTo>
                      <a:pt x="256" y="93"/>
                    </a:lnTo>
                    <a:lnTo>
                      <a:pt x="256" y="92"/>
                    </a:lnTo>
                    <a:lnTo>
                      <a:pt x="256" y="92"/>
                    </a:lnTo>
                    <a:lnTo>
                      <a:pt x="256" y="92"/>
                    </a:lnTo>
                    <a:lnTo>
                      <a:pt x="256" y="89"/>
                    </a:lnTo>
                    <a:lnTo>
                      <a:pt x="256" y="89"/>
                    </a:lnTo>
                    <a:lnTo>
                      <a:pt x="257" y="87"/>
                    </a:lnTo>
                    <a:lnTo>
                      <a:pt x="257" y="87"/>
                    </a:lnTo>
                    <a:lnTo>
                      <a:pt x="257" y="88"/>
                    </a:lnTo>
                    <a:lnTo>
                      <a:pt x="259" y="87"/>
                    </a:lnTo>
                    <a:lnTo>
                      <a:pt x="259" y="87"/>
                    </a:lnTo>
                    <a:lnTo>
                      <a:pt x="260" y="85"/>
                    </a:lnTo>
                    <a:lnTo>
                      <a:pt x="260" y="85"/>
                    </a:lnTo>
                    <a:lnTo>
                      <a:pt x="262" y="85"/>
                    </a:lnTo>
                    <a:lnTo>
                      <a:pt x="262" y="85"/>
                    </a:lnTo>
                    <a:lnTo>
                      <a:pt x="262" y="85"/>
                    </a:lnTo>
                    <a:lnTo>
                      <a:pt x="262" y="83"/>
                    </a:lnTo>
                    <a:lnTo>
                      <a:pt x="262" y="83"/>
                    </a:lnTo>
                    <a:lnTo>
                      <a:pt x="260" y="80"/>
                    </a:lnTo>
                    <a:lnTo>
                      <a:pt x="260" y="80"/>
                    </a:lnTo>
                    <a:lnTo>
                      <a:pt x="260" y="75"/>
                    </a:lnTo>
                    <a:lnTo>
                      <a:pt x="260" y="75"/>
                    </a:lnTo>
                    <a:lnTo>
                      <a:pt x="263" y="80"/>
                    </a:lnTo>
                    <a:lnTo>
                      <a:pt x="266" y="89"/>
                    </a:lnTo>
                    <a:lnTo>
                      <a:pt x="266" y="89"/>
                    </a:lnTo>
                    <a:lnTo>
                      <a:pt x="264" y="89"/>
                    </a:lnTo>
                    <a:lnTo>
                      <a:pt x="264" y="91"/>
                    </a:lnTo>
                    <a:lnTo>
                      <a:pt x="264" y="91"/>
                    </a:lnTo>
                    <a:lnTo>
                      <a:pt x="264" y="93"/>
                    </a:lnTo>
                    <a:lnTo>
                      <a:pt x="264" y="93"/>
                    </a:lnTo>
                    <a:lnTo>
                      <a:pt x="264" y="98"/>
                    </a:lnTo>
                    <a:lnTo>
                      <a:pt x="264" y="98"/>
                    </a:lnTo>
                    <a:lnTo>
                      <a:pt x="264" y="103"/>
                    </a:lnTo>
                    <a:lnTo>
                      <a:pt x="264" y="103"/>
                    </a:lnTo>
                    <a:lnTo>
                      <a:pt x="264" y="107"/>
                    </a:lnTo>
                    <a:lnTo>
                      <a:pt x="264" y="107"/>
                    </a:lnTo>
                    <a:lnTo>
                      <a:pt x="264" y="112"/>
                    </a:lnTo>
                    <a:lnTo>
                      <a:pt x="264" y="112"/>
                    </a:lnTo>
                    <a:lnTo>
                      <a:pt x="263" y="114"/>
                    </a:lnTo>
                    <a:lnTo>
                      <a:pt x="263" y="114"/>
                    </a:lnTo>
                    <a:lnTo>
                      <a:pt x="263" y="115"/>
                    </a:lnTo>
                    <a:lnTo>
                      <a:pt x="262" y="114"/>
                    </a:lnTo>
                    <a:lnTo>
                      <a:pt x="262" y="114"/>
                    </a:lnTo>
                    <a:lnTo>
                      <a:pt x="260" y="110"/>
                    </a:lnTo>
                    <a:lnTo>
                      <a:pt x="259" y="110"/>
                    </a:lnTo>
                    <a:lnTo>
                      <a:pt x="259" y="110"/>
                    </a:lnTo>
                    <a:lnTo>
                      <a:pt x="259" y="108"/>
                    </a:lnTo>
                    <a:lnTo>
                      <a:pt x="256" y="108"/>
                    </a:lnTo>
                    <a:lnTo>
                      <a:pt x="256" y="108"/>
                    </a:lnTo>
                    <a:lnTo>
                      <a:pt x="255" y="108"/>
                    </a:lnTo>
                    <a:lnTo>
                      <a:pt x="253" y="108"/>
                    </a:lnTo>
                    <a:lnTo>
                      <a:pt x="253" y="108"/>
                    </a:lnTo>
                    <a:lnTo>
                      <a:pt x="253" y="111"/>
                    </a:lnTo>
                    <a:lnTo>
                      <a:pt x="253" y="112"/>
                    </a:lnTo>
                    <a:lnTo>
                      <a:pt x="253" y="112"/>
                    </a:lnTo>
                    <a:lnTo>
                      <a:pt x="248" y="111"/>
                    </a:lnTo>
                    <a:lnTo>
                      <a:pt x="248" y="111"/>
                    </a:lnTo>
                    <a:lnTo>
                      <a:pt x="247" y="111"/>
                    </a:lnTo>
                    <a:lnTo>
                      <a:pt x="247" y="112"/>
                    </a:lnTo>
                    <a:lnTo>
                      <a:pt x="247" y="112"/>
                    </a:lnTo>
                    <a:lnTo>
                      <a:pt x="245" y="115"/>
                    </a:lnTo>
                    <a:lnTo>
                      <a:pt x="244" y="116"/>
                    </a:lnTo>
                    <a:lnTo>
                      <a:pt x="244" y="116"/>
                    </a:lnTo>
                    <a:lnTo>
                      <a:pt x="244" y="118"/>
                    </a:lnTo>
                    <a:lnTo>
                      <a:pt x="243" y="121"/>
                    </a:lnTo>
                    <a:lnTo>
                      <a:pt x="243" y="121"/>
                    </a:lnTo>
                    <a:lnTo>
                      <a:pt x="241" y="122"/>
                    </a:lnTo>
                    <a:lnTo>
                      <a:pt x="238" y="122"/>
                    </a:lnTo>
                    <a:lnTo>
                      <a:pt x="238" y="122"/>
                    </a:lnTo>
                    <a:lnTo>
                      <a:pt x="234" y="123"/>
                    </a:lnTo>
                    <a:lnTo>
                      <a:pt x="234" y="123"/>
                    </a:lnTo>
                    <a:lnTo>
                      <a:pt x="234" y="125"/>
                    </a:lnTo>
                    <a:lnTo>
                      <a:pt x="233" y="126"/>
                    </a:lnTo>
                    <a:lnTo>
                      <a:pt x="233" y="126"/>
                    </a:lnTo>
                    <a:lnTo>
                      <a:pt x="232" y="127"/>
                    </a:lnTo>
                    <a:lnTo>
                      <a:pt x="230" y="129"/>
                    </a:lnTo>
                    <a:lnTo>
                      <a:pt x="230" y="129"/>
                    </a:lnTo>
                    <a:lnTo>
                      <a:pt x="230" y="133"/>
                    </a:lnTo>
                    <a:lnTo>
                      <a:pt x="230" y="133"/>
                    </a:lnTo>
                    <a:lnTo>
                      <a:pt x="230" y="134"/>
                    </a:lnTo>
                    <a:lnTo>
                      <a:pt x="230" y="135"/>
                    </a:lnTo>
                    <a:lnTo>
                      <a:pt x="230" y="135"/>
                    </a:lnTo>
                    <a:lnTo>
                      <a:pt x="226" y="137"/>
                    </a:lnTo>
                    <a:lnTo>
                      <a:pt x="226" y="137"/>
                    </a:lnTo>
                    <a:lnTo>
                      <a:pt x="226" y="137"/>
                    </a:lnTo>
                    <a:lnTo>
                      <a:pt x="226" y="138"/>
                    </a:lnTo>
                    <a:lnTo>
                      <a:pt x="225" y="139"/>
                    </a:lnTo>
                    <a:lnTo>
                      <a:pt x="225" y="139"/>
                    </a:lnTo>
                    <a:lnTo>
                      <a:pt x="220" y="141"/>
                    </a:lnTo>
                    <a:lnTo>
                      <a:pt x="220" y="141"/>
                    </a:lnTo>
                    <a:lnTo>
                      <a:pt x="220" y="142"/>
                    </a:lnTo>
                    <a:lnTo>
                      <a:pt x="220" y="144"/>
                    </a:lnTo>
                    <a:lnTo>
                      <a:pt x="218" y="144"/>
                    </a:lnTo>
                    <a:lnTo>
                      <a:pt x="218" y="144"/>
                    </a:lnTo>
                    <a:lnTo>
                      <a:pt x="215" y="144"/>
                    </a:lnTo>
                    <a:lnTo>
                      <a:pt x="213" y="144"/>
                    </a:lnTo>
                    <a:lnTo>
                      <a:pt x="213" y="144"/>
                    </a:lnTo>
                    <a:lnTo>
                      <a:pt x="211" y="145"/>
                    </a:lnTo>
                    <a:lnTo>
                      <a:pt x="209" y="148"/>
                    </a:lnTo>
                    <a:lnTo>
                      <a:pt x="209" y="148"/>
                    </a:lnTo>
                    <a:lnTo>
                      <a:pt x="203" y="152"/>
                    </a:lnTo>
                    <a:lnTo>
                      <a:pt x="203" y="152"/>
                    </a:lnTo>
                    <a:lnTo>
                      <a:pt x="202" y="152"/>
                    </a:lnTo>
                    <a:lnTo>
                      <a:pt x="202" y="154"/>
                    </a:lnTo>
                    <a:lnTo>
                      <a:pt x="202" y="154"/>
                    </a:lnTo>
                    <a:lnTo>
                      <a:pt x="202" y="157"/>
                    </a:lnTo>
                    <a:lnTo>
                      <a:pt x="203" y="158"/>
                    </a:lnTo>
                    <a:lnTo>
                      <a:pt x="203" y="158"/>
                    </a:lnTo>
                    <a:lnTo>
                      <a:pt x="207" y="164"/>
                    </a:lnTo>
                    <a:lnTo>
                      <a:pt x="207" y="164"/>
                    </a:lnTo>
                    <a:lnTo>
                      <a:pt x="209" y="167"/>
                    </a:lnTo>
                    <a:lnTo>
                      <a:pt x="207" y="169"/>
                    </a:lnTo>
                    <a:lnTo>
                      <a:pt x="207" y="169"/>
                    </a:lnTo>
                    <a:lnTo>
                      <a:pt x="206" y="173"/>
                    </a:lnTo>
                    <a:lnTo>
                      <a:pt x="206" y="173"/>
                    </a:lnTo>
                    <a:lnTo>
                      <a:pt x="206" y="176"/>
                    </a:lnTo>
                    <a:lnTo>
                      <a:pt x="206" y="179"/>
                    </a:lnTo>
                    <a:lnTo>
                      <a:pt x="206" y="179"/>
                    </a:lnTo>
                    <a:lnTo>
                      <a:pt x="209" y="183"/>
                    </a:lnTo>
                    <a:lnTo>
                      <a:pt x="209" y="183"/>
                    </a:lnTo>
                    <a:lnTo>
                      <a:pt x="207" y="184"/>
                    </a:lnTo>
                    <a:lnTo>
                      <a:pt x="207" y="186"/>
                    </a:lnTo>
                    <a:lnTo>
                      <a:pt x="207" y="187"/>
                    </a:lnTo>
                    <a:lnTo>
                      <a:pt x="207" y="187"/>
                    </a:lnTo>
                    <a:lnTo>
                      <a:pt x="213" y="191"/>
                    </a:lnTo>
                    <a:lnTo>
                      <a:pt x="213" y="191"/>
                    </a:lnTo>
                    <a:lnTo>
                      <a:pt x="217" y="194"/>
                    </a:lnTo>
                    <a:lnTo>
                      <a:pt x="217" y="194"/>
                    </a:lnTo>
                    <a:lnTo>
                      <a:pt x="217" y="199"/>
                    </a:lnTo>
                    <a:lnTo>
                      <a:pt x="217" y="199"/>
                    </a:lnTo>
                    <a:lnTo>
                      <a:pt x="220" y="204"/>
                    </a:lnTo>
                    <a:lnTo>
                      <a:pt x="221" y="209"/>
                    </a:lnTo>
                    <a:lnTo>
                      <a:pt x="220" y="211"/>
                    </a:lnTo>
                    <a:lnTo>
                      <a:pt x="220" y="211"/>
                    </a:lnTo>
                    <a:lnTo>
                      <a:pt x="218" y="214"/>
                    </a:lnTo>
                    <a:lnTo>
                      <a:pt x="218" y="215"/>
                    </a:lnTo>
                    <a:lnTo>
                      <a:pt x="218" y="215"/>
                    </a:lnTo>
                    <a:lnTo>
                      <a:pt x="220" y="218"/>
                    </a:lnTo>
                    <a:lnTo>
                      <a:pt x="220" y="218"/>
                    </a:lnTo>
                    <a:lnTo>
                      <a:pt x="222" y="219"/>
                    </a:lnTo>
                    <a:lnTo>
                      <a:pt x="222" y="219"/>
                    </a:lnTo>
                    <a:lnTo>
                      <a:pt x="222" y="221"/>
                    </a:lnTo>
                    <a:lnTo>
                      <a:pt x="222" y="221"/>
                    </a:lnTo>
                    <a:lnTo>
                      <a:pt x="218" y="226"/>
                    </a:lnTo>
                    <a:lnTo>
                      <a:pt x="218" y="226"/>
                    </a:lnTo>
                    <a:lnTo>
                      <a:pt x="217" y="230"/>
                    </a:lnTo>
                    <a:lnTo>
                      <a:pt x="217" y="230"/>
                    </a:lnTo>
                    <a:lnTo>
                      <a:pt x="213" y="236"/>
                    </a:lnTo>
                    <a:lnTo>
                      <a:pt x="213" y="236"/>
                    </a:lnTo>
                    <a:lnTo>
                      <a:pt x="210" y="237"/>
                    </a:lnTo>
                    <a:lnTo>
                      <a:pt x="210" y="238"/>
                    </a:lnTo>
                    <a:lnTo>
                      <a:pt x="210" y="238"/>
                    </a:lnTo>
                    <a:lnTo>
                      <a:pt x="209" y="241"/>
                    </a:lnTo>
                    <a:lnTo>
                      <a:pt x="209" y="242"/>
                    </a:lnTo>
                    <a:lnTo>
                      <a:pt x="210" y="241"/>
                    </a:lnTo>
                    <a:lnTo>
                      <a:pt x="210" y="241"/>
                    </a:lnTo>
                    <a:lnTo>
                      <a:pt x="215" y="237"/>
                    </a:lnTo>
                    <a:lnTo>
                      <a:pt x="215" y="237"/>
                    </a:lnTo>
                    <a:lnTo>
                      <a:pt x="221" y="234"/>
                    </a:lnTo>
                    <a:lnTo>
                      <a:pt x="224" y="232"/>
                    </a:lnTo>
                    <a:lnTo>
                      <a:pt x="224" y="232"/>
                    </a:lnTo>
                    <a:lnTo>
                      <a:pt x="225" y="232"/>
                    </a:lnTo>
                    <a:lnTo>
                      <a:pt x="225" y="233"/>
                    </a:lnTo>
                    <a:lnTo>
                      <a:pt x="226" y="228"/>
                    </a:lnTo>
                    <a:lnTo>
                      <a:pt x="226" y="228"/>
                    </a:lnTo>
                    <a:lnTo>
                      <a:pt x="230" y="219"/>
                    </a:lnTo>
                    <a:lnTo>
                      <a:pt x="233" y="217"/>
                    </a:lnTo>
                    <a:lnTo>
                      <a:pt x="233" y="217"/>
                    </a:lnTo>
                    <a:lnTo>
                      <a:pt x="236" y="211"/>
                    </a:lnTo>
                    <a:lnTo>
                      <a:pt x="236" y="211"/>
                    </a:lnTo>
                    <a:lnTo>
                      <a:pt x="238" y="206"/>
                    </a:lnTo>
                    <a:lnTo>
                      <a:pt x="238" y="206"/>
                    </a:lnTo>
                    <a:lnTo>
                      <a:pt x="240" y="204"/>
                    </a:lnTo>
                    <a:lnTo>
                      <a:pt x="241" y="204"/>
                    </a:lnTo>
                    <a:lnTo>
                      <a:pt x="243" y="204"/>
                    </a:lnTo>
                    <a:lnTo>
                      <a:pt x="243" y="200"/>
                    </a:lnTo>
                    <a:lnTo>
                      <a:pt x="243" y="200"/>
                    </a:lnTo>
                    <a:lnTo>
                      <a:pt x="244" y="196"/>
                    </a:lnTo>
                    <a:lnTo>
                      <a:pt x="247" y="192"/>
                    </a:lnTo>
                    <a:lnTo>
                      <a:pt x="247" y="192"/>
                    </a:lnTo>
                    <a:lnTo>
                      <a:pt x="247" y="188"/>
                    </a:lnTo>
                    <a:lnTo>
                      <a:pt x="247" y="186"/>
                    </a:lnTo>
                    <a:lnTo>
                      <a:pt x="247" y="184"/>
                    </a:lnTo>
                    <a:lnTo>
                      <a:pt x="248" y="181"/>
                    </a:lnTo>
                    <a:lnTo>
                      <a:pt x="248" y="181"/>
                    </a:lnTo>
                    <a:lnTo>
                      <a:pt x="252" y="179"/>
                    </a:lnTo>
                    <a:lnTo>
                      <a:pt x="253" y="177"/>
                    </a:lnTo>
                    <a:lnTo>
                      <a:pt x="253" y="177"/>
                    </a:lnTo>
                    <a:lnTo>
                      <a:pt x="256" y="172"/>
                    </a:lnTo>
                    <a:lnTo>
                      <a:pt x="256" y="172"/>
                    </a:lnTo>
                    <a:lnTo>
                      <a:pt x="262" y="164"/>
                    </a:lnTo>
                    <a:lnTo>
                      <a:pt x="263" y="160"/>
                    </a:lnTo>
                    <a:lnTo>
                      <a:pt x="264" y="153"/>
                    </a:lnTo>
                    <a:lnTo>
                      <a:pt x="264" y="153"/>
                    </a:lnTo>
                    <a:lnTo>
                      <a:pt x="264" y="141"/>
                    </a:lnTo>
                    <a:lnTo>
                      <a:pt x="264" y="141"/>
                    </a:lnTo>
                    <a:lnTo>
                      <a:pt x="266" y="138"/>
                    </a:lnTo>
                    <a:lnTo>
                      <a:pt x="267" y="135"/>
                    </a:lnTo>
                    <a:lnTo>
                      <a:pt x="267" y="131"/>
                    </a:lnTo>
                    <a:lnTo>
                      <a:pt x="267" y="131"/>
                    </a:lnTo>
                    <a:lnTo>
                      <a:pt x="266" y="127"/>
                    </a:lnTo>
                    <a:lnTo>
                      <a:pt x="266" y="126"/>
                    </a:lnTo>
                    <a:lnTo>
                      <a:pt x="266" y="126"/>
                    </a:lnTo>
                    <a:lnTo>
                      <a:pt x="267" y="123"/>
                    </a:lnTo>
                    <a:lnTo>
                      <a:pt x="268" y="122"/>
                    </a:lnTo>
                    <a:lnTo>
                      <a:pt x="268" y="122"/>
                    </a:lnTo>
                    <a:lnTo>
                      <a:pt x="271" y="118"/>
                    </a:lnTo>
                    <a:lnTo>
                      <a:pt x="271" y="118"/>
                    </a:lnTo>
                    <a:lnTo>
                      <a:pt x="272" y="114"/>
                    </a:lnTo>
                    <a:lnTo>
                      <a:pt x="274" y="115"/>
                    </a:lnTo>
                    <a:lnTo>
                      <a:pt x="274" y="115"/>
                    </a:lnTo>
                    <a:lnTo>
                      <a:pt x="274" y="121"/>
                    </a:lnTo>
                    <a:lnTo>
                      <a:pt x="274" y="135"/>
                    </a:lnTo>
                    <a:lnTo>
                      <a:pt x="270" y="157"/>
                    </a:lnTo>
                    <a:lnTo>
                      <a:pt x="267" y="171"/>
                    </a:lnTo>
                    <a:lnTo>
                      <a:pt x="263" y="183"/>
                    </a:lnTo>
                    <a:lnTo>
                      <a:pt x="257" y="196"/>
                    </a:lnTo>
                    <a:lnTo>
                      <a:pt x="249" y="210"/>
                    </a:lnTo>
                    <a:lnTo>
                      <a:pt x="240" y="223"/>
                    </a:lnTo>
                    <a:lnTo>
                      <a:pt x="229" y="234"/>
                    </a:lnTo>
                    <a:lnTo>
                      <a:pt x="214" y="245"/>
                    </a:lnTo>
                    <a:lnTo>
                      <a:pt x="198" y="255"/>
                    </a:lnTo>
                    <a:lnTo>
                      <a:pt x="178" y="261"/>
                    </a:lnTo>
                    <a:lnTo>
                      <a:pt x="155" y="267"/>
                    </a:lnTo>
                    <a:lnTo>
                      <a:pt x="155" y="267"/>
                    </a:lnTo>
                    <a:lnTo>
                      <a:pt x="169" y="263"/>
                    </a:lnTo>
                    <a:lnTo>
                      <a:pt x="182" y="259"/>
                    </a:lnTo>
                    <a:lnTo>
                      <a:pt x="186" y="256"/>
                    </a:lnTo>
                    <a:lnTo>
                      <a:pt x="187" y="255"/>
                    </a:lnTo>
                    <a:lnTo>
                      <a:pt x="187" y="255"/>
                    </a:lnTo>
                    <a:lnTo>
                      <a:pt x="187" y="252"/>
                    </a:lnTo>
                    <a:lnTo>
                      <a:pt x="187" y="249"/>
                    </a:lnTo>
                    <a:lnTo>
                      <a:pt x="187" y="249"/>
                    </a:lnTo>
                    <a:lnTo>
                      <a:pt x="187" y="249"/>
                    </a:lnTo>
                    <a:lnTo>
                      <a:pt x="184" y="249"/>
                    </a:lnTo>
                    <a:lnTo>
                      <a:pt x="182" y="248"/>
                    </a:lnTo>
                    <a:lnTo>
                      <a:pt x="182" y="248"/>
                    </a:lnTo>
                    <a:lnTo>
                      <a:pt x="178" y="245"/>
                    </a:lnTo>
                    <a:lnTo>
                      <a:pt x="178" y="246"/>
                    </a:lnTo>
                    <a:lnTo>
                      <a:pt x="178" y="246"/>
                    </a:lnTo>
                    <a:lnTo>
                      <a:pt x="173" y="246"/>
                    </a:lnTo>
                    <a:lnTo>
                      <a:pt x="173" y="246"/>
                    </a:lnTo>
                    <a:lnTo>
                      <a:pt x="168" y="246"/>
                    </a:lnTo>
                    <a:lnTo>
                      <a:pt x="165" y="245"/>
                    </a:lnTo>
                    <a:lnTo>
                      <a:pt x="165" y="245"/>
                    </a:lnTo>
                    <a:lnTo>
                      <a:pt x="161" y="242"/>
                    </a:lnTo>
                    <a:lnTo>
                      <a:pt x="160" y="241"/>
                    </a:lnTo>
                    <a:lnTo>
                      <a:pt x="159" y="242"/>
                    </a:lnTo>
                    <a:lnTo>
                      <a:pt x="159" y="242"/>
                    </a:lnTo>
                    <a:lnTo>
                      <a:pt x="159" y="244"/>
                    </a:lnTo>
                    <a:lnTo>
                      <a:pt x="159" y="244"/>
                    </a:lnTo>
                    <a:lnTo>
                      <a:pt x="157" y="245"/>
                    </a:lnTo>
                    <a:lnTo>
                      <a:pt x="157" y="245"/>
                    </a:lnTo>
                    <a:lnTo>
                      <a:pt x="156" y="245"/>
                    </a:lnTo>
                    <a:lnTo>
                      <a:pt x="153" y="245"/>
                    </a:lnTo>
                    <a:lnTo>
                      <a:pt x="149" y="245"/>
                    </a:lnTo>
                    <a:lnTo>
                      <a:pt x="149" y="245"/>
                    </a:lnTo>
                    <a:lnTo>
                      <a:pt x="145" y="245"/>
                    </a:lnTo>
                    <a:lnTo>
                      <a:pt x="140" y="244"/>
                    </a:lnTo>
                    <a:lnTo>
                      <a:pt x="140" y="244"/>
                    </a:lnTo>
                    <a:lnTo>
                      <a:pt x="138" y="242"/>
                    </a:lnTo>
                    <a:lnTo>
                      <a:pt x="137" y="242"/>
                    </a:lnTo>
                    <a:lnTo>
                      <a:pt x="137" y="242"/>
                    </a:lnTo>
                    <a:lnTo>
                      <a:pt x="136" y="244"/>
                    </a:lnTo>
                    <a:lnTo>
                      <a:pt x="134" y="245"/>
                    </a:lnTo>
                    <a:lnTo>
                      <a:pt x="140" y="248"/>
                    </a:lnTo>
                    <a:lnTo>
                      <a:pt x="144" y="251"/>
                    </a:lnTo>
                    <a:lnTo>
                      <a:pt x="144" y="251"/>
                    </a:lnTo>
                    <a:lnTo>
                      <a:pt x="145" y="252"/>
                    </a:lnTo>
                    <a:lnTo>
                      <a:pt x="145" y="252"/>
                    </a:lnTo>
                    <a:lnTo>
                      <a:pt x="145" y="253"/>
                    </a:lnTo>
                    <a:lnTo>
                      <a:pt x="145" y="253"/>
                    </a:lnTo>
                    <a:lnTo>
                      <a:pt x="142" y="253"/>
                    </a:lnTo>
                    <a:lnTo>
                      <a:pt x="140" y="253"/>
                    </a:lnTo>
                    <a:lnTo>
                      <a:pt x="140" y="253"/>
                    </a:lnTo>
                    <a:lnTo>
                      <a:pt x="134" y="256"/>
                    </a:lnTo>
                    <a:lnTo>
                      <a:pt x="133" y="256"/>
                    </a:lnTo>
                    <a:lnTo>
                      <a:pt x="130" y="256"/>
                    </a:lnTo>
                    <a:lnTo>
                      <a:pt x="130" y="256"/>
                    </a:lnTo>
                    <a:lnTo>
                      <a:pt x="127" y="251"/>
                    </a:lnTo>
                    <a:lnTo>
                      <a:pt x="127" y="251"/>
                    </a:lnTo>
                    <a:lnTo>
                      <a:pt x="127" y="249"/>
                    </a:lnTo>
                    <a:lnTo>
                      <a:pt x="126" y="248"/>
                    </a:lnTo>
                    <a:lnTo>
                      <a:pt x="125" y="248"/>
                    </a:lnTo>
                    <a:lnTo>
                      <a:pt x="125" y="248"/>
                    </a:lnTo>
                    <a:lnTo>
                      <a:pt x="121" y="248"/>
                    </a:lnTo>
                    <a:lnTo>
                      <a:pt x="123" y="252"/>
                    </a:lnTo>
                    <a:lnTo>
                      <a:pt x="123" y="252"/>
                    </a:lnTo>
                    <a:lnTo>
                      <a:pt x="118" y="252"/>
                    </a:lnTo>
                    <a:lnTo>
                      <a:pt x="118" y="252"/>
                    </a:lnTo>
                    <a:lnTo>
                      <a:pt x="115" y="253"/>
                    </a:lnTo>
                    <a:lnTo>
                      <a:pt x="115" y="253"/>
                    </a:lnTo>
                    <a:lnTo>
                      <a:pt x="114" y="252"/>
                    </a:lnTo>
                    <a:lnTo>
                      <a:pt x="114" y="252"/>
                    </a:lnTo>
                    <a:lnTo>
                      <a:pt x="111" y="251"/>
                    </a:lnTo>
                    <a:lnTo>
                      <a:pt x="108" y="251"/>
                    </a:lnTo>
                    <a:lnTo>
                      <a:pt x="108" y="251"/>
                    </a:lnTo>
                    <a:lnTo>
                      <a:pt x="102" y="249"/>
                    </a:lnTo>
                    <a:lnTo>
                      <a:pt x="102" y="249"/>
                    </a:lnTo>
                    <a:lnTo>
                      <a:pt x="99" y="249"/>
                    </a:lnTo>
                    <a:lnTo>
                      <a:pt x="99" y="249"/>
                    </a:lnTo>
                    <a:lnTo>
                      <a:pt x="95" y="252"/>
                    </a:lnTo>
                    <a:lnTo>
                      <a:pt x="92" y="252"/>
                    </a:lnTo>
                    <a:lnTo>
                      <a:pt x="92" y="252"/>
                    </a:lnTo>
                    <a:lnTo>
                      <a:pt x="88" y="252"/>
                    </a:lnTo>
                    <a:lnTo>
                      <a:pt x="85" y="252"/>
                    </a:lnTo>
                    <a:lnTo>
                      <a:pt x="85" y="252"/>
                    </a:lnTo>
                    <a:lnTo>
                      <a:pt x="88" y="255"/>
                    </a:lnTo>
                    <a:lnTo>
                      <a:pt x="98" y="259"/>
                    </a:lnTo>
                    <a:lnTo>
                      <a:pt x="104" y="261"/>
                    </a:lnTo>
                    <a:lnTo>
                      <a:pt x="113" y="264"/>
                    </a:lnTo>
                    <a:lnTo>
                      <a:pt x="122" y="265"/>
                    </a:lnTo>
                    <a:lnTo>
                      <a:pt x="133" y="267"/>
                    </a:lnTo>
                    <a:lnTo>
                      <a:pt x="133" y="267"/>
                    </a:lnTo>
                    <a:lnTo>
                      <a:pt x="121" y="267"/>
                    </a:lnTo>
                    <a:lnTo>
                      <a:pt x="108" y="264"/>
                    </a:lnTo>
                    <a:lnTo>
                      <a:pt x="92" y="260"/>
                    </a:lnTo>
                    <a:lnTo>
                      <a:pt x="73" y="252"/>
                    </a:lnTo>
                    <a:lnTo>
                      <a:pt x="64" y="246"/>
                    </a:lnTo>
                    <a:lnTo>
                      <a:pt x="54" y="240"/>
                    </a:lnTo>
                    <a:lnTo>
                      <a:pt x="45" y="232"/>
                    </a:lnTo>
                    <a:lnTo>
                      <a:pt x="35" y="222"/>
                    </a:lnTo>
                    <a:lnTo>
                      <a:pt x="27" y="211"/>
                    </a:lnTo>
                    <a:lnTo>
                      <a:pt x="19" y="199"/>
                    </a:lnTo>
                    <a:lnTo>
                      <a:pt x="19" y="199"/>
                    </a:lnTo>
                    <a:lnTo>
                      <a:pt x="12" y="186"/>
                    </a:lnTo>
                    <a:lnTo>
                      <a:pt x="7" y="172"/>
                    </a:lnTo>
                    <a:lnTo>
                      <a:pt x="3" y="157"/>
                    </a:lnTo>
                    <a:lnTo>
                      <a:pt x="2" y="142"/>
                    </a:lnTo>
                    <a:lnTo>
                      <a:pt x="0" y="129"/>
                    </a:lnTo>
                    <a:lnTo>
                      <a:pt x="2" y="114"/>
                    </a:lnTo>
                    <a:lnTo>
                      <a:pt x="4" y="100"/>
                    </a:lnTo>
                    <a:lnTo>
                      <a:pt x="10" y="87"/>
                    </a:lnTo>
                    <a:lnTo>
                      <a:pt x="15" y="73"/>
                    </a:lnTo>
                    <a:lnTo>
                      <a:pt x="23" y="61"/>
                    </a:lnTo>
                    <a:lnTo>
                      <a:pt x="31" y="49"/>
                    </a:lnTo>
                    <a:lnTo>
                      <a:pt x="42" y="38"/>
                    </a:lnTo>
                    <a:lnTo>
                      <a:pt x="54" y="28"/>
                    </a:lnTo>
                    <a:lnTo>
                      <a:pt x="68" y="19"/>
                    </a:lnTo>
                    <a:lnTo>
                      <a:pt x="84" y="11"/>
                    </a:lnTo>
                    <a:lnTo>
                      <a:pt x="100" y="4"/>
                    </a:lnTo>
                    <a:lnTo>
                      <a:pt x="100" y="4"/>
                    </a:lnTo>
                    <a:lnTo>
                      <a:pt x="90" y="10"/>
                    </a:lnTo>
                    <a:lnTo>
                      <a:pt x="77" y="16"/>
                    </a:lnTo>
                    <a:lnTo>
                      <a:pt x="62" y="26"/>
                    </a:lnTo>
                    <a:lnTo>
                      <a:pt x="48" y="38"/>
                    </a:lnTo>
                    <a:lnTo>
                      <a:pt x="41" y="46"/>
                    </a:lnTo>
                    <a:lnTo>
                      <a:pt x="33" y="54"/>
                    </a:lnTo>
                    <a:lnTo>
                      <a:pt x="27" y="64"/>
                    </a:lnTo>
                    <a:lnTo>
                      <a:pt x="20" y="75"/>
                    </a:lnTo>
                    <a:lnTo>
                      <a:pt x="15" y="85"/>
                    </a:lnTo>
                    <a:lnTo>
                      <a:pt x="11" y="98"/>
                    </a:lnTo>
                    <a:lnTo>
                      <a:pt x="12" y="99"/>
                    </a:lnTo>
                    <a:lnTo>
                      <a:pt x="12" y="99"/>
                    </a:lnTo>
                    <a:lnTo>
                      <a:pt x="14" y="98"/>
                    </a:lnTo>
                    <a:lnTo>
                      <a:pt x="15" y="95"/>
                    </a:lnTo>
                    <a:lnTo>
                      <a:pt x="15" y="95"/>
                    </a:lnTo>
                    <a:lnTo>
                      <a:pt x="18" y="89"/>
                    </a:lnTo>
                    <a:lnTo>
                      <a:pt x="18" y="89"/>
                    </a:lnTo>
                    <a:lnTo>
                      <a:pt x="19" y="87"/>
                    </a:lnTo>
                    <a:lnTo>
                      <a:pt x="19" y="87"/>
                    </a:lnTo>
                    <a:lnTo>
                      <a:pt x="23" y="84"/>
                    </a:lnTo>
                    <a:lnTo>
                      <a:pt x="23" y="84"/>
                    </a:lnTo>
                    <a:lnTo>
                      <a:pt x="26" y="77"/>
                    </a:lnTo>
                    <a:lnTo>
                      <a:pt x="26" y="77"/>
                    </a:lnTo>
                    <a:lnTo>
                      <a:pt x="29" y="76"/>
                    </a:lnTo>
                    <a:lnTo>
                      <a:pt x="31" y="76"/>
                    </a:lnTo>
                    <a:lnTo>
                      <a:pt x="31" y="76"/>
                    </a:lnTo>
                    <a:lnTo>
                      <a:pt x="33" y="75"/>
                    </a:lnTo>
                    <a:lnTo>
                      <a:pt x="33" y="75"/>
                    </a:lnTo>
                    <a:lnTo>
                      <a:pt x="33" y="75"/>
                    </a:lnTo>
                    <a:lnTo>
                      <a:pt x="31" y="77"/>
                    </a:lnTo>
                    <a:lnTo>
                      <a:pt x="31" y="80"/>
                    </a:lnTo>
                    <a:lnTo>
                      <a:pt x="31" y="84"/>
                    </a:lnTo>
                    <a:lnTo>
                      <a:pt x="31" y="84"/>
                    </a:lnTo>
                    <a:lnTo>
                      <a:pt x="29" y="91"/>
                    </a:lnTo>
                    <a:lnTo>
                      <a:pt x="29" y="91"/>
                    </a:lnTo>
                    <a:lnTo>
                      <a:pt x="30" y="95"/>
                    </a:lnTo>
                    <a:lnTo>
                      <a:pt x="30" y="95"/>
                    </a:lnTo>
                    <a:lnTo>
                      <a:pt x="31" y="98"/>
                    </a:lnTo>
                    <a:lnTo>
                      <a:pt x="33" y="99"/>
                    </a:lnTo>
                    <a:lnTo>
                      <a:pt x="33" y="99"/>
                    </a:lnTo>
                    <a:lnTo>
                      <a:pt x="41" y="102"/>
                    </a:lnTo>
                    <a:lnTo>
                      <a:pt x="41" y="102"/>
                    </a:lnTo>
                    <a:lnTo>
                      <a:pt x="45" y="96"/>
                    </a:lnTo>
                    <a:lnTo>
                      <a:pt x="45" y="96"/>
                    </a:lnTo>
                    <a:lnTo>
                      <a:pt x="48" y="95"/>
                    </a:lnTo>
                    <a:lnTo>
                      <a:pt x="50" y="93"/>
                    </a:lnTo>
                    <a:lnTo>
                      <a:pt x="50" y="93"/>
                    </a:lnTo>
                    <a:lnTo>
                      <a:pt x="50" y="91"/>
                    </a:lnTo>
                    <a:lnTo>
                      <a:pt x="50" y="89"/>
                    </a:lnTo>
                    <a:lnTo>
                      <a:pt x="52" y="88"/>
                    </a:lnTo>
                    <a:lnTo>
                      <a:pt x="52" y="88"/>
                    </a:lnTo>
                    <a:lnTo>
                      <a:pt x="53" y="85"/>
                    </a:lnTo>
                    <a:lnTo>
                      <a:pt x="54" y="84"/>
                    </a:lnTo>
                    <a:lnTo>
                      <a:pt x="54" y="84"/>
                    </a:lnTo>
                    <a:lnTo>
                      <a:pt x="56" y="81"/>
                    </a:lnTo>
                    <a:lnTo>
                      <a:pt x="56" y="81"/>
                    </a:lnTo>
                    <a:lnTo>
                      <a:pt x="58" y="81"/>
                    </a:lnTo>
                    <a:lnTo>
                      <a:pt x="60" y="81"/>
                    </a:lnTo>
                    <a:lnTo>
                      <a:pt x="60" y="83"/>
                    </a:lnTo>
                    <a:lnTo>
                      <a:pt x="60" y="83"/>
                    </a:lnTo>
                    <a:lnTo>
                      <a:pt x="60" y="85"/>
                    </a:lnTo>
                    <a:lnTo>
                      <a:pt x="60" y="87"/>
                    </a:lnTo>
                    <a:lnTo>
                      <a:pt x="60" y="88"/>
                    </a:lnTo>
                    <a:lnTo>
                      <a:pt x="58" y="89"/>
                    </a:lnTo>
                    <a:lnTo>
                      <a:pt x="58" y="89"/>
                    </a:lnTo>
                    <a:lnTo>
                      <a:pt x="57" y="89"/>
                    </a:lnTo>
                    <a:lnTo>
                      <a:pt x="56" y="91"/>
                    </a:lnTo>
                    <a:lnTo>
                      <a:pt x="56" y="91"/>
                    </a:lnTo>
                    <a:lnTo>
                      <a:pt x="53" y="96"/>
                    </a:lnTo>
                    <a:lnTo>
                      <a:pt x="53" y="96"/>
                    </a:lnTo>
                    <a:lnTo>
                      <a:pt x="52" y="99"/>
                    </a:lnTo>
                    <a:lnTo>
                      <a:pt x="50" y="102"/>
                    </a:lnTo>
                    <a:lnTo>
                      <a:pt x="50" y="102"/>
                    </a:lnTo>
                    <a:lnTo>
                      <a:pt x="48" y="102"/>
                    </a:lnTo>
                    <a:lnTo>
                      <a:pt x="46" y="103"/>
                    </a:lnTo>
                    <a:lnTo>
                      <a:pt x="46" y="103"/>
                    </a:lnTo>
                    <a:lnTo>
                      <a:pt x="46" y="103"/>
                    </a:lnTo>
                    <a:lnTo>
                      <a:pt x="46" y="106"/>
                    </a:lnTo>
                    <a:lnTo>
                      <a:pt x="46" y="107"/>
                    </a:lnTo>
                    <a:lnTo>
                      <a:pt x="46" y="107"/>
                    </a:lnTo>
                    <a:lnTo>
                      <a:pt x="46" y="107"/>
                    </a:lnTo>
                    <a:lnTo>
                      <a:pt x="43" y="108"/>
                    </a:lnTo>
                    <a:lnTo>
                      <a:pt x="42" y="108"/>
                    </a:lnTo>
                    <a:lnTo>
                      <a:pt x="42" y="108"/>
                    </a:lnTo>
                    <a:lnTo>
                      <a:pt x="39" y="108"/>
                    </a:lnTo>
                    <a:lnTo>
                      <a:pt x="39" y="108"/>
                    </a:lnTo>
                    <a:lnTo>
                      <a:pt x="34" y="107"/>
                    </a:lnTo>
                    <a:lnTo>
                      <a:pt x="34" y="107"/>
                    </a:lnTo>
                    <a:lnTo>
                      <a:pt x="33" y="108"/>
                    </a:lnTo>
                    <a:lnTo>
                      <a:pt x="31" y="111"/>
                    </a:lnTo>
                    <a:lnTo>
                      <a:pt x="31" y="111"/>
                    </a:lnTo>
                    <a:lnTo>
                      <a:pt x="33" y="116"/>
                    </a:lnTo>
                    <a:lnTo>
                      <a:pt x="35" y="122"/>
                    </a:lnTo>
                    <a:lnTo>
                      <a:pt x="35" y="122"/>
                    </a:lnTo>
                    <a:lnTo>
                      <a:pt x="35" y="127"/>
                    </a:lnTo>
                    <a:lnTo>
                      <a:pt x="35" y="130"/>
                    </a:lnTo>
                    <a:lnTo>
                      <a:pt x="37" y="131"/>
                    </a:lnTo>
                    <a:lnTo>
                      <a:pt x="37" y="131"/>
                    </a:lnTo>
                    <a:lnTo>
                      <a:pt x="39" y="134"/>
                    </a:lnTo>
                    <a:lnTo>
                      <a:pt x="41" y="137"/>
                    </a:lnTo>
                    <a:lnTo>
                      <a:pt x="41" y="137"/>
                    </a:lnTo>
                    <a:lnTo>
                      <a:pt x="42" y="139"/>
                    </a:lnTo>
                    <a:lnTo>
                      <a:pt x="42" y="144"/>
                    </a:lnTo>
                    <a:lnTo>
                      <a:pt x="45" y="146"/>
                    </a:lnTo>
                    <a:lnTo>
                      <a:pt x="45" y="146"/>
                    </a:lnTo>
                    <a:lnTo>
                      <a:pt x="45" y="153"/>
                    </a:lnTo>
                    <a:lnTo>
                      <a:pt x="45" y="153"/>
                    </a:lnTo>
                    <a:lnTo>
                      <a:pt x="45" y="157"/>
                    </a:lnTo>
                    <a:lnTo>
                      <a:pt x="45" y="161"/>
                    </a:lnTo>
                    <a:lnTo>
                      <a:pt x="45" y="161"/>
                    </a:lnTo>
                    <a:lnTo>
                      <a:pt x="48" y="165"/>
                    </a:lnTo>
                    <a:lnTo>
                      <a:pt x="49" y="167"/>
                    </a:lnTo>
                    <a:lnTo>
                      <a:pt x="49" y="167"/>
                    </a:lnTo>
                    <a:lnTo>
                      <a:pt x="46" y="169"/>
                    </a:lnTo>
                    <a:lnTo>
                      <a:pt x="46" y="171"/>
                    </a:lnTo>
                    <a:lnTo>
                      <a:pt x="46" y="172"/>
                    </a:lnTo>
                    <a:lnTo>
                      <a:pt x="46" y="172"/>
                    </a:lnTo>
                    <a:lnTo>
                      <a:pt x="50" y="175"/>
                    </a:lnTo>
                    <a:lnTo>
                      <a:pt x="52" y="177"/>
                    </a:lnTo>
                    <a:lnTo>
                      <a:pt x="52" y="177"/>
                    </a:lnTo>
                    <a:lnTo>
                      <a:pt x="53" y="179"/>
                    </a:lnTo>
                    <a:lnTo>
                      <a:pt x="54" y="180"/>
                    </a:lnTo>
                    <a:lnTo>
                      <a:pt x="54" y="180"/>
                    </a:lnTo>
                    <a:lnTo>
                      <a:pt x="57" y="180"/>
                    </a:lnTo>
                    <a:lnTo>
                      <a:pt x="58" y="181"/>
                    </a:lnTo>
                    <a:lnTo>
                      <a:pt x="58" y="181"/>
                    </a:lnTo>
                    <a:lnTo>
                      <a:pt x="58" y="187"/>
                    </a:lnTo>
                    <a:lnTo>
                      <a:pt x="64" y="194"/>
                    </a:lnTo>
                    <a:lnTo>
                      <a:pt x="69" y="199"/>
                    </a:lnTo>
                    <a:lnTo>
                      <a:pt x="69" y="199"/>
                    </a:lnTo>
                    <a:lnTo>
                      <a:pt x="69" y="200"/>
                    </a:lnTo>
                    <a:lnTo>
                      <a:pt x="69" y="202"/>
                    </a:lnTo>
                    <a:lnTo>
                      <a:pt x="71" y="202"/>
                    </a:lnTo>
                    <a:lnTo>
                      <a:pt x="71" y="202"/>
                    </a:lnTo>
                    <a:lnTo>
                      <a:pt x="80" y="206"/>
                    </a:lnTo>
                    <a:lnTo>
                      <a:pt x="80" y="206"/>
                    </a:lnTo>
                    <a:lnTo>
                      <a:pt x="83" y="209"/>
                    </a:lnTo>
                    <a:lnTo>
                      <a:pt x="87" y="210"/>
                    </a:lnTo>
                    <a:lnTo>
                      <a:pt x="87" y="210"/>
                    </a:lnTo>
                    <a:lnTo>
                      <a:pt x="88" y="210"/>
                    </a:lnTo>
                    <a:lnTo>
                      <a:pt x="88" y="211"/>
                    </a:lnTo>
                    <a:lnTo>
                      <a:pt x="88" y="210"/>
                    </a:lnTo>
                    <a:lnTo>
                      <a:pt x="88" y="210"/>
                    </a:lnTo>
                    <a:lnTo>
                      <a:pt x="91" y="206"/>
                    </a:lnTo>
                    <a:lnTo>
                      <a:pt x="92" y="203"/>
                    </a:lnTo>
                    <a:lnTo>
                      <a:pt x="92" y="203"/>
                    </a:lnTo>
                    <a:lnTo>
                      <a:pt x="94" y="199"/>
                    </a:lnTo>
                    <a:lnTo>
                      <a:pt x="94" y="198"/>
                    </a:lnTo>
                    <a:lnTo>
                      <a:pt x="94" y="198"/>
                    </a:lnTo>
                    <a:lnTo>
                      <a:pt x="94" y="194"/>
                    </a:lnTo>
                    <a:lnTo>
                      <a:pt x="94" y="194"/>
                    </a:lnTo>
                    <a:lnTo>
                      <a:pt x="94" y="191"/>
                    </a:lnTo>
                    <a:lnTo>
                      <a:pt x="95" y="188"/>
                    </a:lnTo>
                    <a:lnTo>
                      <a:pt x="95" y="188"/>
                    </a:lnTo>
                    <a:lnTo>
                      <a:pt x="96" y="186"/>
                    </a:lnTo>
                    <a:lnTo>
                      <a:pt x="99" y="183"/>
                    </a:lnTo>
                    <a:lnTo>
                      <a:pt x="99" y="183"/>
                    </a:lnTo>
                    <a:lnTo>
                      <a:pt x="100" y="183"/>
                    </a:lnTo>
                    <a:lnTo>
                      <a:pt x="102" y="181"/>
                    </a:lnTo>
                    <a:lnTo>
                      <a:pt x="102" y="181"/>
                    </a:lnTo>
                    <a:lnTo>
                      <a:pt x="102" y="179"/>
                    </a:lnTo>
                    <a:lnTo>
                      <a:pt x="102" y="179"/>
                    </a:lnTo>
                    <a:lnTo>
                      <a:pt x="100" y="177"/>
                    </a:lnTo>
                    <a:lnTo>
                      <a:pt x="100" y="175"/>
                    </a:lnTo>
                    <a:lnTo>
                      <a:pt x="100" y="175"/>
                    </a:lnTo>
                    <a:lnTo>
                      <a:pt x="99" y="171"/>
                    </a:lnTo>
                    <a:lnTo>
                      <a:pt x="98" y="169"/>
                    </a:lnTo>
                    <a:lnTo>
                      <a:pt x="98" y="169"/>
                    </a:lnTo>
                    <a:lnTo>
                      <a:pt x="95" y="167"/>
                    </a:lnTo>
                    <a:lnTo>
                      <a:pt x="94" y="165"/>
                    </a:lnTo>
                    <a:lnTo>
                      <a:pt x="94" y="164"/>
                    </a:lnTo>
                    <a:lnTo>
                      <a:pt x="94" y="164"/>
                    </a:lnTo>
                    <a:lnTo>
                      <a:pt x="95" y="158"/>
                    </a:lnTo>
                    <a:lnTo>
                      <a:pt x="95" y="158"/>
                    </a:lnTo>
                    <a:lnTo>
                      <a:pt x="98" y="154"/>
                    </a:lnTo>
                    <a:lnTo>
                      <a:pt x="98" y="154"/>
                    </a:lnTo>
                    <a:lnTo>
                      <a:pt x="100" y="150"/>
                    </a:lnTo>
                    <a:lnTo>
                      <a:pt x="100" y="150"/>
                    </a:lnTo>
                    <a:lnTo>
                      <a:pt x="103" y="146"/>
                    </a:lnTo>
                    <a:lnTo>
                      <a:pt x="103" y="146"/>
                    </a:lnTo>
                    <a:lnTo>
                      <a:pt x="104" y="137"/>
                    </a:lnTo>
                    <a:lnTo>
                      <a:pt x="104" y="137"/>
                    </a:lnTo>
                    <a:lnTo>
                      <a:pt x="104" y="137"/>
                    </a:lnTo>
                    <a:lnTo>
                      <a:pt x="104" y="137"/>
                    </a:lnTo>
                    <a:lnTo>
                      <a:pt x="104" y="134"/>
                    </a:lnTo>
                    <a:lnTo>
                      <a:pt x="104" y="134"/>
                    </a:lnTo>
                    <a:lnTo>
                      <a:pt x="103" y="129"/>
                    </a:lnTo>
                    <a:lnTo>
                      <a:pt x="103" y="129"/>
                    </a:lnTo>
                    <a:lnTo>
                      <a:pt x="106" y="126"/>
                    </a:lnTo>
                    <a:lnTo>
                      <a:pt x="110" y="125"/>
                    </a:lnTo>
                    <a:lnTo>
                      <a:pt x="110" y="125"/>
                    </a:lnTo>
                    <a:lnTo>
                      <a:pt x="111" y="126"/>
                    </a:lnTo>
                    <a:lnTo>
                      <a:pt x="113" y="127"/>
                    </a:lnTo>
                    <a:lnTo>
                      <a:pt x="114" y="126"/>
                    </a:lnTo>
                    <a:lnTo>
                      <a:pt x="114" y="126"/>
                    </a:lnTo>
                    <a:lnTo>
                      <a:pt x="115" y="123"/>
                    </a:lnTo>
                    <a:lnTo>
                      <a:pt x="117" y="122"/>
                    </a:lnTo>
                    <a:lnTo>
                      <a:pt x="117" y="122"/>
                    </a:lnTo>
                    <a:lnTo>
                      <a:pt x="119" y="121"/>
                    </a:lnTo>
                    <a:lnTo>
                      <a:pt x="121" y="122"/>
                    </a:lnTo>
                    <a:lnTo>
                      <a:pt x="121" y="122"/>
                    </a:lnTo>
                    <a:lnTo>
                      <a:pt x="125" y="123"/>
                    </a:lnTo>
                    <a:lnTo>
                      <a:pt x="129" y="125"/>
                    </a:lnTo>
                    <a:lnTo>
                      <a:pt x="129" y="125"/>
                    </a:lnTo>
                    <a:lnTo>
                      <a:pt x="133" y="126"/>
                    </a:lnTo>
                    <a:lnTo>
                      <a:pt x="137" y="126"/>
                    </a:lnTo>
                    <a:lnTo>
                      <a:pt x="137" y="126"/>
                    </a:lnTo>
                    <a:lnTo>
                      <a:pt x="142" y="126"/>
                    </a:lnTo>
                    <a:lnTo>
                      <a:pt x="145" y="126"/>
                    </a:lnTo>
                    <a:lnTo>
                      <a:pt x="148" y="125"/>
                    </a:lnTo>
                    <a:lnTo>
                      <a:pt x="148" y="125"/>
                    </a:lnTo>
                    <a:lnTo>
                      <a:pt x="150" y="125"/>
                    </a:lnTo>
                    <a:lnTo>
                      <a:pt x="152" y="125"/>
                    </a:lnTo>
                    <a:lnTo>
                      <a:pt x="152" y="123"/>
                    </a:lnTo>
                    <a:lnTo>
                      <a:pt x="152" y="123"/>
                    </a:lnTo>
                    <a:lnTo>
                      <a:pt x="153" y="121"/>
                    </a:lnTo>
                    <a:lnTo>
                      <a:pt x="155" y="118"/>
                    </a:lnTo>
                    <a:lnTo>
                      <a:pt x="155" y="118"/>
                    </a:lnTo>
                    <a:lnTo>
                      <a:pt x="157" y="118"/>
                    </a:lnTo>
                    <a:lnTo>
                      <a:pt x="159" y="115"/>
                    </a:lnTo>
                    <a:lnTo>
                      <a:pt x="159" y="115"/>
                    </a:lnTo>
                    <a:lnTo>
                      <a:pt x="159" y="112"/>
                    </a:lnTo>
                    <a:lnTo>
                      <a:pt x="160" y="111"/>
                    </a:lnTo>
                    <a:lnTo>
                      <a:pt x="160" y="111"/>
                    </a:lnTo>
                    <a:lnTo>
                      <a:pt x="161" y="108"/>
                    </a:lnTo>
                    <a:lnTo>
                      <a:pt x="161" y="108"/>
                    </a:lnTo>
                    <a:lnTo>
                      <a:pt x="164" y="106"/>
                    </a:lnTo>
                    <a:lnTo>
                      <a:pt x="165" y="106"/>
                    </a:lnTo>
                    <a:lnTo>
                      <a:pt x="165" y="106"/>
                    </a:lnTo>
                    <a:lnTo>
                      <a:pt x="165" y="104"/>
                    </a:lnTo>
                    <a:lnTo>
                      <a:pt x="165" y="104"/>
                    </a:lnTo>
                    <a:lnTo>
                      <a:pt x="164" y="102"/>
                    </a:lnTo>
                    <a:lnTo>
                      <a:pt x="163" y="99"/>
                    </a:lnTo>
                    <a:lnTo>
                      <a:pt x="163" y="99"/>
                    </a:lnTo>
                    <a:lnTo>
                      <a:pt x="163" y="98"/>
                    </a:lnTo>
                    <a:lnTo>
                      <a:pt x="161" y="98"/>
                    </a:lnTo>
                    <a:lnTo>
                      <a:pt x="160" y="96"/>
                    </a:lnTo>
                    <a:lnTo>
                      <a:pt x="161" y="93"/>
                    </a:lnTo>
                    <a:lnTo>
                      <a:pt x="161" y="93"/>
                    </a:lnTo>
                    <a:lnTo>
                      <a:pt x="164" y="87"/>
                    </a:lnTo>
                    <a:lnTo>
                      <a:pt x="164" y="84"/>
                    </a:lnTo>
                    <a:lnTo>
                      <a:pt x="161" y="81"/>
                    </a:lnTo>
                    <a:lnTo>
                      <a:pt x="161" y="81"/>
                    </a:lnTo>
                    <a:lnTo>
                      <a:pt x="160" y="77"/>
                    </a:lnTo>
                    <a:lnTo>
                      <a:pt x="157" y="76"/>
                    </a:lnTo>
                    <a:lnTo>
                      <a:pt x="155" y="73"/>
                    </a:lnTo>
                    <a:lnTo>
                      <a:pt x="155" y="73"/>
                    </a:lnTo>
                    <a:lnTo>
                      <a:pt x="153" y="70"/>
                    </a:lnTo>
                    <a:lnTo>
                      <a:pt x="150" y="68"/>
                    </a:lnTo>
                    <a:lnTo>
                      <a:pt x="150" y="68"/>
                    </a:lnTo>
                    <a:lnTo>
                      <a:pt x="149" y="66"/>
                    </a:lnTo>
                    <a:lnTo>
                      <a:pt x="148" y="66"/>
                    </a:lnTo>
                    <a:lnTo>
                      <a:pt x="148" y="66"/>
                    </a:lnTo>
                    <a:lnTo>
                      <a:pt x="144" y="65"/>
                    </a:lnTo>
                    <a:lnTo>
                      <a:pt x="140" y="62"/>
                    </a:lnTo>
                    <a:lnTo>
                      <a:pt x="140" y="62"/>
                    </a:lnTo>
                    <a:lnTo>
                      <a:pt x="137" y="60"/>
                    </a:lnTo>
                    <a:lnTo>
                      <a:pt x="134" y="58"/>
                    </a:lnTo>
                    <a:lnTo>
                      <a:pt x="134" y="58"/>
                    </a:lnTo>
                    <a:lnTo>
                      <a:pt x="130" y="57"/>
                    </a:lnTo>
                    <a:lnTo>
                      <a:pt x="130" y="57"/>
                    </a:lnTo>
                    <a:lnTo>
                      <a:pt x="125" y="57"/>
                    </a:lnTo>
                    <a:lnTo>
                      <a:pt x="125" y="57"/>
                    </a:lnTo>
                    <a:lnTo>
                      <a:pt x="122" y="57"/>
                    </a:lnTo>
                    <a:lnTo>
                      <a:pt x="122" y="57"/>
                    </a:lnTo>
                    <a:lnTo>
                      <a:pt x="117" y="56"/>
                    </a:lnTo>
                    <a:lnTo>
                      <a:pt x="117" y="56"/>
                    </a:lnTo>
                    <a:lnTo>
                      <a:pt x="114" y="56"/>
                    </a:lnTo>
                    <a:lnTo>
                      <a:pt x="114" y="56"/>
                    </a:lnTo>
                    <a:lnTo>
                      <a:pt x="113" y="56"/>
                    </a:lnTo>
                    <a:lnTo>
                      <a:pt x="111" y="54"/>
                    </a:lnTo>
                    <a:lnTo>
                      <a:pt x="111" y="57"/>
                    </a:lnTo>
                    <a:lnTo>
                      <a:pt x="111" y="57"/>
                    </a:lnTo>
                    <a:lnTo>
                      <a:pt x="111" y="61"/>
                    </a:lnTo>
                    <a:lnTo>
                      <a:pt x="111" y="62"/>
                    </a:lnTo>
                    <a:lnTo>
                      <a:pt x="110" y="64"/>
                    </a:lnTo>
                    <a:lnTo>
                      <a:pt x="110" y="64"/>
                    </a:lnTo>
                    <a:lnTo>
                      <a:pt x="106" y="64"/>
                    </a:lnTo>
                    <a:lnTo>
                      <a:pt x="106" y="64"/>
                    </a:lnTo>
                    <a:lnTo>
                      <a:pt x="103" y="64"/>
                    </a:lnTo>
                    <a:lnTo>
                      <a:pt x="100" y="65"/>
                    </a:lnTo>
                    <a:lnTo>
                      <a:pt x="100" y="65"/>
                    </a:lnTo>
                    <a:lnTo>
                      <a:pt x="99" y="66"/>
                    </a:lnTo>
                    <a:lnTo>
                      <a:pt x="95" y="68"/>
                    </a:lnTo>
                    <a:lnTo>
                      <a:pt x="95" y="68"/>
                    </a:lnTo>
                    <a:lnTo>
                      <a:pt x="95" y="68"/>
                    </a:lnTo>
                    <a:lnTo>
                      <a:pt x="95" y="69"/>
                    </a:lnTo>
                    <a:lnTo>
                      <a:pt x="92" y="68"/>
                    </a:lnTo>
                    <a:lnTo>
                      <a:pt x="92" y="68"/>
                    </a:lnTo>
                    <a:lnTo>
                      <a:pt x="91" y="65"/>
                    </a:lnTo>
                    <a:lnTo>
                      <a:pt x="92" y="64"/>
                    </a:lnTo>
                    <a:lnTo>
                      <a:pt x="91" y="64"/>
                    </a:lnTo>
                    <a:lnTo>
                      <a:pt x="88" y="64"/>
                    </a:lnTo>
                    <a:lnTo>
                      <a:pt x="88" y="64"/>
                    </a:lnTo>
                    <a:lnTo>
                      <a:pt x="81" y="65"/>
                    </a:lnTo>
                    <a:lnTo>
                      <a:pt x="79" y="65"/>
                    </a:lnTo>
                    <a:lnTo>
                      <a:pt x="79" y="65"/>
                    </a:lnTo>
                    <a:lnTo>
                      <a:pt x="77" y="65"/>
                    </a:lnTo>
                    <a:lnTo>
                      <a:pt x="75" y="64"/>
                    </a:lnTo>
                    <a:lnTo>
                      <a:pt x="75" y="64"/>
                    </a:lnTo>
                    <a:lnTo>
                      <a:pt x="71" y="62"/>
                    </a:lnTo>
                    <a:lnTo>
                      <a:pt x="69" y="64"/>
                    </a:lnTo>
                    <a:lnTo>
                      <a:pt x="69" y="64"/>
                    </a:lnTo>
                    <a:lnTo>
                      <a:pt x="68" y="65"/>
                    </a:lnTo>
                    <a:lnTo>
                      <a:pt x="68" y="65"/>
                    </a:lnTo>
                    <a:lnTo>
                      <a:pt x="67" y="64"/>
                    </a:lnTo>
                    <a:lnTo>
                      <a:pt x="67" y="64"/>
                    </a:lnTo>
                    <a:lnTo>
                      <a:pt x="65" y="61"/>
                    </a:lnTo>
                    <a:lnTo>
                      <a:pt x="67" y="60"/>
                    </a:lnTo>
                    <a:lnTo>
                      <a:pt x="67" y="60"/>
                    </a:lnTo>
                    <a:lnTo>
                      <a:pt x="71" y="60"/>
                    </a:lnTo>
                    <a:lnTo>
                      <a:pt x="72" y="60"/>
                    </a:lnTo>
                    <a:lnTo>
                      <a:pt x="73" y="58"/>
                    </a:lnTo>
                    <a:lnTo>
                      <a:pt x="73" y="58"/>
                    </a:lnTo>
                    <a:lnTo>
                      <a:pt x="72" y="57"/>
                    </a:lnTo>
                    <a:lnTo>
                      <a:pt x="72" y="56"/>
                    </a:lnTo>
                    <a:lnTo>
                      <a:pt x="73" y="56"/>
                    </a:lnTo>
                    <a:lnTo>
                      <a:pt x="73" y="56"/>
                    </a:lnTo>
                    <a:lnTo>
                      <a:pt x="79" y="54"/>
                    </a:lnTo>
                    <a:lnTo>
                      <a:pt x="79" y="54"/>
                    </a:lnTo>
                    <a:lnTo>
                      <a:pt x="81" y="54"/>
                    </a:lnTo>
                    <a:lnTo>
                      <a:pt x="83" y="54"/>
                    </a:lnTo>
                    <a:lnTo>
                      <a:pt x="85" y="54"/>
                    </a:lnTo>
                    <a:lnTo>
                      <a:pt x="85" y="54"/>
                    </a:lnTo>
                    <a:lnTo>
                      <a:pt x="85" y="54"/>
                    </a:lnTo>
                    <a:lnTo>
                      <a:pt x="87" y="53"/>
                    </a:lnTo>
                    <a:lnTo>
                      <a:pt x="88" y="53"/>
                    </a:lnTo>
                    <a:lnTo>
                      <a:pt x="87" y="51"/>
                    </a:lnTo>
                    <a:lnTo>
                      <a:pt x="87" y="51"/>
                    </a:lnTo>
                    <a:lnTo>
                      <a:pt x="84" y="47"/>
                    </a:lnTo>
                    <a:lnTo>
                      <a:pt x="83" y="46"/>
                    </a:lnTo>
                    <a:lnTo>
                      <a:pt x="81" y="45"/>
                    </a:lnTo>
                    <a:lnTo>
                      <a:pt x="80" y="45"/>
                    </a:lnTo>
                    <a:lnTo>
                      <a:pt x="80" y="45"/>
                    </a:lnTo>
                    <a:lnTo>
                      <a:pt x="79" y="46"/>
                    </a:lnTo>
                    <a:lnTo>
                      <a:pt x="77" y="47"/>
                    </a:lnTo>
                    <a:lnTo>
                      <a:pt x="77" y="47"/>
                    </a:lnTo>
                    <a:lnTo>
                      <a:pt x="76" y="47"/>
                    </a:lnTo>
                    <a:lnTo>
                      <a:pt x="76" y="47"/>
                    </a:lnTo>
                    <a:lnTo>
                      <a:pt x="72" y="45"/>
                    </a:lnTo>
                    <a:lnTo>
                      <a:pt x="72" y="43"/>
                    </a:lnTo>
                    <a:lnTo>
                      <a:pt x="73" y="42"/>
                    </a:lnTo>
                    <a:lnTo>
                      <a:pt x="73" y="42"/>
                    </a:lnTo>
                    <a:lnTo>
                      <a:pt x="76" y="39"/>
                    </a:lnTo>
                    <a:lnTo>
                      <a:pt x="79" y="38"/>
                    </a:lnTo>
                    <a:lnTo>
                      <a:pt x="79" y="38"/>
                    </a:lnTo>
                    <a:lnTo>
                      <a:pt x="80" y="38"/>
                    </a:lnTo>
                    <a:lnTo>
                      <a:pt x="81" y="38"/>
                    </a:lnTo>
                    <a:lnTo>
                      <a:pt x="84" y="41"/>
                    </a:lnTo>
                    <a:lnTo>
                      <a:pt x="87" y="43"/>
                    </a:lnTo>
                    <a:lnTo>
                      <a:pt x="88" y="43"/>
                    </a:lnTo>
                    <a:lnTo>
                      <a:pt x="88" y="43"/>
                    </a:lnTo>
                    <a:lnTo>
                      <a:pt x="91" y="42"/>
                    </a:lnTo>
                    <a:lnTo>
                      <a:pt x="92" y="42"/>
                    </a:lnTo>
                    <a:lnTo>
                      <a:pt x="92" y="42"/>
                    </a:lnTo>
                    <a:lnTo>
                      <a:pt x="94" y="45"/>
                    </a:lnTo>
                    <a:lnTo>
                      <a:pt x="94" y="49"/>
                    </a:lnTo>
                    <a:lnTo>
                      <a:pt x="94" y="49"/>
                    </a:lnTo>
                    <a:lnTo>
                      <a:pt x="94" y="51"/>
                    </a:lnTo>
                    <a:lnTo>
                      <a:pt x="96" y="50"/>
                    </a:lnTo>
                    <a:lnTo>
                      <a:pt x="96" y="50"/>
                    </a:lnTo>
                    <a:lnTo>
                      <a:pt x="98" y="49"/>
                    </a:lnTo>
                    <a:lnTo>
                      <a:pt x="96" y="49"/>
                    </a:lnTo>
                    <a:lnTo>
                      <a:pt x="96" y="47"/>
                    </a:lnTo>
                    <a:lnTo>
                      <a:pt x="100" y="46"/>
                    </a:lnTo>
                    <a:lnTo>
                      <a:pt x="100" y="46"/>
                    </a:lnTo>
                    <a:lnTo>
                      <a:pt x="107" y="45"/>
                    </a:lnTo>
                    <a:lnTo>
                      <a:pt x="110" y="43"/>
                    </a:lnTo>
                    <a:lnTo>
                      <a:pt x="113" y="43"/>
                    </a:lnTo>
                    <a:lnTo>
                      <a:pt x="114" y="45"/>
                    </a:lnTo>
                    <a:lnTo>
                      <a:pt x="114" y="45"/>
                    </a:lnTo>
                    <a:lnTo>
                      <a:pt x="117" y="46"/>
                    </a:lnTo>
                    <a:lnTo>
                      <a:pt x="118" y="46"/>
                    </a:lnTo>
                    <a:lnTo>
                      <a:pt x="118" y="46"/>
                    </a:lnTo>
                    <a:lnTo>
                      <a:pt x="118" y="47"/>
                    </a:lnTo>
                    <a:lnTo>
                      <a:pt x="118" y="49"/>
                    </a:lnTo>
                    <a:lnTo>
                      <a:pt x="119" y="47"/>
                    </a:lnTo>
                    <a:lnTo>
                      <a:pt x="119" y="47"/>
                    </a:lnTo>
                    <a:lnTo>
                      <a:pt x="122" y="46"/>
                    </a:lnTo>
                    <a:lnTo>
                      <a:pt x="125" y="47"/>
                    </a:lnTo>
                    <a:lnTo>
                      <a:pt x="127" y="49"/>
                    </a:lnTo>
                    <a:lnTo>
                      <a:pt x="127" y="49"/>
                    </a:lnTo>
                    <a:lnTo>
                      <a:pt x="127" y="49"/>
                    </a:lnTo>
                    <a:lnTo>
                      <a:pt x="130" y="49"/>
                    </a:lnTo>
                    <a:lnTo>
                      <a:pt x="130" y="49"/>
                    </a:lnTo>
                    <a:lnTo>
                      <a:pt x="133" y="51"/>
                    </a:lnTo>
                    <a:lnTo>
                      <a:pt x="137" y="51"/>
                    </a:lnTo>
                    <a:lnTo>
                      <a:pt x="137" y="51"/>
                    </a:lnTo>
                    <a:lnTo>
                      <a:pt x="140" y="50"/>
                    </a:lnTo>
                    <a:lnTo>
                      <a:pt x="140" y="50"/>
                    </a:lnTo>
                    <a:lnTo>
                      <a:pt x="138" y="47"/>
                    </a:lnTo>
                    <a:lnTo>
                      <a:pt x="138" y="47"/>
                    </a:lnTo>
                    <a:lnTo>
                      <a:pt x="137" y="45"/>
                    </a:lnTo>
                    <a:lnTo>
                      <a:pt x="133" y="43"/>
                    </a:lnTo>
                    <a:lnTo>
                      <a:pt x="133" y="43"/>
                    </a:lnTo>
                    <a:lnTo>
                      <a:pt x="125" y="41"/>
                    </a:lnTo>
                    <a:lnTo>
                      <a:pt x="123" y="39"/>
                    </a:lnTo>
                    <a:lnTo>
                      <a:pt x="126" y="39"/>
                    </a:lnTo>
                    <a:lnTo>
                      <a:pt x="126" y="39"/>
                    </a:lnTo>
                    <a:lnTo>
                      <a:pt x="129" y="38"/>
                    </a:lnTo>
                    <a:lnTo>
                      <a:pt x="127" y="37"/>
                    </a:lnTo>
                    <a:lnTo>
                      <a:pt x="127" y="35"/>
                    </a:lnTo>
                    <a:lnTo>
                      <a:pt x="132" y="33"/>
                    </a:lnTo>
                    <a:lnTo>
                      <a:pt x="132" y="33"/>
                    </a:lnTo>
                    <a:lnTo>
                      <a:pt x="137" y="31"/>
                    </a:lnTo>
                    <a:lnTo>
                      <a:pt x="140" y="31"/>
                    </a:lnTo>
                    <a:lnTo>
                      <a:pt x="141" y="31"/>
                    </a:lnTo>
                    <a:lnTo>
                      <a:pt x="141" y="28"/>
                    </a:lnTo>
                    <a:lnTo>
                      <a:pt x="141" y="28"/>
                    </a:lnTo>
                    <a:lnTo>
                      <a:pt x="141" y="23"/>
                    </a:lnTo>
                    <a:lnTo>
                      <a:pt x="142" y="23"/>
                    </a:lnTo>
                    <a:lnTo>
                      <a:pt x="144" y="23"/>
                    </a:lnTo>
                    <a:lnTo>
                      <a:pt x="144" y="23"/>
                    </a:lnTo>
                    <a:lnTo>
                      <a:pt x="153" y="24"/>
                    </a:lnTo>
                    <a:lnTo>
                      <a:pt x="153" y="24"/>
                    </a:lnTo>
                    <a:lnTo>
                      <a:pt x="155" y="24"/>
                    </a:lnTo>
                    <a:lnTo>
                      <a:pt x="155" y="26"/>
                    </a:lnTo>
                    <a:lnTo>
                      <a:pt x="157" y="24"/>
                    </a:lnTo>
                    <a:lnTo>
                      <a:pt x="157" y="24"/>
                    </a:lnTo>
                    <a:lnTo>
                      <a:pt x="160" y="23"/>
                    </a:lnTo>
                    <a:lnTo>
                      <a:pt x="161" y="23"/>
                    </a:lnTo>
                    <a:lnTo>
                      <a:pt x="161" y="23"/>
                    </a:lnTo>
                    <a:lnTo>
                      <a:pt x="161" y="22"/>
                    </a:lnTo>
                    <a:lnTo>
                      <a:pt x="161" y="22"/>
                    </a:lnTo>
                    <a:lnTo>
                      <a:pt x="159" y="18"/>
                    </a:lnTo>
                    <a:lnTo>
                      <a:pt x="156" y="15"/>
                    </a:lnTo>
                    <a:lnTo>
                      <a:pt x="156" y="15"/>
                    </a:lnTo>
                    <a:lnTo>
                      <a:pt x="155" y="12"/>
                    </a:lnTo>
                    <a:lnTo>
                      <a:pt x="153" y="10"/>
                    </a:lnTo>
                    <a:lnTo>
                      <a:pt x="152" y="7"/>
                    </a:lnTo>
                    <a:lnTo>
                      <a:pt x="150" y="7"/>
                    </a:lnTo>
                    <a:lnTo>
                      <a:pt x="148" y="8"/>
                    </a:lnTo>
                    <a:lnTo>
                      <a:pt x="148" y="8"/>
                    </a:lnTo>
                    <a:lnTo>
                      <a:pt x="144" y="10"/>
                    </a:lnTo>
                    <a:lnTo>
                      <a:pt x="140" y="11"/>
                    </a:lnTo>
                    <a:lnTo>
                      <a:pt x="140" y="11"/>
                    </a:lnTo>
                    <a:lnTo>
                      <a:pt x="134" y="10"/>
                    </a:lnTo>
                    <a:lnTo>
                      <a:pt x="132" y="8"/>
                    </a:lnTo>
                    <a:lnTo>
                      <a:pt x="132" y="8"/>
                    </a:lnTo>
                    <a:lnTo>
                      <a:pt x="136" y="7"/>
                    </a:lnTo>
                    <a:lnTo>
                      <a:pt x="138" y="5"/>
                    </a:lnTo>
                    <a:lnTo>
                      <a:pt x="138" y="5"/>
                    </a:lnTo>
                    <a:lnTo>
                      <a:pt x="138" y="5"/>
                    </a:lnTo>
                    <a:lnTo>
                      <a:pt x="140" y="4"/>
                    </a:lnTo>
                    <a:lnTo>
                      <a:pt x="140" y="4"/>
                    </a:lnTo>
                    <a:lnTo>
                      <a:pt x="137" y="1"/>
                    </a:lnTo>
                    <a:lnTo>
                      <a:pt x="140" y="0"/>
                    </a:lnTo>
                    <a:lnTo>
                      <a:pt x="140" y="0"/>
                    </a:lnTo>
                    <a:lnTo>
                      <a:pt x="149" y="0"/>
                    </a:lnTo>
                    <a:lnTo>
                      <a:pt x="161" y="1"/>
                    </a:lnTo>
                    <a:lnTo>
                      <a:pt x="161" y="1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39" name="îşļiḑé">
                <a:extLst>
                  <a:ext uri="{FF2B5EF4-FFF2-40B4-BE49-F238E27FC236}">
                    <a16:creationId xmlns:a16="http://schemas.microsoft.com/office/drawing/2014/main" id="{E360488C-7B7F-F7C2-B246-4584B39A1389}"/>
                  </a:ext>
                </a:extLst>
              </p:cNvPr>
              <p:cNvSpPr/>
              <p:nvPr/>
            </p:nvSpPr>
            <p:spPr bwMode="auto">
              <a:xfrm>
                <a:off x="1740888" y="4545787"/>
                <a:ext cx="123360" cy="147745"/>
              </a:xfrm>
              <a:custGeom>
                <a:avLst/>
                <a:gdLst>
                  <a:gd name="T0" fmla="*/ 27 w 86"/>
                  <a:gd name="T1" fmla="*/ 6 h 103"/>
                  <a:gd name="T2" fmla="*/ 27 w 86"/>
                  <a:gd name="T3" fmla="*/ 38 h 103"/>
                  <a:gd name="T4" fmla="*/ 27 w 86"/>
                  <a:gd name="T5" fmla="*/ 38 h 103"/>
                  <a:gd name="T6" fmla="*/ 28 w 86"/>
                  <a:gd name="T7" fmla="*/ 41 h 103"/>
                  <a:gd name="T8" fmla="*/ 34 w 86"/>
                  <a:gd name="T9" fmla="*/ 47 h 103"/>
                  <a:gd name="T10" fmla="*/ 42 w 86"/>
                  <a:gd name="T11" fmla="*/ 55 h 103"/>
                  <a:gd name="T12" fmla="*/ 47 w 86"/>
                  <a:gd name="T13" fmla="*/ 57 h 103"/>
                  <a:gd name="T14" fmla="*/ 54 w 86"/>
                  <a:gd name="T15" fmla="*/ 60 h 103"/>
                  <a:gd name="T16" fmla="*/ 54 w 86"/>
                  <a:gd name="T17" fmla="*/ 60 h 103"/>
                  <a:gd name="T18" fmla="*/ 66 w 86"/>
                  <a:gd name="T19" fmla="*/ 65 h 103"/>
                  <a:gd name="T20" fmla="*/ 78 w 86"/>
                  <a:gd name="T21" fmla="*/ 72 h 103"/>
                  <a:gd name="T22" fmla="*/ 82 w 86"/>
                  <a:gd name="T23" fmla="*/ 75 h 103"/>
                  <a:gd name="T24" fmla="*/ 85 w 86"/>
                  <a:gd name="T25" fmla="*/ 79 h 103"/>
                  <a:gd name="T26" fmla="*/ 86 w 86"/>
                  <a:gd name="T27" fmla="*/ 82 h 103"/>
                  <a:gd name="T28" fmla="*/ 86 w 86"/>
                  <a:gd name="T29" fmla="*/ 86 h 103"/>
                  <a:gd name="T30" fmla="*/ 86 w 86"/>
                  <a:gd name="T31" fmla="*/ 86 h 103"/>
                  <a:gd name="T32" fmla="*/ 85 w 86"/>
                  <a:gd name="T33" fmla="*/ 90 h 103"/>
                  <a:gd name="T34" fmla="*/ 81 w 86"/>
                  <a:gd name="T35" fmla="*/ 93 h 103"/>
                  <a:gd name="T36" fmla="*/ 76 w 86"/>
                  <a:gd name="T37" fmla="*/ 95 h 103"/>
                  <a:gd name="T38" fmla="*/ 66 w 86"/>
                  <a:gd name="T39" fmla="*/ 98 h 103"/>
                  <a:gd name="T40" fmla="*/ 55 w 86"/>
                  <a:gd name="T41" fmla="*/ 101 h 103"/>
                  <a:gd name="T42" fmla="*/ 40 w 86"/>
                  <a:gd name="T43" fmla="*/ 102 h 103"/>
                  <a:gd name="T44" fmla="*/ 21 w 86"/>
                  <a:gd name="T45" fmla="*/ 103 h 103"/>
                  <a:gd name="T46" fmla="*/ 0 w 86"/>
                  <a:gd name="T47" fmla="*/ 103 h 103"/>
                  <a:gd name="T48" fmla="*/ 0 w 86"/>
                  <a:gd name="T49" fmla="*/ 0 h 103"/>
                  <a:gd name="T50" fmla="*/ 27 w 86"/>
                  <a:gd name="T51" fmla="*/ 6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6" h="103">
                    <a:moveTo>
                      <a:pt x="27" y="6"/>
                    </a:moveTo>
                    <a:lnTo>
                      <a:pt x="27" y="38"/>
                    </a:lnTo>
                    <a:lnTo>
                      <a:pt x="27" y="38"/>
                    </a:lnTo>
                    <a:lnTo>
                      <a:pt x="28" y="41"/>
                    </a:lnTo>
                    <a:lnTo>
                      <a:pt x="34" y="47"/>
                    </a:lnTo>
                    <a:lnTo>
                      <a:pt x="42" y="55"/>
                    </a:lnTo>
                    <a:lnTo>
                      <a:pt x="47" y="57"/>
                    </a:lnTo>
                    <a:lnTo>
                      <a:pt x="54" y="60"/>
                    </a:lnTo>
                    <a:lnTo>
                      <a:pt x="54" y="60"/>
                    </a:lnTo>
                    <a:lnTo>
                      <a:pt x="66" y="65"/>
                    </a:lnTo>
                    <a:lnTo>
                      <a:pt x="78" y="72"/>
                    </a:lnTo>
                    <a:lnTo>
                      <a:pt x="82" y="75"/>
                    </a:lnTo>
                    <a:lnTo>
                      <a:pt x="85" y="79"/>
                    </a:lnTo>
                    <a:lnTo>
                      <a:pt x="86" y="82"/>
                    </a:lnTo>
                    <a:lnTo>
                      <a:pt x="86" y="86"/>
                    </a:lnTo>
                    <a:lnTo>
                      <a:pt x="86" y="86"/>
                    </a:lnTo>
                    <a:lnTo>
                      <a:pt x="85" y="90"/>
                    </a:lnTo>
                    <a:lnTo>
                      <a:pt x="81" y="93"/>
                    </a:lnTo>
                    <a:lnTo>
                      <a:pt x="76" y="95"/>
                    </a:lnTo>
                    <a:lnTo>
                      <a:pt x="66" y="98"/>
                    </a:lnTo>
                    <a:lnTo>
                      <a:pt x="55" y="101"/>
                    </a:lnTo>
                    <a:lnTo>
                      <a:pt x="40" y="102"/>
                    </a:lnTo>
                    <a:lnTo>
                      <a:pt x="21" y="103"/>
                    </a:lnTo>
                    <a:lnTo>
                      <a:pt x="0" y="103"/>
                    </a:lnTo>
                    <a:lnTo>
                      <a:pt x="0" y="0"/>
                    </a:lnTo>
                    <a:lnTo>
                      <a:pt x="27" y="6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40" name="işḷïḑê">
                <a:extLst>
                  <a:ext uri="{FF2B5EF4-FFF2-40B4-BE49-F238E27FC236}">
                    <a16:creationId xmlns:a16="http://schemas.microsoft.com/office/drawing/2014/main" id="{90C0FEC1-7CEE-B9D8-607D-FC76ABEEF32A}"/>
                  </a:ext>
                </a:extLst>
              </p:cNvPr>
              <p:cNvSpPr/>
              <p:nvPr/>
            </p:nvSpPr>
            <p:spPr bwMode="auto">
              <a:xfrm>
                <a:off x="1636175" y="4545787"/>
                <a:ext cx="117622" cy="147745"/>
              </a:xfrm>
              <a:custGeom>
                <a:avLst/>
                <a:gdLst>
                  <a:gd name="T0" fmla="*/ 63 w 82"/>
                  <a:gd name="T1" fmla="*/ 6 h 103"/>
                  <a:gd name="T2" fmla="*/ 63 w 82"/>
                  <a:gd name="T3" fmla="*/ 38 h 103"/>
                  <a:gd name="T4" fmla="*/ 63 w 82"/>
                  <a:gd name="T5" fmla="*/ 38 h 103"/>
                  <a:gd name="T6" fmla="*/ 62 w 82"/>
                  <a:gd name="T7" fmla="*/ 41 h 103"/>
                  <a:gd name="T8" fmla="*/ 58 w 82"/>
                  <a:gd name="T9" fmla="*/ 47 h 103"/>
                  <a:gd name="T10" fmla="*/ 51 w 82"/>
                  <a:gd name="T11" fmla="*/ 55 h 103"/>
                  <a:gd name="T12" fmla="*/ 46 w 82"/>
                  <a:gd name="T13" fmla="*/ 57 h 103"/>
                  <a:gd name="T14" fmla="*/ 39 w 82"/>
                  <a:gd name="T15" fmla="*/ 60 h 103"/>
                  <a:gd name="T16" fmla="*/ 39 w 82"/>
                  <a:gd name="T17" fmla="*/ 60 h 103"/>
                  <a:gd name="T18" fmla="*/ 25 w 82"/>
                  <a:gd name="T19" fmla="*/ 65 h 103"/>
                  <a:gd name="T20" fmla="*/ 12 w 82"/>
                  <a:gd name="T21" fmla="*/ 72 h 103"/>
                  <a:gd name="T22" fmla="*/ 6 w 82"/>
                  <a:gd name="T23" fmla="*/ 75 h 103"/>
                  <a:gd name="T24" fmla="*/ 4 w 82"/>
                  <a:gd name="T25" fmla="*/ 79 h 103"/>
                  <a:gd name="T26" fmla="*/ 1 w 82"/>
                  <a:gd name="T27" fmla="*/ 82 h 103"/>
                  <a:gd name="T28" fmla="*/ 0 w 82"/>
                  <a:gd name="T29" fmla="*/ 86 h 103"/>
                  <a:gd name="T30" fmla="*/ 0 w 82"/>
                  <a:gd name="T31" fmla="*/ 86 h 103"/>
                  <a:gd name="T32" fmla="*/ 2 w 82"/>
                  <a:gd name="T33" fmla="*/ 90 h 103"/>
                  <a:gd name="T34" fmla="*/ 8 w 82"/>
                  <a:gd name="T35" fmla="*/ 93 h 103"/>
                  <a:gd name="T36" fmla="*/ 15 w 82"/>
                  <a:gd name="T37" fmla="*/ 95 h 103"/>
                  <a:gd name="T38" fmla="*/ 24 w 82"/>
                  <a:gd name="T39" fmla="*/ 98 h 103"/>
                  <a:gd name="T40" fmla="*/ 36 w 82"/>
                  <a:gd name="T41" fmla="*/ 101 h 103"/>
                  <a:gd name="T42" fmla="*/ 50 w 82"/>
                  <a:gd name="T43" fmla="*/ 102 h 103"/>
                  <a:gd name="T44" fmla="*/ 82 w 82"/>
                  <a:gd name="T45" fmla="*/ 103 h 103"/>
                  <a:gd name="T46" fmla="*/ 82 w 82"/>
                  <a:gd name="T47" fmla="*/ 0 h 103"/>
                  <a:gd name="T48" fmla="*/ 63 w 82"/>
                  <a:gd name="T49" fmla="*/ 6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2" h="103">
                    <a:moveTo>
                      <a:pt x="63" y="6"/>
                    </a:moveTo>
                    <a:lnTo>
                      <a:pt x="63" y="38"/>
                    </a:lnTo>
                    <a:lnTo>
                      <a:pt x="63" y="38"/>
                    </a:lnTo>
                    <a:lnTo>
                      <a:pt x="62" y="41"/>
                    </a:lnTo>
                    <a:lnTo>
                      <a:pt x="58" y="47"/>
                    </a:lnTo>
                    <a:lnTo>
                      <a:pt x="51" y="55"/>
                    </a:lnTo>
                    <a:lnTo>
                      <a:pt x="46" y="57"/>
                    </a:lnTo>
                    <a:lnTo>
                      <a:pt x="39" y="60"/>
                    </a:lnTo>
                    <a:lnTo>
                      <a:pt x="39" y="60"/>
                    </a:lnTo>
                    <a:lnTo>
                      <a:pt x="25" y="65"/>
                    </a:lnTo>
                    <a:lnTo>
                      <a:pt x="12" y="72"/>
                    </a:lnTo>
                    <a:lnTo>
                      <a:pt x="6" y="75"/>
                    </a:lnTo>
                    <a:lnTo>
                      <a:pt x="4" y="79"/>
                    </a:lnTo>
                    <a:lnTo>
                      <a:pt x="1" y="82"/>
                    </a:lnTo>
                    <a:lnTo>
                      <a:pt x="0" y="86"/>
                    </a:lnTo>
                    <a:lnTo>
                      <a:pt x="0" y="86"/>
                    </a:lnTo>
                    <a:lnTo>
                      <a:pt x="2" y="90"/>
                    </a:lnTo>
                    <a:lnTo>
                      <a:pt x="8" y="93"/>
                    </a:lnTo>
                    <a:lnTo>
                      <a:pt x="15" y="95"/>
                    </a:lnTo>
                    <a:lnTo>
                      <a:pt x="24" y="98"/>
                    </a:lnTo>
                    <a:lnTo>
                      <a:pt x="36" y="101"/>
                    </a:lnTo>
                    <a:lnTo>
                      <a:pt x="50" y="102"/>
                    </a:lnTo>
                    <a:lnTo>
                      <a:pt x="82" y="103"/>
                    </a:lnTo>
                    <a:lnTo>
                      <a:pt x="82" y="0"/>
                    </a:lnTo>
                    <a:lnTo>
                      <a:pt x="63" y="6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41" name="íś1ïḑê">
                <a:extLst>
                  <a:ext uri="{FF2B5EF4-FFF2-40B4-BE49-F238E27FC236}">
                    <a16:creationId xmlns:a16="http://schemas.microsoft.com/office/drawing/2014/main" id="{B8132A95-A2D7-B4F2-BBCE-9BA62AC9C27E}"/>
                  </a:ext>
                </a:extLst>
              </p:cNvPr>
              <p:cNvSpPr/>
              <p:nvPr/>
            </p:nvSpPr>
            <p:spPr bwMode="auto">
              <a:xfrm>
                <a:off x="1518553" y="4111158"/>
                <a:ext cx="447538" cy="448973"/>
              </a:xfrm>
              <a:custGeom>
                <a:avLst/>
                <a:gdLst>
                  <a:gd name="T0" fmla="*/ 83 w 312"/>
                  <a:gd name="T1" fmla="*/ 16 h 313"/>
                  <a:gd name="T2" fmla="*/ 57 w 312"/>
                  <a:gd name="T3" fmla="*/ 41 h 313"/>
                  <a:gd name="T4" fmla="*/ 37 w 312"/>
                  <a:gd name="T5" fmla="*/ 71 h 313"/>
                  <a:gd name="T6" fmla="*/ 25 w 312"/>
                  <a:gd name="T7" fmla="*/ 103 h 313"/>
                  <a:gd name="T8" fmla="*/ 21 w 312"/>
                  <a:gd name="T9" fmla="*/ 140 h 313"/>
                  <a:gd name="T10" fmla="*/ 21 w 312"/>
                  <a:gd name="T11" fmla="*/ 156 h 313"/>
                  <a:gd name="T12" fmla="*/ 27 w 312"/>
                  <a:gd name="T13" fmla="*/ 186 h 313"/>
                  <a:gd name="T14" fmla="*/ 40 w 312"/>
                  <a:gd name="T15" fmla="*/ 213 h 313"/>
                  <a:gd name="T16" fmla="*/ 56 w 312"/>
                  <a:gd name="T17" fmla="*/ 237 h 313"/>
                  <a:gd name="T18" fmla="*/ 76 w 312"/>
                  <a:gd name="T19" fmla="*/ 259 h 313"/>
                  <a:gd name="T20" fmla="*/ 101 w 312"/>
                  <a:gd name="T21" fmla="*/ 275 h 313"/>
                  <a:gd name="T22" fmla="*/ 128 w 312"/>
                  <a:gd name="T23" fmla="*/ 287 h 313"/>
                  <a:gd name="T24" fmla="*/ 157 w 312"/>
                  <a:gd name="T25" fmla="*/ 293 h 313"/>
                  <a:gd name="T26" fmla="*/ 174 w 312"/>
                  <a:gd name="T27" fmla="*/ 294 h 313"/>
                  <a:gd name="T28" fmla="*/ 210 w 312"/>
                  <a:gd name="T29" fmla="*/ 289 h 313"/>
                  <a:gd name="T30" fmla="*/ 243 w 312"/>
                  <a:gd name="T31" fmla="*/ 276 h 313"/>
                  <a:gd name="T32" fmla="*/ 273 w 312"/>
                  <a:gd name="T33" fmla="*/ 257 h 313"/>
                  <a:gd name="T34" fmla="*/ 296 w 312"/>
                  <a:gd name="T35" fmla="*/ 233 h 313"/>
                  <a:gd name="T36" fmla="*/ 312 w 312"/>
                  <a:gd name="T37" fmla="*/ 245 h 313"/>
                  <a:gd name="T38" fmla="*/ 285 w 312"/>
                  <a:gd name="T39" fmla="*/ 274 h 313"/>
                  <a:gd name="T40" fmla="*/ 252 w 312"/>
                  <a:gd name="T41" fmla="*/ 295 h 313"/>
                  <a:gd name="T42" fmla="*/ 214 w 312"/>
                  <a:gd name="T43" fmla="*/ 309 h 313"/>
                  <a:gd name="T44" fmla="*/ 174 w 312"/>
                  <a:gd name="T45" fmla="*/ 313 h 313"/>
                  <a:gd name="T46" fmla="*/ 156 w 312"/>
                  <a:gd name="T47" fmla="*/ 313 h 313"/>
                  <a:gd name="T48" fmla="*/ 122 w 312"/>
                  <a:gd name="T49" fmla="*/ 306 h 313"/>
                  <a:gd name="T50" fmla="*/ 91 w 312"/>
                  <a:gd name="T51" fmla="*/ 293 h 313"/>
                  <a:gd name="T52" fmla="*/ 64 w 312"/>
                  <a:gd name="T53" fmla="*/ 274 h 313"/>
                  <a:gd name="T54" fmla="*/ 40 w 312"/>
                  <a:gd name="T55" fmla="*/ 251 h 313"/>
                  <a:gd name="T56" fmla="*/ 21 w 312"/>
                  <a:gd name="T57" fmla="*/ 222 h 313"/>
                  <a:gd name="T58" fmla="*/ 8 w 312"/>
                  <a:gd name="T59" fmla="*/ 191 h 313"/>
                  <a:gd name="T60" fmla="*/ 2 w 312"/>
                  <a:gd name="T61" fmla="*/ 159 h 313"/>
                  <a:gd name="T62" fmla="*/ 0 w 312"/>
                  <a:gd name="T63" fmla="*/ 140 h 313"/>
                  <a:gd name="T64" fmla="*/ 6 w 312"/>
                  <a:gd name="T65" fmla="*/ 99 h 313"/>
                  <a:gd name="T66" fmla="*/ 19 w 312"/>
                  <a:gd name="T67" fmla="*/ 61 h 313"/>
                  <a:gd name="T68" fmla="*/ 42 w 312"/>
                  <a:gd name="T69" fmla="*/ 27 h 313"/>
                  <a:gd name="T70" fmla="*/ 71 w 312"/>
                  <a:gd name="T71" fmla="*/ 0 h 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12" h="313">
                    <a:moveTo>
                      <a:pt x="83" y="16"/>
                    </a:moveTo>
                    <a:lnTo>
                      <a:pt x="83" y="16"/>
                    </a:lnTo>
                    <a:lnTo>
                      <a:pt x="69" y="29"/>
                    </a:lnTo>
                    <a:lnTo>
                      <a:pt x="57" y="41"/>
                    </a:lnTo>
                    <a:lnTo>
                      <a:pt x="46" y="54"/>
                    </a:lnTo>
                    <a:lnTo>
                      <a:pt x="37" y="71"/>
                    </a:lnTo>
                    <a:lnTo>
                      <a:pt x="30" y="87"/>
                    </a:lnTo>
                    <a:lnTo>
                      <a:pt x="25" y="103"/>
                    </a:lnTo>
                    <a:lnTo>
                      <a:pt x="22" y="122"/>
                    </a:lnTo>
                    <a:lnTo>
                      <a:pt x="21" y="140"/>
                    </a:lnTo>
                    <a:lnTo>
                      <a:pt x="21" y="140"/>
                    </a:lnTo>
                    <a:lnTo>
                      <a:pt x="21" y="156"/>
                    </a:lnTo>
                    <a:lnTo>
                      <a:pt x="23" y="171"/>
                    </a:lnTo>
                    <a:lnTo>
                      <a:pt x="27" y="186"/>
                    </a:lnTo>
                    <a:lnTo>
                      <a:pt x="33" y="199"/>
                    </a:lnTo>
                    <a:lnTo>
                      <a:pt x="40" y="213"/>
                    </a:lnTo>
                    <a:lnTo>
                      <a:pt x="46" y="226"/>
                    </a:lnTo>
                    <a:lnTo>
                      <a:pt x="56" y="237"/>
                    </a:lnTo>
                    <a:lnTo>
                      <a:pt x="65" y="248"/>
                    </a:lnTo>
                    <a:lnTo>
                      <a:pt x="76" y="259"/>
                    </a:lnTo>
                    <a:lnTo>
                      <a:pt x="88" y="267"/>
                    </a:lnTo>
                    <a:lnTo>
                      <a:pt x="101" y="275"/>
                    </a:lnTo>
                    <a:lnTo>
                      <a:pt x="114" y="282"/>
                    </a:lnTo>
                    <a:lnTo>
                      <a:pt x="128" y="287"/>
                    </a:lnTo>
                    <a:lnTo>
                      <a:pt x="143" y="290"/>
                    </a:lnTo>
                    <a:lnTo>
                      <a:pt x="157" y="293"/>
                    </a:lnTo>
                    <a:lnTo>
                      <a:pt x="174" y="294"/>
                    </a:lnTo>
                    <a:lnTo>
                      <a:pt x="174" y="294"/>
                    </a:lnTo>
                    <a:lnTo>
                      <a:pt x="193" y="293"/>
                    </a:lnTo>
                    <a:lnTo>
                      <a:pt x="210" y="289"/>
                    </a:lnTo>
                    <a:lnTo>
                      <a:pt x="227" y="285"/>
                    </a:lnTo>
                    <a:lnTo>
                      <a:pt x="243" y="276"/>
                    </a:lnTo>
                    <a:lnTo>
                      <a:pt x="258" y="268"/>
                    </a:lnTo>
                    <a:lnTo>
                      <a:pt x="273" y="257"/>
                    </a:lnTo>
                    <a:lnTo>
                      <a:pt x="285" y="247"/>
                    </a:lnTo>
                    <a:lnTo>
                      <a:pt x="296" y="233"/>
                    </a:lnTo>
                    <a:lnTo>
                      <a:pt x="312" y="245"/>
                    </a:lnTo>
                    <a:lnTo>
                      <a:pt x="312" y="245"/>
                    </a:lnTo>
                    <a:lnTo>
                      <a:pt x="298" y="260"/>
                    </a:lnTo>
                    <a:lnTo>
                      <a:pt x="285" y="274"/>
                    </a:lnTo>
                    <a:lnTo>
                      <a:pt x="268" y="285"/>
                    </a:lnTo>
                    <a:lnTo>
                      <a:pt x="252" y="295"/>
                    </a:lnTo>
                    <a:lnTo>
                      <a:pt x="233" y="303"/>
                    </a:lnTo>
                    <a:lnTo>
                      <a:pt x="214" y="309"/>
                    </a:lnTo>
                    <a:lnTo>
                      <a:pt x="194" y="312"/>
                    </a:lnTo>
                    <a:lnTo>
                      <a:pt x="174" y="313"/>
                    </a:lnTo>
                    <a:lnTo>
                      <a:pt x="174" y="313"/>
                    </a:lnTo>
                    <a:lnTo>
                      <a:pt x="156" y="313"/>
                    </a:lnTo>
                    <a:lnTo>
                      <a:pt x="138" y="310"/>
                    </a:lnTo>
                    <a:lnTo>
                      <a:pt x="122" y="306"/>
                    </a:lnTo>
                    <a:lnTo>
                      <a:pt x="106" y="299"/>
                    </a:lnTo>
                    <a:lnTo>
                      <a:pt x="91" y="293"/>
                    </a:lnTo>
                    <a:lnTo>
                      <a:pt x="76" y="285"/>
                    </a:lnTo>
                    <a:lnTo>
                      <a:pt x="64" y="274"/>
                    </a:lnTo>
                    <a:lnTo>
                      <a:pt x="52" y="263"/>
                    </a:lnTo>
                    <a:lnTo>
                      <a:pt x="40" y="251"/>
                    </a:lnTo>
                    <a:lnTo>
                      <a:pt x="30" y="237"/>
                    </a:lnTo>
                    <a:lnTo>
                      <a:pt x="21" y="222"/>
                    </a:lnTo>
                    <a:lnTo>
                      <a:pt x="14" y="207"/>
                    </a:lnTo>
                    <a:lnTo>
                      <a:pt x="8" y="191"/>
                    </a:lnTo>
                    <a:lnTo>
                      <a:pt x="4" y="175"/>
                    </a:lnTo>
                    <a:lnTo>
                      <a:pt x="2" y="159"/>
                    </a:lnTo>
                    <a:lnTo>
                      <a:pt x="0" y="140"/>
                    </a:lnTo>
                    <a:lnTo>
                      <a:pt x="0" y="140"/>
                    </a:lnTo>
                    <a:lnTo>
                      <a:pt x="2" y="119"/>
                    </a:lnTo>
                    <a:lnTo>
                      <a:pt x="6" y="99"/>
                    </a:lnTo>
                    <a:lnTo>
                      <a:pt x="11" y="79"/>
                    </a:lnTo>
                    <a:lnTo>
                      <a:pt x="19" y="61"/>
                    </a:lnTo>
                    <a:lnTo>
                      <a:pt x="30" y="44"/>
                    </a:lnTo>
                    <a:lnTo>
                      <a:pt x="42" y="27"/>
                    </a:lnTo>
                    <a:lnTo>
                      <a:pt x="56" y="14"/>
                    </a:lnTo>
                    <a:lnTo>
                      <a:pt x="71" y="0"/>
                    </a:lnTo>
                    <a:lnTo>
                      <a:pt x="83" y="16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42" name="ïš1íḋê">
                <a:extLst>
                  <a:ext uri="{FF2B5EF4-FFF2-40B4-BE49-F238E27FC236}">
                    <a16:creationId xmlns:a16="http://schemas.microsoft.com/office/drawing/2014/main" id="{8FEE226A-7C10-EAC4-4E4C-883DF7DDBD14}"/>
                  </a:ext>
                </a:extLst>
              </p:cNvPr>
              <p:cNvSpPr/>
              <p:nvPr/>
            </p:nvSpPr>
            <p:spPr bwMode="auto">
              <a:xfrm>
                <a:off x="1567323" y="4119764"/>
                <a:ext cx="394465" cy="393030"/>
              </a:xfrm>
              <a:custGeom>
                <a:avLst/>
                <a:gdLst>
                  <a:gd name="T0" fmla="*/ 152 w 275"/>
                  <a:gd name="T1" fmla="*/ 1 h 274"/>
                  <a:gd name="T2" fmla="*/ 191 w 275"/>
                  <a:gd name="T3" fmla="*/ 10 h 274"/>
                  <a:gd name="T4" fmla="*/ 225 w 275"/>
                  <a:gd name="T5" fmla="*/ 32 h 274"/>
                  <a:gd name="T6" fmla="*/ 252 w 275"/>
                  <a:gd name="T7" fmla="*/ 61 h 274"/>
                  <a:gd name="T8" fmla="*/ 268 w 275"/>
                  <a:gd name="T9" fmla="*/ 97 h 274"/>
                  <a:gd name="T10" fmla="*/ 275 w 275"/>
                  <a:gd name="T11" fmla="*/ 138 h 274"/>
                  <a:gd name="T12" fmla="*/ 272 w 275"/>
                  <a:gd name="T13" fmla="*/ 165 h 274"/>
                  <a:gd name="T14" fmla="*/ 259 w 275"/>
                  <a:gd name="T15" fmla="*/ 203 h 274"/>
                  <a:gd name="T16" fmla="*/ 234 w 275"/>
                  <a:gd name="T17" fmla="*/ 235 h 274"/>
                  <a:gd name="T18" fmla="*/ 203 w 275"/>
                  <a:gd name="T19" fmla="*/ 258 h 274"/>
                  <a:gd name="T20" fmla="*/ 165 w 275"/>
                  <a:gd name="T21" fmla="*/ 272 h 274"/>
                  <a:gd name="T22" fmla="*/ 137 w 275"/>
                  <a:gd name="T23" fmla="*/ 274 h 274"/>
                  <a:gd name="T24" fmla="*/ 137 w 275"/>
                  <a:gd name="T25" fmla="*/ 269 h 274"/>
                  <a:gd name="T26" fmla="*/ 164 w 275"/>
                  <a:gd name="T27" fmla="*/ 266 h 274"/>
                  <a:gd name="T28" fmla="*/ 201 w 275"/>
                  <a:gd name="T29" fmla="*/ 253 h 274"/>
                  <a:gd name="T30" fmla="*/ 230 w 275"/>
                  <a:gd name="T31" fmla="*/ 230 h 274"/>
                  <a:gd name="T32" fmla="*/ 253 w 275"/>
                  <a:gd name="T33" fmla="*/ 200 h 274"/>
                  <a:gd name="T34" fmla="*/ 266 w 275"/>
                  <a:gd name="T35" fmla="*/ 163 h 274"/>
                  <a:gd name="T36" fmla="*/ 268 w 275"/>
                  <a:gd name="T37" fmla="*/ 138 h 274"/>
                  <a:gd name="T38" fmla="*/ 263 w 275"/>
                  <a:gd name="T39" fmla="*/ 98 h 274"/>
                  <a:gd name="T40" fmla="*/ 247 w 275"/>
                  <a:gd name="T41" fmla="*/ 65 h 274"/>
                  <a:gd name="T42" fmla="*/ 221 w 275"/>
                  <a:gd name="T43" fmla="*/ 36 h 274"/>
                  <a:gd name="T44" fmla="*/ 188 w 275"/>
                  <a:gd name="T45" fmla="*/ 17 h 274"/>
                  <a:gd name="T46" fmla="*/ 151 w 275"/>
                  <a:gd name="T47" fmla="*/ 8 h 274"/>
                  <a:gd name="T48" fmla="*/ 137 w 275"/>
                  <a:gd name="T49" fmla="*/ 0 h 274"/>
                  <a:gd name="T50" fmla="*/ 137 w 275"/>
                  <a:gd name="T51" fmla="*/ 274 h 274"/>
                  <a:gd name="T52" fmla="*/ 96 w 275"/>
                  <a:gd name="T53" fmla="*/ 269 h 274"/>
                  <a:gd name="T54" fmla="*/ 61 w 275"/>
                  <a:gd name="T55" fmla="*/ 251 h 274"/>
                  <a:gd name="T56" fmla="*/ 31 w 275"/>
                  <a:gd name="T57" fmla="*/ 224 h 274"/>
                  <a:gd name="T58" fmla="*/ 11 w 275"/>
                  <a:gd name="T59" fmla="*/ 191 h 274"/>
                  <a:gd name="T60" fmla="*/ 2 w 275"/>
                  <a:gd name="T61" fmla="*/ 151 h 274"/>
                  <a:gd name="T62" fmla="*/ 2 w 275"/>
                  <a:gd name="T63" fmla="*/ 123 h 274"/>
                  <a:gd name="T64" fmla="*/ 11 w 275"/>
                  <a:gd name="T65" fmla="*/ 84 h 274"/>
                  <a:gd name="T66" fmla="*/ 31 w 275"/>
                  <a:gd name="T67" fmla="*/ 50 h 274"/>
                  <a:gd name="T68" fmla="*/ 61 w 275"/>
                  <a:gd name="T69" fmla="*/ 24 h 274"/>
                  <a:gd name="T70" fmla="*/ 96 w 275"/>
                  <a:gd name="T71" fmla="*/ 6 h 274"/>
                  <a:gd name="T72" fmla="*/ 137 w 275"/>
                  <a:gd name="T73" fmla="*/ 0 h 274"/>
                  <a:gd name="T74" fmla="*/ 125 w 275"/>
                  <a:gd name="T75" fmla="*/ 8 h 274"/>
                  <a:gd name="T76" fmla="*/ 87 w 275"/>
                  <a:gd name="T77" fmla="*/ 17 h 274"/>
                  <a:gd name="T78" fmla="*/ 54 w 275"/>
                  <a:gd name="T79" fmla="*/ 36 h 274"/>
                  <a:gd name="T80" fmla="*/ 29 w 275"/>
                  <a:gd name="T81" fmla="*/ 65 h 274"/>
                  <a:gd name="T82" fmla="*/ 12 w 275"/>
                  <a:gd name="T83" fmla="*/ 98 h 274"/>
                  <a:gd name="T84" fmla="*/ 7 w 275"/>
                  <a:gd name="T85" fmla="*/ 138 h 274"/>
                  <a:gd name="T86" fmla="*/ 10 w 275"/>
                  <a:gd name="T87" fmla="*/ 163 h 274"/>
                  <a:gd name="T88" fmla="*/ 22 w 275"/>
                  <a:gd name="T89" fmla="*/ 200 h 274"/>
                  <a:gd name="T90" fmla="*/ 45 w 275"/>
                  <a:gd name="T91" fmla="*/ 230 h 274"/>
                  <a:gd name="T92" fmla="*/ 75 w 275"/>
                  <a:gd name="T93" fmla="*/ 253 h 274"/>
                  <a:gd name="T94" fmla="*/ 111 w 275"/>
                  <a:gd name="T95" fmla="*/ 266 h 274"/>
                  <a:gd name="T96" fmla="*/ 137 w 275"/>
                  <a:gd name="T97" fmla="*/ 274 h 2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75" h="274">
                    <a:moveTo>
                      <a:pt x="137" y="0"/>
                    </a:moveTo>
                    <a:lnTo>
                      <a:pt x="137" y="0"/>
                    </a:lnTo>
                    <a:lnTo>
                      <a:pt x="152" y="1"/>
                    </a:lnTo>
                    <a:lnTo>
                      <a:pt x="165" y="2"/>
                    </a:lnTo>
                    <a:lnTo>
                      <a:pt x="179" y="6"/>
                    </a:lnTo>
                    <a:lnTo>
                      <a:pt x="191" y="10"/>
                    </a:lnTo>
                    <a:lnTo>
                      <a:pt x="203" y="17"/>
                    </a:lnTo>
                    <a:lnTo>
                      <a:pt x="214" y="24"/>
                    </a:lnTo>
                    <a:lnTo>
                      <a:pt x="225" y="32"/>
                    </a:lnTo>
                    <a:lnTo>
                      <a:pt x="234" y="40"/>
                    </a:lnTo>
                    <a:lnTo>
                      <a:pt x="244" y="50"/>
                    </a:lnTo>
                    <a:lnTo>
                      <a:pt x="252" y="61"/>
                    </a:lnTo>
                    <a:lnTo>
                      <a:pt x="259" y="71"/>
                    </a:lnTo>
                    <a:lnTo>
                      <a:pt x="264" y="84"/>
                    </a:lnTo>
                    <a:lnTo>
                      <a:pt x="268" y="97"/>
                    </a:lnTo>
                    <a:lnTo>
                      <a:pt x="272" y="109"/>
                    </a:lnTo>
                    <a:lnTo>
                      <a:pt x="274" y="123"/>
                    </a:lnTo>
                    <a:lnTo>
                      <a:pt x="275" y="138"/>
                    </a:lnTo>
                    <a:lnTo>
                      <a:pt x="275" y="138"/>
                    </a:lnTo>
                    <a:lnTo>
                      <a:pt x="274" y="151"/>
                    </a:lnTo>
                    <a:lnTo>
                      <a:pt x="272" y="165"/>
                    </a:lnTo>
                    <a:lnTo>
                      <a:pt x="268" y="178"/>
                    </a:lnTo>
                    <a:lnTo>
                      <a:pt x="264" y="191"/>
                    </a:lnTo>
                    <a:lnTo>
                      <a:pt x="259" y="203"/>
                    </a:lnTo>
                    <a:lnTo>
                      <a:pt x="252" y="215"/>
                    </a:lnTo>
                    <a:lnTo>
                      <a:pt x="244" y="224"/>
                    </a:lnTo>
                    <a:lnTo>
                      <a:pt x="234" y="235"/>
                    </a:lnTo>
                    <a:lnTo>
                      <a:pt x="225" y="243"/>
                    </a:lnTo>
                    <a:lnTo>
                      <a:pt x="214" y="251"/>
                    </a:lnTo>
                    <a:lnTo>
                      <a:pt x="203" y="258"/>
                    </a:lnTo>
                    <a:lnTo>
                      <a:pt x="191" y="264"/>
                    </a:lnTo>
                    <a:lnTo>
                      <a:pt x="179" y="269"/>
                    </a:lnTo>
                    <a:lnTo>
                      <a:pt x="165" y="272"/>
                    </a:lnTo>
                    <a:lnTo>
                      <a:pt x="152" y="274"/>
                    </a:lnTo>
                    <a:lnTo>
                      <a:pt x="137" y="274"/>
                    </a:lnTo>
                    <a:lnTo>
                      <a:pt x="137" y="274"/>
                    </a:lnTo>
                    <a:lnTo>
                      <a:pt x="137" y="269"/>
                    </a:lnTo>
                    <a:lnTo>
                      <a:pt x="137" y="269"/>
                    </a:lnTo>
                    <a:lnTo>
                      <a:pt x="137" y="269"/>
                    </a:lnTo>
                    <a:lnTo>
                      <a:pt x="137" y="269"/>
                    </a:lnTo>
                    <a:lnTo>
                      <a:pt x="151" y="268"/>
                    </a:lnTo>
                    <a:lnTo>
                      <a:pt x="164" y="266"/>
                    </a:lnTo>
                    <a:lnTo>
                      <a:pt x="176" y="262"/>
                    </a:lnTo>
                    <a:lnTo>
                      <a:pt x="188" y="258"/>
                    </a:lnTo>
                    <a:lnTo>
                      <a:pt x="201" y="253"/>
                    </a:lnTo>
                    <a:lnTo>
                      <a:pt x="211" y="246"/>
                    </a:lnTo>
                    <a:lnTo>
                      <a:pt x="221" y="238"/>
                    </a:lnTo>
                    <a:lnTo>
                      <a:pt x="230" y="230"/>
                    </a:lnTo>
                    <a:lnTo>
                      <a:pt x="239" y="220"/>
                    </a:lnTo>
                    <a:lnTo>
                      <a:pt x="247" y="211"/>
                    </a:lnTo>
                    <a:lnTo>
                      <a:pt x="253" y="200"/>
                    </a:lnTo>
                    <a:lnTo>
                      <a:pt x="259" y="188"/>
                    </a:lnTo>
                    <a:lnTo>
                      <a:pt x="263" y="177"/>
                    </a:lnTo>
                    <a:lnTo>
                      <a:pt x="266" y="163"/>
                    </a:lnTo>
                    <a:lnTo>
                      <a:pt x="268" y="151"/>
                    </a:lnTo>
                    <a:lnTo>
                      <a:pt x="268" y="138"/>
                    </a:lnTo>
                    <a:lnTo>
                      <a:pt x="268" y="138"/>
                    </a:lnTo>
                    <a:lnTo>
                      <a:pt x="268" y="124"/>
                    </a:lnTo>
                    <a:lnTo>
                      <a:pt x="266" y="111"/>
                    </a:lnTo>
                    <a:lnTo>
                      <a:pt x="263" y="98"/>
                    </a:lnTo>
                    <a:lnTo>
                      <a:pt x="259" y="86"/>
                    </a:lnTo>
                    <a:lnTo>
                      <a:pt x="253" y="75"/>
                    </a:lnTo>
                    <a:lnTo>
                      <a:pt x="247" y="65"/>
                    </a:lnTo>
                    <a:lnTo>
                      <a:pt x="239" y="54"/>
                    </a:lnTo>
                    <a:lnTo>
                      <a:pt x="230" y="44"/>
                    </a:lnTo>
                    <a:lnTo>
                      <a:pt x="221" y="36"/>
                    </a:lnTo>
                    <a:lnTo>
                      <a:pt x="211" y="29"/>
                    </a:lnTo>
                    <a:lnTo>
                      <a:pt x="201" y="23"/>
                    </a:lnTo>
                    <a:lnTo>
                      <a:pt x="188" y="17"/>
                    </a:lnTo>
                    <a:lnTo>
                      <a:pt x="176" y="12"/>
                    </a:lnTo>
                    <a:lnTo>
                      <a:pt x="164" y="9"/>
                    </a:lnTo>
                    <a:lnTo>
                      <a:pt x="151" y="8"/>
                    </a:lnTo>
                    <a:lnTo>
                      <a:pt x="137" y="6"/>
                    </a:lnTo>
                    <a:lnTo>
                      <a:pt x="137" y="6"/>
                    </a:lnTo>
                    <a:lnTo>
                      <a:pt x="137" y="0"/>
                    </a:lnTo>
                    <a:lnTo>
                      <a:pt x="137" y="0"/>
                    </a:lnTo>
                    <a:close/>
                    <a:moveTo>
                      <a:pt x="137" y="274"/>
                    </a:moveTo>
                    <a:lnTo>
                      <a:pt x="137" y="274"/>
                    </a:lnTo>
                    <a:lnTo>
                      <a:pt x="123" y="274"/>
                    </a:lnTo>
                    <a:lnTo>
                      <a:pt x="110" y="272"/>
                    </a:lnTo>
                    <a:lnTo>
                      <a:pt x="96" y="269"/>
                    </a:lnTo>
                    <a:lnTo>
                      <a:pt x="84" y="264"/>
                    </a:lnTo>
                    <a:lnTo>
                      <a:pt x="72" y="258"/>
                    </a:lnTo>
                    <a:lnTo>
                      <a:pt x="61" y="251"/>
                    </a:lnTo>
                    <a:lnTo>
                      <a:pt x="50" y="243"/>
                    </a:lnTo>
                    <a:lnTo>
                      <a:pt x="41" y="235"/>
                    </a:lnTo>
                    <a:lnTo>
                      <a:pt x="31" y="224"/>
                    </a:lnTo>
                    <a:lnTo>
                      <a:pt x="23" y="215"/>
                    </a:lnTo>
                    <a:lnTo>
                      <a:pt x="16" y="203"/>
                    </a:lnTo>
                    <a:lnTo>
                      <a:pt x="11" y="191"/>
                    </a:lnTo>
                    <a:lnTo>
                      <a:pt x="7" y="178"/>
                    </a:lnTo>
                    <a:lnTo>
                      <a:pt x="3" y="165"/>
                    </a:lnTo>
                    <a:lnTo>
                      <a:pt x="2" y="151"/>
                    </a:lnTo>
                    <a:lnTo>
                      <a:pt x="0" y="138"/>
                    </a:lnTo>
                    <a:lnTo>
                      <a:pt x="0" y="138"/>
                    </a:lnTo>
                    <a:lnTo>
                      <a:pt x="2" y="123"/>
                    </a:lnTo>
                    <a:lnTo>
                      <a:pt x="3" y="109"/>
                    </a:lnTo>
                    <a:lnTo>
                      <a:pt x="7" y="97"/>
                    </a:lnTo>
                    <a:lnTo>
                      <a:pt x="11" y="84"/>
                    </a:lnTo>
                    <a:lnTo>
                      <a:pt x="16" y="71"/>
                    </a:lnTo>
                    <a:lnTo>
                      <a:pt x="23" y="61"/>
                    </a:lnTo>
                    <a:lnTo>
                      <a:pt x="31" y="50"/>
                    </a:lnTo>
                    <a:lnTo>
                      <a:pt x="41" y="40"/>
                    </a:lnTo>
                    <a:lnTo>
                      <a:pt x="50" y="32"/>
                    </a:lnTo>
                    <a:lnTo>
                      <a:pt x="61" y="24"/>
                    </a:lnTo>
                    <a:lnTo>
                      <a:pt x="72" y="17"/>
                    </a:lnTo>
                    <a:lnTo>
                      <a:pt x="84" y="10"/>
                    </a:lnTo>
                    <a:lnTo>
                      <a:pt x="96" y="6"/>
                    </a:lnTo>
                    <a:lnTo>
                      <a:pt x="110" y="2"/>
                    </a:lnTo>
                    <a:lnTo>
                      <a:pt x="123" y="1"/>
                    </a:lnTo>
                    <a:lnTo>
                      <a:pt x="137" y="0"/>
                    </a:lnTo>
                    <a:lnTo>
                      <a:pt x="137" y="6"/>
                    </a:lnTo>
                    <a:lnTo>
                      <a:pt x="137" y="6"/>
                    </a:lnTo>
                    <a:lnTo>
                      <a:pt x="125" y="8"/>
                    </a:lnTo>
                    <a:lnTo>
                      <a:pt x="111" y="9"/>
                    </a:lnTo>
                    <a:lnTo>
                      <a:pt x="99" y="12"/>
                    </a:lnTo>
                    <a:lnTo>
                      <a:pt x="87" y="17"/>
                    </a:lnTo>
                    <a:lnTo>
                      <a:pt x="75" y="23"/>
                    </a:lnTo>
                    <a:lnTo>
                      <a:pt x="64" y="29"/>
                    </a:lnTo>
                    <a:lnTo>
                      <a:pt x="54" y="36"/>
                    </a:lnTo>
                    <a:lnTo>
                      <a:pt x="45" y="44"/>
                    </a:lnTo>
                    <a:lnTo>
                      <a:pt x="37" y="54"/>
                    </a:lnTo>
                    <a:lnTo>
                      <a:pt x="29" y="65"/>
                    </a:lnTo>
                    <a:lnTo>
                      <a:pt x="22" y="75"/>
                    </a:lnTo>
                    <a:lnTo>
                      <a:pt x="16" y="86"/>
                    </a:lnTo>
                    <a:lnTo>
                      <a:pt x="12" y="98"/>
                    </a:lnTo>
                    <a:lnTo>
                      <a:pt x="10" y="111"/>
                    </a:lnTo>
                    <a:lnTo>
                      <a:pt x="7" y="124"/>
                    </a:lnTo>
                    <a:lnTo>
                      <a:pt x="7" y="138"/>
                    </a:lnTo>
                    <a:lnTo>
                      <a:pt x="7" y="138"/>
                    </a:lnTo>
                    <a:lnTo>
                      <a:pt x="7" y="151"/>
                    </a:lnTo>
                    <a:lnTo>
                      <a:pt x="10" y="163"/>
                    </a:lnTo>
                    <a:lnTo>
                      <a:pt x="12" y="177"/>
                    </a:lnTo>
                    <a:lnTo>
                      <a:pt x="16" y="188"/>
                    </a:lnTo>
                    <a:lnTo>
                      <a:pt x="22" y="200"/>
                    </a:lnTo>
                    <a:lnTo>
                      <a:pt x="29" y="211"/>
                    </a:lnTo>
                    <a:lnTo>
                      <a:pt x="37" y="220"/>
                    </a:lnTo>
                    <a:lnTo>
                      <a:pt x="45" y="230"/>
                    </a:lnTo>
                    <a:lnTo>
                      <a:pt x="54" y="238"/>
                    </a:lnTo>
                    <a:lnTo>
                      <a:pt x="64" y="246"/>
                    </a:lnTo>
                    <a:lnTo>
                      <a:pt x="75" y="253"/>
                    </a:lnTo>
                    <a:lnTo>
                      <a:pt x="87" y="258"/>
                    </a:lnTo>
                    <a:lnTo>
                      <a:pt x="99" y="262"/>
                    </a:lnTo>
                    <a:lnTo>
                      <a:pt x="111" y="266"/>
                    </a:lnTo>
                    <a:lnTo>
                      <a:pt x="125" y="268"/>
                    </a:lnTo>
                    <a:lnTo>
                      <a:pt x="137" y="269"/>
                    </a:lnTo>
                    <a:lnTo>
                      <a:pt x="137" y="274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43" name="isľíḓè">
                <a:extLst>
                  <a:ext uri="{FF2B5EF4-FFF2-40B4-BE49-F238E27FC236}">
                    <a16:creationId xmlns:a16="http://schemas.microsoft.com/office/drawing/2014/main" id="{F8114A4E-5071-BF91-0127-2064C85981B1}"/>
                  </a:ext>
                </a:extLst>
              </p:cNvPr>
              <p:cNvSpPr/>
              <p:nvPr/>
            </p:nvSpPr>
            <p:spPr bwMode="auto">
              <a:xfrm>
                <a:off x="1561586" y="4126937"/>
                <a:ext cx="393030" cy="382990"/>
              </a:xfrm>
              <a:custGeom>
                <a:avLst/>
                <a:gdLst>
                  <a:gd name="T0" fmla="*/ 199 w 274"/>
                  <a:gd name="T1" fmla="*/ 18 h 267"/>
                  <a:gd name="T2" fmla="*/ 203 w 274"/>
                  <a:gd name="T3" fmla="*/ 37 h 267"/>
                  <a:gd name="T4" fmla="*/ 214 w 274"/>
                  <a:gd name="T5" fmla="*/ 35 h 267"/>
                  <a:gd name="T6" fmla="*/ 221 w 274"/>
                  <a:gd name="T7" fmla="*/ 43 h 267"/>
                  <a:gd name="T8" fmla="*/ 238 w 274"/>
                  <a:gd name="T9" fmla="*/ 56 h 267"/>
                  <a:gd name="T10" fmla="*/ 257 w 274"/>
                  <a:gd name="T11" fmla="*/ 80 h 267"/>
                  <a:gd name="T12" fmla="*/ 251 w 274"/>
                  <a:gd name="T13" fmla="*/ 91 h 267"/>
                  <a:gd name="T14" fmla="*/ 256 w 274"/>
                  <a:gd name="T15" fmla="*/ 93 h 267"/>
                  <a:gd name="T16" fmla="*/ 262 w 274"/>
                  <a:gd name="T17" fmla="*/ 85 h 267"/>
                  <a:gd name="T18" fmla="*/ 264 w 274"/>
                  <a:gd name="T19" fmla="*/ 93 h 267"/>
                  <a:gd name="T20" fmla="*/ 259 w 274"/>
                  <a:gd name="T21" fmla="*/ 110 h 267"/>
                  <a:gd name="T22" fmla="*/ 247 w 274"/>
                  <a:gd name="T23" fmla="*/ 112 h 267"/>
                  <a:gd name="T24" fmla="*/ 232 w 274"/>
                  <a:gd name="T25" fmla="*/ 127 h 267"/>
                  <a:gd name="T26" fmla="*/ 220 w 274"/>
                  <a:gd name="T27" fmla="*/ 141 h 267"/>
                  <a:gd name="T28" fmla="*/ 202 w 274"/>
                  <a:gd name="T29" fmla="*/ 154 h 267"/>
                  <a:gd name="T30" fmla="*/ 209 w 274"/>
                  <a:gd name="T31" fmla="*/ 183 h 267"/>
                  <a:gd name="T32" fmla="*/ 218 w 274"/>
                  <a:gd name="T33" fmla="*/ 214 h 267"/>
                  <a:gd name="T34" fmla="*/ 210 w 274"/>
                  <a:gd name="T35" fmla="*/ 237 h 267"/>
                  <a:gd name="T36" fmla="*/ 226 w 274"/>
                  <a:gd name="T37" fmla="*/ 228 h 267"/>
                  <a:gd name="T38" fmla="*/ 247 w 274"/>
                  <a:gd name="T39" fmla="*/ 192 h 267"/>
                  <a:gd name="T40" fmla="*/ 264 w 274"/>
                  <a:gd name="T41" fmla="*/ 141 h 267"/>
                  <a:gd name="T42" fmla="*/ 274 w 274"/>
                  <a:gd name="T43" fmla="*/ 115 h 267"/>
                  <a:gd name="T44" fmla="*/ 155 w 274"/>
                  <a:gd name="T45" fmla="*/ 267 h 267"/>
                  <a:gd name="T46" fmla="*/ 178 w 274"/>
                  <a:gd name="T47" fmla="*/ 246 h 267"/>
                  <a:gd name="T48" fmla="*/ 153 w 274"/>
                  <a:gd name="T49" fmla="*/ 245 h 267"/>
                  <a:gd name="T50" fmla="*/ 145 w 274"/>
                  <a:gd name="T51" fmla="*/ 252 h 267"/>
                  <a:gd name="T52" fmla="*/ 125 w 274"/>
                  <a:gd name="T53" fmla="*/ 248 h 267"/>
                  <a:gd name="T54" fmla="*/ 99 w 274"/>
                  <a:gd name="T55" fmla="*/ 249 h 267"/>
                  <a:gd name="T56" fmla="*/ 121 w 274"/>
                  <a:gd name="T57" fmla="*/ 267 h 267"/>
                  <a:gd name="T58" fmla="*/ 0 w 274"/>
                  <a:gd name="T59" fmla="*/ 129 h 267"/>
                  <a:gd name="T60" fmla="*/ 62 w 274"/>
                  <a:gd name="T61" fmla="*/ 26 h 267"/>
                  <a:gd name="T62" fmla="*/ 19 w 274"/>
                  <a:gd name="T63" fmla="*/ 87 h 267"/>
                  <a:gd name="T64" fmla="*/ 31 w 274"/>
                  <a:gd name="T65" fmla="*/ 84 h 267"/>
                  <a:gd name="T66" fmla="*/ 50 w 274"/>
                  <a:gd name="T67" fmla="*/ 91 h 267"/>
                  <a:gd name="T68" fmla="*/ 60 w 274"/>
                  <a:gd name="T69" fmla="*/ 88 h 267"/>
                  <a:gd name="T70" fmla="*/ 46 w 274"/>
                  <a:gd name="T71" fmla="*/ 106 h 267"/>
                  <a:gd name="T72" fmla="*/ 35 w 274"/>
                  <a:gd name="T73" fmla="*/ 122 h 267"/>
                  <a:gd name="T74" fmla="*/ 45 w 274"/>
                  <a:gd name="T75" fmla="*/ 157 h 267"/>
                  <a:gd name="T76" fmla="*/ 54 w 274"/>
                  <a:gd name="T77" fmla="*/ 180 h 267"/>
                  <a:gd name="T78" fmla="*/ 87 w 274"/>
                  <a:gd name="T79" fmla="*/ 210 h 267"/>
                  <a:gd name="T80" fmla="*/ 95 w 274"/>
                  <a:gd name="T81" fmla="*/ 188 h 267"/>
                  <a:gd name="T82" fmla="*/ 98 w 274"/>
                  <a:gd name="T83" fmla="*/ 169 h 267"/>
                  <a:gd name="T84" fmla="*/ 104 w 274"/>
                  <a:gd name="T85" fmla="*/ 137 h 267"/>
                  <a:gd name="T86" fmla="*/ 117 w 274"/>
                  <a:gd name="T87" fmla="*/ 122 h 267"/>
                  <a:gd name="T88" fmla="*/ 152 w 274"/>
                  <a:gd name="T89" fmla="*/ 125 h 267"/>
                  <a:gd name="T90" fmla="*/ 165 w 274"/>
                  <a:gd name="T91" fmla="*/ 106 h 267"/>
                  <a:gd name="T92" fmla="*/ 161 w 274"/>
                  <a:gd name="T93" fmla="*/ 81 h 267"/>
                  <a:gd name="T94" fmla="*/ 134 w 274"/>
                  <a:gd name="T95" fmla="*/ 58 h 267"/>
                  <a:gd name="T96" fmla="*/ 111 w 274"/>
                  <a:gd name="T97" fmla="*/ 57 h 267"/>
                  <a:gd name="T98" fmla="*/ 92 w 274"/>
                  <a:gd name="T99" fmla="*/ 68 h 267"/>
                  <a:gd name="T100" fmla="*/ 69 w 274"/>
                  <a:gd name="T101" fmla="*/ 64 h 267"/>
                  <a:gd name="T102" fmla="*/ 73 w 274"/>
                  <a:gd name="T103" fmla="*/ 56 h 267"/>
                  <a:gd name="T104" fmla="*/ 80 w 274"/>
                  <a:gd name="T105" fmla="*/ 45 h 267"/>
                  <a:gd name="T106" fmla="*/ 81 w 274"/>
                  <a:gd name="T107" fmla="*/ 38 h 267"/>
                  <a:gd name="T108" fmla="*/ 96 w 274"/>
                  <a:gd name="T109" fmla="*/ 49 h 267"/>
                  <a:gd name="T110" fmla="*/ 119 w 274"/>
                  <a:gd name="T111" fmla="*/ 47 h 267"/>
                  <a:gd name="T112" fmla="*/ 137 w 274"/>
                  <a:gd name="T113" fmla="*/ 45 h 267"/>
                  <a:gd name="T114" fmla="*/ 141 w 274"/>
                  <a:gd name="T115" fmla="*/ 28 h 267"/>
                  <a:gd name="T116" fmla="*/ 161 w 274"/>
                  <a:gd name="T117" fmla="*/ 22 h 267"/>
                  <a:gd name="T118" fmla="*/ 132 w 274"/>
                  <a:gd name="T119" fmla="*/ 8 h 2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74" h="267">
                    <a:moveTo>
                      <a:pt x="161" y="1"/>
                    </a:moveTo>
                    <a:lnTo>
                      <a:pt x="161" y="1"/>
                    </a:lnTo>
                    <a:lnTo>
                      <a:pt x="169" y="3"/>
                    </a:lnTo>
                    <a:lnTo>
                      <a:pt x="178" y="5"/>
                    </a:lnTo>
                    <a:lnTo>
                      <a:pt x="188" y="8"/>
                    </a:lnTo>
                    <a:lnTo>
                      <a:pt x="201" y="14"/>
                    </a:lnTo>
                    <a:lnTo>
                      <a:pt x="214" y="22"/>
                    </a:lnTo>
                    <a:lnTo>
                      <a:pt x="226" y="31"/>
                    </a:lnTo>
                    <a:lnTo>
                      <a:pt x="238" y="43"/>
                    </a:lnTo>
                    <a:lnTo>
                      <a:pt x="238" y="43"/>
                    </a:lnTo>
                    <a:lnTo>
                      <a:pt x="234" y="39"/>
                    </a:lnTo>
                    <a:lnTo>
                      <a:pt x="225" y="31"/>
                    </a:lnTo>
                    <a:lnTo>
                      <a:pt x="213" y="22"/>
                    </a:lnTo>
                    <a:lnTo>
                      <a:pt x="206" y="19"/>
                    </a:lnTo>
                    <a:lnTo>
                      <a:pt x="199" y="18"/>
                    </a:lnTo>
                    <a:lnTo>
                      <a:pt x="197" y="19"/>
                    </a:lnTo>
                    <a:lnTo>
                      <a:pt x="197" y="19"/>
                    </a:lnTo>
                    <a:lnTo>
                      <a:pt x="198" y="22"/>
                    </a:lnTo>
                    <a:lnTo>
                      <a:pt x="198" y="22"/>
                    </a:lnTo>
                    <a:lnTo>
                      <a:pt x="199" y="24"/>
                    </a:lnTo>
                    <a:lnTo>
                      <a:pt x="199" y="24"/>
                    </a:lnTo>
                    <a:lnTo>
                      <a:pt x="199" y="27"/>
                    </a:lnTo>
                    <a:lnTo>
                      <a:pt x="201" y="30"/>
                    </a:lnTo>
                    <a:lnTo>
                      <a:pt x="201" y="30"/>
                    </a:lnTo>
                    <a:lnTo>
                      <a:pt x="202" y="30"/>
                    </a:lnTo>
                    <a:lnTo>
                      <a:pt x="202" y="30"/>
                    </a:lnTo>
                    <a:lnTo>
                      <a:pt x="203" y="33"/>
                    </a:lnTo>
                    <a:lnTo>
                      <a:pt x="203" y="33"/>
                    </a:lnTo>
                    <a:lnTo>
                      <a:pt x="203" y="34"/>
                    </a:lnTo>
                    <a:lnTo>
                      <a:pt x="203" y="37"/>
                    </a:lnTo>
                    <a:lnTo>
                      <a:pt x="203" y="39"/>
                    </a:lnTo>
                    <a:lnTo>
                      <a:pt x="206" y="39"/>
                    </a:lnTo>
                    <a:lnTo>
                      <a:pt x="206" y="39"/>
                    </a:lnTo>
                    <a:lnTo>
                      <a:pt x="209" y="39"/>
                    </a:lnTo>
                    <a:lnTo>
                      <a:pt x="209" y="39"/>
                    </a:lnTo>
                    <a:lnTo>
                      <a:pt x="210" y="38"/>
                    </a:lnTo>
                    <a:lnTo>
                      <a:pt x="210" y="38"/>
                    </a:lnTo>
                    <a:lnTo>
                      <a:pt x="207" y="35"/>
                    </a:lnTo>
                    <a:lnTo>
                      <a:pt x="207" y="35"/>
                    </a:lnTo>
                    <a:lnTo>
                      <a:pt x="207" y="35"/>
                    </a:lnTo>
                    <a:lnTo>
                      <a:pt x="207" y="35"/>
                    </a:lnTo>
                    <a:lnTo>
                      <a:pt x="209" y="34"/>
                    </a:lnTo>
                    <a:lnTo>
                      <a:pt x="210" y="33"/>
                    </a:lnTo>
                    <a:lnTo>
                      <a:pt x="210" y="33"/>
                    </a:lnTo>
                    <a:lnTo>
                      <a:pt x="214" y="35"/>
                    </a:lnTo>
                    <a:lnTo>
                      <a:pt x="215" y="37"/>
                    </a:lnTo>
                    <a:lnTo>
                      <a:pt x="215" y="37"/>
                    </a:lnTo>
                    <a:lnTo>
                      <a:pt x="217" y="39"/>
                    </a:lnTo>
                    <a:lnTo>
                      <a:pt x="217" y="39"/>
                    </a:lnTo>
                    <a:lnTo>
                      <a:pt x="215" y="41"/>
                    </a:lnTo>
                    <a:lnTo>
                      <a:pt x="215" y="41"/>
                    </a:lnTo>
                    <a:lnTo>
                      <a:pt x="214" y="42"/>
                    </a:lnTo>
                    <a:lnTo>
                      <a:pt x="214" y="42"/>
                    </a:lnTo>
                    <a:lnTo>
                      <a:pt x="215" y="45"/>
                    </a:lnTo>
                    <a:lnTo>
                      <a:pt x="215" y="45"/>
                    </a:lnTo>
                    <a:lnTo>
                      <a:pt x="215" y="45"/>
                    </a:lnTo>
                    <a:lnTo>
                      <a:pt x="217" y="45"/>
                    </a:lnTo>
                    <a:lnTo>
                      <a:pt x="217" y="45"/>
                    </a:lnTo>
                    <a:lnTo>
                      <a:pt x="221" y="43"/>
                    </a:lnTo>
                    <a:lnTo>
                      <a:pt x="221" y="43"/>
                    </a:lnTo>
                    <a:lnTo>
                      <a:pt x="224" y="43"/>
                    </a:lnTo>
                    <a:lnTo>
                      <a:pt x="224" y="43"/>
                    </a:lnTo>
                    <a:lnTo>
                      <a:pt x="225" y="45"/>
                    </a:lnTo>
                    <a:lnTo>
                      <a:pt x="225" y="45"/>
                    </a:lnTo>
                    <a:lnTo>
                      <a:pt x="229" y="47"/>
                    </a:lnTo>
                    <a:lnTo>
                      <a:pt x="229" y="47"/>
                    </a:lnTo>
                    <a:lnTo>
                      <a:pt x="230" y="47"/>
                    </a:lnTo>
                    <a:lnTo>
                      <a:pt x="230" y="47"/>
                    </a:lnTo>
                    <a:lnTo>
                      <a:pt x="232" y="51"/>
                    </a:lnTo>
                    <a:lnTo>
                      <a:pt x="232" y="51"/>
                    </a:lnTo>
                    <a:lnTo>
                      <a:pt x="234" y="53"/>
                    </a:lnTo>
                    <a:lnTo>
                      <a:pt x="234" y="53"/>
                    </a:lnTo>
                    <a:lnTo>
                      <a:pt x="237" y="54"/>
                    </a:lnTo>
                    <a:lnTo>
                      <a:pt x="238" y="56"/>
                    </a:lnTo>
                    <a:lnTo>
                      <a:pt x="238" y="56"/>
                    </a:lnTo>
                    <a:lnTo>
                      <a:pt x="240" y="58"/>
                    </a:lnTo>
                    <a:lnTo>
                      <a:pt x="240" y="58"/>
                    </a:lnTo>
                    <a:lnTo>
                      <a:pt x="245" y="62"/>
                    </a:lnTo>
                    <a:lnTo>
                      <a:pt x="245" y="62"/>
                    </a:lnTo>
                    <a:lnTo>
                      <a:pt x="248" y="65"/>
                    </a:lnTo>
                    <a:lnTo>
                      <a:pt x="248" y="65"/>
                    </a:lnTo>
                    <a:lnTo>
                      <a:pt x="248" y="69"/>
                    </a:lnTo>
                    <a:lnTo>
                      <a:pt x="248" y="69"/>
                    </a:lnTo>
                    <a:lnTo>
                      <a:pt x="249" y="73"/>
                    </a:lnTo>
                    <a:lnTo>
                      <a:pt x="249" y="73"/>
                    </a:lnTo>
                    <a:lnTo>
                      <a:pt x="251" y="76"/>
                    </a:lnTo>
                    <a:lnTo>
                      <a:pt x="251" y="76"/>
                    </a:lnTo>
                    <a:lnTo>
                      <a:pt x="253" y="77"/>
                    </a:lnTo>
                    <a:lnTo>
                      <a:pt x="253" y="77"/>
                    </a:lnTo>
                    <a:lnTo>
                      <a:pt x="257" y="80"/>
                    </a:lnTo>
                    <a:lnTo>
                      <a:pt x="257" y="80"/>
                    </a:lnTo>
                    <a:lnTo>
                      <a:pt x="259" y="81"/>
                    </a:lnTo>
                    <a:lnTo>
                      <a:pt x="259" y="83"/>
                    </a:lnTo>
                    <a:lnTo>
                      <a:pt x="259" y="83"/>
                    </a:lnTo>
                    <a:lnTo>
                      <a:pt x="257" y="84"/>
                    </a:lnTo>
                    <a:lnTo>
                      <a:pt x="257" y="84"/>
                    </a:lnTo>
                    <a:lnTo>
                      <a:pt x="255" y="84"/>
                    </a:lnTo>
                    <a:lnTo>
                      <a:pt x="255" y="84"/>
                    </a:lnTo>
                    <a:lnTo>
                      <a:pt x="255" y="87"/>
                    </a:lnTo>
                    <a:lnTo>
                      <a:pt x="255" y="87"/>
                    </a:lnTo>
                    <a:lnTo>
                      <a:pt x="255" y="88"/>
                    </a:lnTo>
                    <a:lnTo>
                      <a:pt x="255" y="89"/>
                    </a:lnTo>
                    <a:lnTo>
                      <a:pt x="255" y="89"/>
                    </a:lnTo>
                    <a:lnTo>
                      <a:pt x="252" y="91"/>
                    </a:lnTo>
                    <a:lnTo>
                      <a:pt x="251" y="91"/>
                    </a:lnTo>
                    <a:lnTo>
                      <a:pt x="248" y="92"/>
                    </a:lnTo>
                    <a:lnTo>
                      <a:pt x="247" y="93"/>
                    </a:lnTo>
                    <a:lnTo>
                      <a:pt x="247" y="93"/>
                    </a:lnTo>
                    <a:lnTo>
                      <a:pt x="247" y="95"/>
                    </a:lnTo>
                    <a:lnTo>
                      <a:pt x="247" y="95"/>
                    </a:lnTo>
                    <a:lnTo>
                      <a:pt x="249" y="96"/>
                    </a:lnTo>
                    <a:lnTo>
                      <a:pt x="249" y="96"/>
                    </a:lnTo>
                    <a:lnTo>
                      <a:pt x="249" y="95"/>
                    </a:lnTo>
                    <a:lnTo>
                      <a:pt x="249" y="95"/>
                    </a:lnTo>
                    <a:lnTo>
                      <a:pt x="249" y="93"/>
                    </a:lnTo>
                    <a:lnTo>
                      <a:pt x="251" y="93"/>
                    </a:lnTo>
                    <a:lnTo>
                      <a:pt x="251" y="93"/>
                    </a:lnTo>
                    <a:lnTo>
                      <a:pt x="253" y="93"/>
                    </a:lnTo>
                    <a:lnTo>
                      <a:pt x="253" y="93"/>
                    </a:lnTo>
                    <a:lnTo>
                      <a:pt x="256" y="93"/>
                    </a:lnTo>
                    <a:lnTo>
                      <a:pt x="256" y="93"/>
                    </a:lnTo>
                    <a:lnTo>
                      <a:pt x="256" y="92"/>
                    </a:lnTo>
                    <a:lnTo>
                      <a:pt x="256" y="92"/>
                    </a:lnTo>
                    <a:lnTo>
                      <a:pt x="256" y="92"/>
                    </a:lnTo>
                    <a:lnTo>
                      <a:pt x="256" y="89"/>
                    </a:lnTo>
                    <a:lnTo>
                      <a:pt x="256" y="89"/>
                    </a:lnTo>
                    <a:lnTo>
                      <a:pt x="257" y="87"/>
                    </a:lnTo>
                    <a:lnTo>
                      <a:pt x="257" y="87"/>
                    </a:lnTo>
                    <a:lnTo>
                      <a:pt x="257" y="88"/>
                    </a:lnTo>
                    <a:lnTo>
                      <a:pt x="259" y="87"/>
                    </a:lnTo>
                    <a:lnTo>
                      <a:pt x="259" y="87"/>
                    </a:lnTo>
                    <a:lnTo>
                      <a:pt x="260" y="85"/>
                    </a:lnTo>
                    <a:lnTo>
                      <a:pt x="260" y="85"/>
                    </a:lnTo>
                    <a:lnTo>
                      <a:pt x="262" y="85"/>
                    </a:lnTo>
                    <a:lnTo>
                      <a:pt x="262" y="85"/>
                    </a:lnTo>
                    <a:lnTo>
                      <a:pt x="262" y="85"/>
                    </a:lnTo>
                    <a:lnTo>
                      <a:pt x="262" y="83"/>
                    </a:lnTo>
                    <a:lnTo>
                      <a:pt x="262" y="83"/>
                    </a:lnTo>
                    <a:lnTo>
                      <a:pt x="260" y="80"/>
                    </a:lnTo>
                    <a:lnTo>
                      <a:pt x="260" y="80"/>
                    </a:lnTo>
                    <a:lnTo>
                      <a:pt x="260" y="75"/>
                    </a:lnTo>
                    <a:lnTo>
                      <a:pt x="260" y="75"/>
                    </a:lnTo>
                    <a:lnTo>
                      <a:pt x="263" y="80"/>
                    </a:lnTo>
                    <a:lnTo>
                      <a:pt x="266" y="89"/>
                    </a:lnTo>
                    <a:lnTo>
                      <a:pt x="266" y="89"/>
                    </a:lnTo>
                    <a:lnTo>
                      <a:pt x="264" y="89"/>
                    </a:lnTo>
                    <a:lnTo>
                      <a:pt x="264" y="91"/>
                    </a:lnTo>
                    <a:lnTo>
                      <a:pt x="264" y="91"/>
                    </a:lnTo>
                    <a:lnTo>
                      <a:pt x="264" y="93"/>
                    </a:lnTo>
                    <a:lnTo>
                      <a:pt x="264" y="93"/>
                    </a:lnTo>
                    <a:lnTo>
                      <a:pt x="264" y="98"/>
                    </a:lnTo>
                    <a:lnTo>
                      <a:pt x="264" y="98"/>
                    </a:lnTo>
                    <a:lnTo>
                      <a:pt x="264" y="103"/>
                    </a:lnTo>
                    <a:lnTo>
                      <a:pt x="264" y="103"/>
                    </a:lnTo>
                    <a:lnTo>
                      <a:pt x="264" y="107"/>
                    </a:lnTo>
                    <a:lnTo>
                      <a:pt x="264" y="107"/>
                    </a:lnTo>
                    <a:lnTo>
                      <a:pt x="264" y="112"/>
                    </a:lnTo>
                    <a:lnTo>
                      <a:pt x="264" y="112"/>
                    </a:lnTo>
                    <a:lnTo>
                      <a:pt x="263" y="114"/>
                    </a:lnTo>
                    <a:lnTo>
                      <a:pt x="263" y="114"/>
                    </a:lnTo>
                    <a:lnTo>
                      <a:pt x="263" y="115"/>
                    </a:lnTo>
                    <a:lnTo>
                      <a:pt x="262" y="114"/>
                    </a:lnTo>
                    <a:lnTo>
                      <a:pt x="262" y="114"/>
                    </a:lnTo>
                    <a:lnTo>
                      <a:pt x="260" y="110"/>
                    </a:lnTo>
                    <a:lnTo>
                      <a:pt x="259" y="110"/>
                    </a:lnTo>
                    <a:lnTo>
                      <a:pt x="259" y="110"/>
                    </a:lnTo>
                    <a:lnTo>
                      <a:pt x="259" y="108"/>
                    </a:lnTo>
                    <a:lnTo>
                      <a:pt x="256" y="108"/>
                    </a:lnTo>
                    <a:lnTo>
                      <a:pt x="256" y="108"/>
                    </a:lnTo>
                    <a:lnTo>
                      <a:pt x="255" y="108"/>
                    </a:lnTo>
                    <a:lnTo>
                      <a:pt x="253" y="108"/>
                    </a:lnTo>
                    <a:lnTo>
                      <a:pt x="253" y="108"/>
                    </a:lnTo>
                    <a:lnTo>
                      <a:pt x="253" y="111"/>
                    </a:lnTo>
                    <a:lnTo>
                      <a:pt x="253" y="112"/>
                    </a:lnTo>
                    <a:lnTo>
                      <a:pt x="253" y="112"/>
                    </a:lnTo>
                    <a:lnTo>
                      <a:pt x="248" y="111"/>
                    </a:lnTo>
                    <a:lnTo>
                      <a:pt x="248" y="111"/>
                    </a:lnTo>
                    <a:lnTo>
                      <a:pt x="247" y="111"/>
                    </a:lnTo>
                    <a:lnTo>
                      <a:pt x="247" y="112"/>
                    </a:lnTo>
                    <a:lnTo>
                      <a:pt x="247" y="112"/>
                    </a:lnTo>
                    <a:lnTo>
                      <a:pt x="245" y="115"/>
                    </a:lnTo>
                    <a:lnTo>
                      <a:pt x="244" y="116"/>
                    </a:lnTo>
                    <a:lnTo>
                      <a:pt x="244" y="116"/>
                    </a:lnTo>
                    <a:lnTo>
                      <a:pt x="244" y="118"/>
                    </a:lnTo>
                    <a:lnTo>
                      <a:pt x="243" y="121"/>
                    </a:lnTo>
                    <a:lnTo>
                      <a:pt x="243" y="121"/>
                    </a:lnTo>
                    <a:lnTo>
                      <a:pt x="241" y="122"/>
                    </a:lnTo>
                    <a:lnTo>
                      <a:pt x="238" y="122"/>
                    </a:lnTo>
                    <a:lnTo>
                      <a:pt x="238" y="122"/>
                    </a:lnTo>
                    <a:lnTo>
                      <a:pt x="234" y="123"/>
                    </a:lnTo>
                    <a:lnTo>
                      <a:pt x="234" y="123"/>
                    </a:lnTo>
                    <a:lnTo>
                      <a:pt x="234" y="125"/>
                    </a:lnTo>
                    <a:lnTo>
                      <a:pt x="233" y="126"/>
                    </a:lnTo>
                    <a:lnTo>
                      <a:pt x="233" y="126"/>
                    </a:lnTo>
                    <a:lnTo>
                      <a:pt x="232" y="127"/>
                    </a:lnTo>
                    <a:lnTo>
                      <a:pt x="230" y="129"/>
                    </a:lnTo>
                    <a:lnTo>
                      <a:pt x="230" y="129"/>
                    </a:lnTo>
                    <a:lnTo>
                      <a:pt x="230" y="133"/>
                    </a:lnTo>
                    <a:lnTo>
                      <a:pt x="230" y="133"/>
                    </a:lnTo>
                    <a:lnTo>
                      <a:pt x="230" y="134"/>
                    </a:lnTo>
                    <a:lnTo>
                      <a:pt x="230" y="135"/>
                    </a:lnTo>
                    <a:lnTo>
                      <a:pt x="230" y="135"/>
                    </a:lnTo>
                    <a:lnTo>
                      <a:pt x="226" y="137"/>
                    </a:lnTo>
                    <a:lnTo>
                      <a:pt x="226" y="137"/>
                    </a:lnTo>
                    <a:lnTo>
                      <a:pt x="226" y="137"/>
                    </a:lnTo>
                    <a:lnTo>
                      <a:pt x="226" y="138"/>
                    </a:lnTo>
                    <a:lnTo>
                      <a:pt x="225" y="139"/>
                    </a:lnTo>
                    <a:lnTo>
                      <a:pt x="225" y="139"/>
                    </a:lnTo>
                    <a:lnTo>
                      <a:pt x="220" y="141"/>
                    </a:lnTo>
                    <a:lnTo>
                      <a:pt x="220" y="141"/>
                    </a:lnTo>
                    <a:lnTo>
                      <a:pt x="220" y="142"/>
                    </a:lnTo>
                    <a:lnTo>
                      <a:pt x="220" y="144"/>
                    </a:lnTo>
                    <a:lnTo>
                      <a:pt x="218" y="144"/>
                    </a:lnTo>
                    <a:lnTo>
                      <a:pt x="218" y="144"/>
                    </a:lnTo>
                    <a:lnTo>
                      <a:pt x="215" y="144"/>
                    </a:lnTo>
                    <a:lnTo>
                      <a:pt x="213" y="144"/>
                    </a:lnTo>
                    <a:lnTo>
                      <a:pt x="213" y="144"/>
                    </a:lnTo>
                    <a:lnTo>
                      <a:pt x="211" y="145"/>
                    </a:lnTo>
                    <a:lnTo>
                      <a:pt x="209" y="148"/>
                    </a:lnTo>
                    <a:lnTo>
                      <a:pt x="209" y="148"/>
                    </a:lnTo>
                    <a:lnTo>
                      <a:pt x="203" y="152"/>
                    </a:lnTo>
                    <a:lnTo>
                      <a:pt x="203" y="152"/>
                    </a:lnTo>
                    <a:lnTo>
                      <a:pt x="202" y="152"/>
                    </a:lnTo>
                    <a:lnTo>
                      <a:pt x="202" y="154"/>
                    </a:lnTo>
                    <a:lnTo>
                      <a:pt x="202" y="154"/>
                    </a:lnTo>
                    <a:lnTo>
                      <a:pt x="202" y="157"/>
                    </a:lnTo>
                    <a:lnTo>
                      <a:pt x="203" y="158"/>
                    </a:lnTo>
                    <a:lnTo>
                      <a:pt x="203" y="158"/>
                    </a:lnTo>
                    <a:lnTo>
                      <a:pt x="207" y="164"/>
                    </a:lnTo>
                    <a:lnTo>
                      <a:pt x="207" y="164"/>
                    </a:lnTo>
                    <a:lnTo>
                      <a:pt x="209" y="167"/>
                    </a:lnTo>
                    <a:lnTo>
                      <a:pt x="207" y="169"/>
                    </a:lnTo>
                    <a:lnTo>
                      <a:pt x="207" y="169"/>
                    </a:lnTo>
                    <a:lnTo>
                      <a:pt x="206" y="173"/>
                    </a:lnTo>
                    <a:lnTo>
                      <a:pt x="206" y="173"/>
                    </a:lnTo>
                    <a:lnTo>
                      <a:pt x="206" y="176"/>
                    </a:lnTo>
                    <a:lnTo>
                      <a:pt x="206" y="179"/>
                    </a:lnTo>
                    <a:lnTo>
                      <a:pt x="206" y="179"/>
                    </a:lnTo>
                    <a:lnTo>
                      <a:pt x="209" y="183"/>
                    </a:lnTo>
                    <a:lnTo>
                      <a:pt x="209" y="183"/>
                    </a:lnTo>
                    <a:lnTo>
                      <a:pt x="207" y="184"/>
                    </a:lnTo>
                    <a:lnTo>
                      <a:pt x="207" y="186"/>
                    </a:lnTo>
                    <a:lnTo>
                      <a:pt x="207" y="187"/>
                    </a:lnTo>
                    <a:lnTo>
                      <a:pt x="207" y="187"/>
                    </a:lnTo>
                    <a:lnTo>
                      <a:pt x="213" y="191"/>
                    </a:lnTo>
                    <a:lnTo>
                      <a:pt x="213" y="191"/>
                    </a:lnTo>
                    <a:lnTo>
                      <a:pt x="217" y="194"/>
                    </a:lnTo>
                    <a:lnTo>
                      <a:pt x="217" y="194"/>
                    </a:lnTo>
                    <a:lnTo>
                      <a:pt x="217" y="199"/>
                    </a:lnTo>
                    <a:lnTo>
                      <a:pt x="217" y="199"/>
                    </a:lnTo>
                    <a:lnTo>
                      <a:pt x="220" y="204"/>
                    </a:lnTo>
                    <a:lnTo>
                      <a:pt x="221" y="209"/>
                    </a:lnTo>
                    <a:lnTo>
                      <a:pt x="220" y="211"/>
                    </a:lnTo>
                    <a:lnTo>
                      <a:pt x="220" y="211"/>
                    </a:lnTo>
                    <a:lnTo>
                      <a:pt x="218" y="214"/>
                    </a:lnTo>
                    <a:lnTo>
                      <a:pt x="218" y="215"/>
                    </a:lnTo>
                    <a:lnTo>
                      <a:pt x="218" y="215"/>
                    </a:lnTo>
                    <a:lnTo>
                      <a:pt x="220" y="218"/>
                    </a:lnTo>
                    <a:lnTo>
                      <a:pt x="220" y="218"/>
                    </a:lnTo>
                    <a:lnTo>
                      <a:pt x="222" y="219"/>
                    </a:lnTo>
                    <a:lnTo>
                      <a:pt x="222" y="219"/>
                    </a:lnTo>
                    <a:lnTo>
                      <a:pt x="222" y="221"/>
                    </a:lnTo>
                    <a:lnTo>
                      <a:pt x="222" y="221"/>
                    </a:lnTo>
                    <a:lnTo>
                      <a:pt x="218" y="226"/>
                    </a:lnTo>
                    <a:lnTo>
                      <a:pt x="218" y="226"/>
                    </a:lnTo>
                    <a:lnTo>
                      <a:pt x="217" y="230"/>
                    </a:lnTo>
                    <a:lnTo>
                      <a:pt x="217" y="230"/>
                    </a:lnTo>
                    <a:lnTo>
                      <a:pt x="213" y="236"/>
                    </a:lnTo>
                    <a:lnTo>
                      <a:pt x="213" y="236"/>
                    </a:lnTo>
                    <a:lnTo>
                      <a:pt x="210" y="237"/>
                    </a:lnTo>
                    <a:lnTo>
                      <a:pt x="210" y="238"/>
                    </a:lnTo>
                    <a:lnTo>
                      <a:pt x="210" y="238"/>
                    </a:lnTo>
                    <a:lnTo>
                      <a:pt x="209" y="241"/>
                    </a:lnTo>
                    <a:lnTo>
                      <a:pt x="209" y="242"/>
                    </a:lnTo>
                    <a:lnTo>
                      <a:pt x="210" y="241"/>
                    </a:lnTo>
                    <a:lnTo>
                      <a:pt x="210" y="241"/>
                    </a:lnTo>
                    <a:lnTo>
                      <a:pt x="215" y="237"/>
                    </a:lnTo>
                    <a:lnTo>
                      <a:pt x="215" y="237"/>
                    </a:lnTo>
                    <a:lnTo>
                      <a:pt x="221" y="234"/>
                    </a:lnTo>
                    <a:lnTo>
                      <a:pt x="224" y="232"/>
                    </a:lnTo>
                    <a:lnTo>
                      <a:pt x="224" y="232"/>
                    </a:lnTo>
                    <a:lnTo>
                      <a:pt x="225" y="232"/>
                    </a:lnTo>
                    <a:lnTo>
                      <a:pt x="225" y="233"/>
                    </a:lnTo>
                    <a:lnTo>
                      <a:pt x="226" y="228"/>
                    </a:lnTo>
                    <a:lnTo>
                      <a:pt x="226" y="228"/>
                    </a:lnTo>
                    <a:lnTo>
                      <a:pt x="230" y="219"/>
                    </a:lnTo>
                    <a:lnTo>
                      <a:pt x="233" y="217"/>
                    </a:lnTo>
                    <a:lnTo>
                      <a:pt x="233" y="217"/>
                    </a:lnTo>
                    <a:lnTo>
                      <a:pt x="236" y="211"/>
                    </a:lnTo>
                    <a:lnTo>
                      <a:pt x="236" y="211"/>
                    </a:lnTo>
                    <a:lnTo>
                      <a:pt x="238" y="206"/>
                    </a:lnTo>
                    <a:lnTo>
                      <a:pt x="238" y="206"/>
                    </a:lnTo>
                    <a:lnTo>
                      <a:pt x="240" y="204"/>
                    </a:lnTo>
                    <a:lnTo>
                      <a:pt x="241" y="204"/>
                    </a:lnTo>
                    <a:lnTo>
                      <a:pt x="243" y="204"/>
                    </a:lnTo>
                    <a:lnTo>
                      <a:pt x="243" y="200"/>
                    </a:lnTo>
                    <a:lnTo>
                      <a:pt x="243" y="200"/>
                    </a:lnTo>
                    <a:lnTo>
                      <a:pt x="244" y="196"/>
                    </a:lnTo>
                    <a:lnTo>
                      <a:pt x="247" y="192"/>
                    </a:lnTo>
                    <a:lnTo>
                      <a:pt x="247" y="192"/>
                    </a:lnTo>
                    <a:lnTo>
                      <a:pt x="247" y="188"/>
                    </a:lnTo>
                    <a:lnTo>
                      <a:pt x="247" y="186"/>
                    </a:lnTo>
                    <a:lnTo>
                      <a:pt x="247" y="184"/>
                    </a:lnTo>
                    <a:lnTo>
                      <a:pt x="248" y="181"/>
                    </a:lnTo>
                    <a:lnTo>
                      <a:pt x="248" y="181"/>
                    </a:lnTo>
                    <a:lnTo>
                      <a:pt x="252" y="179"/>
                    </a:lnTo>
                    <a:lnTo>
                      <a:pt x="253" y="177"/>
                    </a:lnTo>
                    <a:lnTo>
                      <a:pt x="253" y="177"/>
                    </a:lnTo>
                    <a:lnTo>
                      <a:pt x="256" y="172"/>
                    </a:lnTo>
                    <a:lnTo>
                      <a:pt x="256" y="172"/>
                    </a:lnTo>
                    <a:lnTo>
                      <a:pt x="262" y="164"/>
                    </a:lnTo>
                    <a:lnTo>
                      <a:pt x="263" y="160"/>
                    </a:lnTo>
                    <a:lnTo>
                      <a:pt x="264" y="153"/>
                    </a:lnTo>
                    <a:lnTo>
                      <a:pt x="264" y="153"/>
                    </a:lnTo>
                    <a:lnTo>
                      <a:pt x="264" y="141"/>
                    </a:lnTo>
                    <a:lnTo>
                      <a:pt x="264" y="141"/>
                    </a:lnTo>
                    <a:lnTo>
                      <a:pt x="266" y="138"/>
                    </a:lnTo>
                    <a:lnTo>
                      <a:pt x="267" y="135"/>
                    </a:lnTo>
                    <a:lnTo>
                      <a:pt x="267" y="131"/>
                    </a:lnTo>
                    <a:lnTo>
                      <a:pt x="267" y="131"/>
                    </a:lnTo>
                    <a:lnTo>
                      <a:pt x="266" y="127"/>
                    </a:lnTo>
                    <a:lnTo>
                      <a:pt x="266" y="126"/>
                    </a:lnTo>
                    <a:lnTo>
                      <a:pt x="266" y="126"/>
                    </a:lnTo>
                    <a:lnTo>
                      <a:pt x="267" y="123"/>
                    </a:lnTo>
                    <a:lnTo>
                      <a:pt x="268" y="122"/>
                    </a:lnTo>
                    <a:lnTo>
                      <a:pt x="268" y="122"/>
                    </a:lnTo>
                    <a:lnTo>
                      <a:pt x="271" y="118"/>
                    </a:lnTo>
                    <a:lnTo>
                      <a:pt x="271" y="118"/>
                    </a:lnTo>
                    <a:lnTo>
                      <a:pt x="272" y="114"/>
                    </a:lnTo>
                    <a:lnTo>
                      <a:pt x="274" y="115"/>
                    </a:lnTo>
                    <a:lnTo>
                      <a:pt x="274" y="115"/>
                    </a:lnTo>
                    <a:lnTo>
                      <a:pt x="274" y="121"/>
                    </a:lnTo>
                    <a:lnTo>
                      <a:pt x="274" y="135"/>
                    </a:lnTo>
                    <a:lnTo>
                      <a:pt x="270" y="157"/>
                    </a:lnTo>
                    <a:lnTo>
                      <a:pt x="267" y="171"/>
                    </a:lnTo>
                    <a:lnTo>
                      <a:pt x="263" y="183"/>
                    </a:lnTo>
                    <a:lnTo>
                      <a:pt x="257" y="196"/>
                    </a:lnTo>
                    <a:lnTo>
                      <a:pt x="249" y="210"/>
                    </a:lnTo>
                    <a:lnTo>
                      <a:pt x="240" y="223"/>
                    </a:lnTo>
                    <a:lnTo>
                      <a:pt x="229" y="234"/>
                    </a:lnTo>
                    <a:lnTo>
                      <a:pt x="214" y="245"/>
                    </a:lnTo>
                    <a:lnTo>
                      <a:pt x="198" y="255"/>
                    </a:lnTo>
                    <a:lnTo>
                      <a:pt x="178" y="261"/>
                    </a:lnTo>
                    <a:lnTo>
                      <a:pt x="155" y="267"/>
                    </a:lnTo>
                    <a:lnTo>
                      <a:pt x="155" y="267"/>
                    </a:lnTo>
                    <a:lnTo>
                      <a:pt x="169" y="263"/>
                    </a:lnTo>
                    <a:lnTo>
                      <a:pt x="182" y="259"/>
                    </a:lnTo>
                    <a:lnTo>
                      <a:pt x="186" y="256"/>
                    </a:lnTo>
                    <a:lnTo>
                      <a:pt x="187" y="255"/>
                    </a:lnTo>
                    <a:lnTo>
                      <a:pt x="187" y="255"/>
                    </a:lnTo>
                    <a:lnTo>
                      <a:pt x="187" y="252"/>
                    </a:lnTo>
                    <a:lnTo>
                      <a:pt x="187" y="249"/>
                    </a:lnTo>
                    <a:lnTo>
                      <a:pt x="187" y="249"/>
                    </a:lnTo>
                    <a:lnTo>
                      <a:pt x="187" y="249"/>
                    </a:lnTo>
                    <a:lnTo>
                      <a:pt x="184" y="249"/>
                    </a:lnTo>
                    <a:lnTo>
                      <a:pt x="182" y="248"/>
                    </a:lnTo>
                    <a:lnTo>
                      <a:pt x="182" y="248"/>
                    </a:lnTo>
                    <a:lnTo>
                      <a:pt x="178" y="245"/>
                    </a:lnTo>
                    <a:lnTo>
                      <a:pt x="178" y="246"/>
                    </a:lnTo>
                    <a:lnTo>
                      <a:pt x="178" y="246"/>
                    </a:lnTo>
                    <a:lnTo>
                      <a:pt x="173" y="246"/>
                    </a:lnTo>
                    <a:lnTo>
                      <a:pt x="173" y="246"/>
                    </a:lnTo>
                    <a:lnTo>
                      <a:pt x="168" y="246"/>
                    </a:lnTo>
                    <a:lnTo>
                      <a:pt x="165" y="245"/>
                    </a:lnTo>
                    <a:lnTo>
                      <a:pt x="165" y="245"/>
                    </a:lnTo>
                    <a:lnTo>
                      <a:pt x="161" y="242"/>
                    </a:lnTo>
                    <a:lnTo>
                      <a:pt x="160" y="241"/>
                    </a:lnTo>
                    <a:lnTo>
                      <a:pt x="159" y="242"/>
                    </a:lnTo>
                    <a:lnTo>
                      <a:pt x="159" y="242"/>
                    </a:lnTo>
                    <a:lnTo>
                      <a:pt x="159" y="244"/>
                    </a:lnTo>
                    <a:lnTo>
                      <a:pt x="159" y="244"/>
                    </a:lnTo>
                    <a:lnTo>
                      <a:pt x="157" y="245"/>
                    </a:lnTo>
                    <a:lnTo>
                      <a:pt x="157" y="245"/>
                    </a:lnTo>
                    <a:lnTo>
                      <a:pt x="156" y="245"/>
                    </a:lnTo>
                    <a:lnTo>
                      <a:pt x="153" y="245"/>
                    </a:lnTo>
                    <a:lnTo>
                      <a:pt x="149" y="245"/>
                    </a:lnTo>
                    <a:lnTo>
                      <a:pt x="149" y="245"/>
                    </a:lnTo>
                    <a:lnTo>
                      <a:pt x="145" y="245"/>
                    </a:lnTo>
                    <a:lnTo>
                      <a:pt x="140" y="244"/>
                    </a:lnTo>
                    <a:lnTo>
                      <a:pt x="140" y="244"/>
                    </a:lnTo>
                    <a:lnTo>
                      <a:pt x="138" y="242"/>
                    </a:lnTo>
                    <a:lnTo>
                      <a:pt x="137" y="242"/>
                    </a:lnTo>
                    <a:lnTo>
                      <a:pt x="137" y="242"/>
                    </a:lnTo>
                    <a:lnTo>
                      <a:pt x="136" y="244"/>
                    </a:lnTo>
                    <a:lnTo>
                      <a:pt x="134" y="245"/>
                    </a:lnTo>
                    <a:lnTo>
                      <a:pt x="140" y="248"/>
                    </a:lnTo>
                    <a:lnTo>
                      <a:pt x="144" y="251"/>
                    </a:lnTo>
                    <a:lnTo>
                      <a:pt x="144" y="251"/>
                    </a:lnTo>
                    <a:lnTo>
                      <a:pt x="145" y="252"/>
                    </a:lnTo>
                    <a:lnTo>
                      <a:pt x="145" y="252"/>
                    </a:lnTo>
                    <a:lnTo>
                      <a:pt x="145" y="253"/>
                    </a:lnTo>
                    <a:lnTo>
                      <a:pt x="145" y="253"/>
                    </a:lnTo>
                    <a:lnTo>
                      <a:pt x="142" y="253"/>
                    </a:lnTo>
                    <a:lnTo>
                      <a:pt x="140" y="253"/>
                    </a:lnTo>
                    <a:lnTo>
                      <a:pt x="140" y="253"/>
                    </a:lnTo>
                    <a:lnTo>
                      <a:pt x="134" y="256"/>
                    </a:lnTo>
                    <a:lnTo>
                      <a:pt x="133" y="256"/>
                    </a:lnTo>
                    <a:lnTo>
                      <a:pt x="130" y="256"/>
                    </a:lnTo>
                    <a:lnTo>
                      <a:pt x="130" y="256"/>
                    </a:lnTo>
                    <a:lnTo>
                      <a:pt x="127" y="251"/>
                    </a:lnTo>
                    <a:lnTo>
                      <a:pt x="127" y="251"/>
                    </a:lnTo>
                    <a:lnTo>
                      <a:pt x="127" y="249"/>
                    </a:lnTo>
                    <a:lnTo>
                      <a:pt x="126" y="248"/>
                    </a:lnTo>
                    <a:lnTo>
                      <a:pt x="125" y="248"/>
                    </a:lnTo>
                    <a:lnTo>
                      <a:pt x="125" y="248"/>
                    </a:lnTo>
                    <a:lnTo>
                      <a:pt x="121" y="248"/>
                    </a:lnTo>
                    <a:lnTo>
                      <a:pt x="123" y="252"/>
                    </a:lnTo>
                    <a:lnTo>
                      <a:pt x="123" y="252"/>
                    </a:lnTo>
                    <a:lnTo>
                      <a:pt x="118" y="252"/>
                    </a:lnTo>
                    <a:lnTo>
                      <a:pt x="118" y="252"/>
                    </a:lnTo>
                    <a:lnTo>
                      <a:pt x="115" y="253"/>
                    </a:lnTo>
                    <a:lnTo>
                      <a:pt x="115" y="253"/>
                    </a:lnTo>
                    <a:lnTo>
                      <a:pt x="114" y="252"/>
                    </a:lnTo>
                    <a:lnTo>
                      <a:pt x="114" y="252"/>
                    </a:lnTo>
                    <a:lnTo>
                      <a:pt x="111" y="251"/>
                    </a:lnTo>
                    <a:lnTo>
                      <a:pt x="108" y="251"/>
                    </a:lnTo>
                    <a:lnTo>
                      <a:pt x="108" y="251"/>
                    </a:lnTo>
                    <a:lnTo>
                      <a:pt x="102" y="249"/>
                    </a:lnTo>
                    <a:lnTo>
                      <a:pt x="102" y="249"/>
                    </a:lnTo>
                    <a:lnTo>
                      <a:pt x="99" y="249"/>
                    </a:lnTo>
                    <a:lnTo>
                      <a:pt x="99" y="249"/>
                    </a:lnTo>
                    <a:lnTo>
                      <a:pt x="95" y="252"/>
                    </a:lnTo>
                    <a:lnTo>
                      <a:pt x="92" y="252"/>
                    </a:lnTo>
                    <a:lnTo>
                      <a:pt x="92" y="252"/>
                    </a:lnTo>
                    <a:lnTo>
                      <a:pt x="88" y="252"/>
                    </a:lnTo>
                    <a:lnTo>
                      <a:pt x="85" y="252"/>
                    </a:lnTo>
                    <a:lnTo>
                      <a:pt x="85" y="252"/>
                    </a:lnTo>
                    <a:lnTo>
                      <a:pt x="88" y="255"/>
                    </a:lnTo>
                    <a:lnTo>
                      <a:pt x="98" y="259"/>
                    </a:lnTo>
                    <a:lnTo>
                      <a:pt x="104" y="261"/>
                    </a:lnTo>
                    <a:lnTo>
                      <a:pt x="113" y="264"/>
                    </a:lnTo>
                    <a:lnTo>
                      <a:pt x="122" y="265"/>
                    </a:lnTo>
                    <a:lnTo>
                      <a:pt x="133" y="267"/>
                    </a:lnTo>
                    <a:lnTo>
                      <a:pt x="133" y="267"/>
                    </a:lnTo>
                    <a:lnTo>
                      <a:pt x="121" y="267"/>
                    </a:lnTo>
                    <a:lnTo>
                      <a:pt x="108" y="264"/>
                    </a:lnTo>
                    <a:lnTo>
                      <a:pt x="92" y="260"/>
                    </a:lnTo>
                    <a:lnTo>
                      <a:pt x="73" y="252"/>
                    </a:lnTo>
                    <a:lnTo>
                      <a:pt x="64" y="246"/>
                    </a:lnTo>
                    <a:lnTo>
                      <a:pt x="54" y="240"/>
                    </a:lnTo>
                    <a:lnTo>
                      <a:pt x="45" y="232"/>
                    </a:lnTo>
                    <a:lnTo>
                      <a:pt x="35" y="222"/>
                    </a:lnTo>
                    <a:lnTo>
                      <a:pt x="27" y="211"/>
                    </a:lnTo>
                    <a:lnTo>
                      <a:pt x="19" y="199"/>
                    </a:lnTo>
                    <a:lnTo>
                      <a:pt x="19" y="199"/>
                    </a:lnTo>
                    <a:lnTo>
                      <a:pt x="12" y="186"/>
                    </a:lnTo>
                    <a:lnTo>
                      <a:pt x="7" y="172"/>
                    </a:lnTo>
                    <a:lnTo>
                      <a:pt x="3" y="157"/>
                    </a:lnTo>
                    <a:lnTo>
                      <a:pt x="2" y="142"/>
                    </a:lnTo>
                    <a:lnTo>
                      <a:pt x="0" y="129"/>
                    </a:lnTo>
                    <a:lnTo>
                      <a:pt x="2" y="114"/>
                    </a:lnTo>
                    <a:lnTo>
                      <a:pt x="4" y="100"/>
                    </a:lnTo>
                    <a:lnTo>
                      <a:pt x="10" y="87"/>
                    </a:lnTo>
                    <a:lnTo>
                      <a:pt x="15" y="73"/>
                    </a:lnTo>
                    <a:lnTo>
                      <a:pt x="23" y="61"/>
                    </a:lnTo>
                    <a:lnTo>
                      <a:pt x="31" y="49"/>
                    </a:lnTo>
                    <a:lnTo>
                      <a:pt x="42" y="38"/>
                    </a:lnTo>
                    <a:lnTo>
                      <a:pt x="54" y="28"/>
                    </a:lnTo>
                    <a:lnTo>
                      <a:pt x="68" y="19"/>
                    </a:lnTo>
                    <a:lnTo>
                      <a:pt x="84" y="11"/>
                    </a:lnTo>
                    <a:lnTo>
                      <a:pt x="100" y="4"/>
                    </a:lnTo>
                    <a:lnTo>
                      <a:pt x="100" y="4"/>
                    </a:lnTo>
                    <a:lnTo>
                      <a:pt x="90" y="10"/>
                    </a:lnTo>
                    <a:lnTo>
                      <a:pt x="77" y="16"/>
                    </a:lnTo>
                    <a:lnTo>
                      <a:pt x="62" y="26"/>
                    </a:lnTo>
                    <a:lnTo>
                      <a:pt x="48" y="38"/>
                    </a:lnTo>
                    <a:lnTo>
                      <a:pt x="41" y="46"/>
                    </a:lnTo>
                    <a:lnTo>
                      <a:pt x="33" y="54"/>
                    </a:lnTo>
                    <a:lnTo>
                      <a:pt x="27" y="64"/>
                    </a:lnTo>
                    <a:lnTo>
                      <a:pt x="20" y="75"/>
                    </a:lnTo>
                    <a:lnTo>
                      <a:pt x="15" y="85"/>
                    </a:lnTo>
                    <a:lnTo>
                      <a:pt x="11" y="98"/>
                    </a:lnTo>
                    <a:lnTo>
                      <a:pt x="12" y="99"/>
                    </a:lnTo>
                    <a:lnTo>
                      <a:pt x="12" y="99"/>
                    </a:lnTo>
                    <a:lnTo>
                      <a:pt x="14" y="98"/>
                    </a:lnTo>
                    <a:lnTo>
                      <a:pt x="15" y="95"/>
                    </a:lnTo>
                    <a:lnTo>
                      <a:pt x="15" y="95"/>
                    </a:lnTo>
                    <a:lnTo>
                      <a:pt x="18" y="89"/>
                    </a:lnTo>
                    <a:lnTo>
                      <a:pt x="18" y="89"/>
                    </a:lnTo>
                    <a:lnTo>
                      <a:pt x="19" y="87"/>
                    </a:lnTo>
                    <a:lnTo>
                      <a:pt x="19" y="87"/>
                    </a:lnTo>
                    <a:lnTo>
                      <a:pt x="23" y="84"/>
                    </a:lnTo>
                    <a:lnTo>
                      <a:pt x="23" y="84"/>
                    </a:lnTo>
                    <a:lnTo>
                      <a:pt x="26" y="77"/>
                    </a:lnTo>
                    <a:lnTo>
                      <a:pt x="26" y="77"/>
                    </a:lnTo>
                    <a:lnTo>
                      <a:pt x="29" y="76"/>
                    </a:lnTo>
                    <a:lnTo>
                      <a:pt x="31" y="76"/>
                    </a:lnTo>
                    <a:lnTo>
                      <a:pt x="31" y="76"/>
                    </a:lnTo>
                    <a:lnTo>
                      <a:pt x="33" y="75"/>
                    </a:lnTo>
                    <a:lnTo>
                      <a:pt x="33" y="75"/>
                    </a:lnTo>
                    <a:lnTo>
                      <a:pt x="33" y="75"/>
                    </a:lnTo>
                    <a:lnTo>
                      <a:pt x="31" y="77"/>
                    </a:lnTo>
                    <a:lnTo>
                      <a:pt x="31" y="80"/>
                    </a:lnTo>
                    <a:lnTo>
                      <a:pt x="31" y="84"/>
                    </a:lnTo>
                    <a:lnTo>
                      <a:pt x="31" y="84"/>
                    </a:lnTo>
                    <a:lnTo>
                      <a:pt x="29" y="91"/>
                    </a:lnTo>
                    <a:lnTo>
                      <a:pt x="29" y="91"/>
                    </a:lnTo>
                    <a:lnTo>
                      <a:pt x="30" y="95"/>
                    </a:lnTo>
                    <a:lnTo>
                      <a:pt x="30" y="95"/>
                    </a:lnTo>
                    <a:lnTo>
                      <a:pt x="31" y="98"/>
                    </a:lnTo>
                    <a:lnTo>
                      <a:pt x="33" y="99"/>
                    </a:lnTo>
                    <a:lnTo>
                      <a:pt x="33" y="99"/>
                    </a:lnTo>
                    <a:lnTo>
                      <a:pt x="41" y="102"/>
                    </a:lnTo>
                    <a:lnTo>
                      <a:pt x="41" y="102"/>
                    </a:lnTo>
                    <a:lnTo>
                      <a:pt x="45" y="96"/>
                    </a:lnTo>
                    <a:lnTo>
                      <a:pt x="45" y="96"/>
                    </a:lnTo>
                    <a:lnTo>
                      <a:pt x="48" y="95"/>
                    </a:lnTo>
                    <a:lnTo>
                      <a:pt x="50" y="93"/>
                    </a:lnTo>
                    <a:lnTo>
                      <a:pt x="50" y="93"/>
                    </a:lnTo>
                    <a:lnTo>
                      <a:pt x="50" y="91"/>
                    </a:lnTo>
                    <a:lnTo>
                      <a:pt x="50" y="89"/>
                    </a:lnTo>
                    <a:lnTo>
                      <a:pt x="52" y="88"/>
                    </a:lnTo>
                    <a:lnTo>
                      <a:pt x="52" y="88"/>
                    </a:lnTo>
                    <a:lnTo>
                      <a:pt x="53" y="85"/>
                    </a:lnTo>
                    <a:lnTo>
                      <a:pt x="54" y="84"/>
                    </a:lnTo>
                    <a:lnTo>
                      <a:pt x="54" y="84"/>
                    </a:lnTo>
                    <a:lnTo>
                      <a:pt x="56" y="81"/>
                    </a:lnTo>
                    <a:lnTo>
                      <a:pt x="56" y="81"/>
                    </a:lnTo>
                    <a:lnTo>
                      <a:pt x="58" y="81"/>
                    </a:lnTo>
                    <a:lnTo>
                      <a:pt x="60" y="81"/>
                    </a:lnTo>
                    <a:lnTo>
                      <a:pt x="60" y="83"/>
                    </a:lnTo>
                    <a:lnTo>
                      <a:pt x="60" y="83"/>
                    </a:lnTo>
                    <a:lnTo>
                      <a:pt x="60" y="85"/>
                    </a:lnTo>
                    <a:lnTo>
                      <a:pt x="60" y="87"/>
                    </a:lnTo>
                    <a:lnTo>
                      <a:pt x="60" y="88"/>
                    </a:lnTo>
                    <a:lnTo>
                      <a:pt x="58" y="89"/>
                    </a:lnTo>
                    <a:lnTo>
                      <a:pt x="58" y="89"/>
                    </a:lnTo>
                    <a:lnTo>
                      <a:pt x="57" y="89"/>
                    </a:lnTo>
                    <a:lnTo>
                      <a:pt x="56" y="91"/>
                    </a:lnTo>
                    <a:lnTo>
                      <a:pt x="56" y="91"/>
                    </a:lnTo>
                    <a:lnTo>
                      <a:pt x="53" y="96"/>
                    </a:lnTo>
                    <a:lnTo>
                      <a:pt x="53" y="96"/>
                    </a:lnTo>
                    <a:lnTo>
                      <a:pt x="52" y="99"/>
                    </a:lnTo>
                    <a:lnTo>
                      <a:pt x="50" y="102"/>
                    </a:lnTo>
                    <a:lnTo>
                      <a:pt x="50" y="102"/>
                    </a:lnTo>
                    <a:lnTo>
                      <a:pt x="48" y="102"/>
                    </a:lnTo>
                    <a:lnTo>
                      <a:pt x="46" y="103"/>
                    </a:lnTo>
                    <a:lnTo>
                      <a:pt x="46" y="103"/>
                    </a:lnTo>
                    <a:lnTo>
                      <a:pt x="46" y="103"/>
                    </a:lnTo>
                    <a:lnTo>
                      <a:pt x="46" y="106"/>
                    </a:lnTo>
                    <a:lnTo>
                      <a:pt x="46" y="107"/>
                    </a:lnTo>
                    <a:lnTo>
                      <a:pt x="46" y="107"/>
                    </a:lnTo>
                    <a:lnTo>
                      <a:pt x="46" y="107"/>
                    </a:lnTo>
                    <a:lnTo>
                      <a:pt x="43" y="108"/>
                    </a:lnTo>
                    <a:lnTo>
                      <a:pt x="42" y="108"/>
                    </a:lnTo>
                    <a:lnTo>
                      <a:pt x="42" y="108"/>
                    </a:lnTo>
                    <a:lnTo>
                      <a:pt x="39" y="108"/>
                    </a:lnTo>
                    <a:lnTo>
                      <a:pt x="39" y="108"/>
                    </a:lnTo>
                    <a:lnTo>
                      <a:pt x="34" y="107"/>
                    </a:lnTo>
                    <a:lnTo>
                      <a:pt x="34" y="107"/>
                    </a:lnTo>
                    <a:lnTo>
                      <a:pt x="33" y="108"/>
                    </a:lnTo>
                    <a:lnTo>
                      <a:pt x="31" y="111"/>
                    </a:lnTo>
                    <a:lnTo>
                      <a:pt x="31" y="111"/>
                    </a:lnTo>
                    <a:lnTo>
                      <a:pt x="33" y="116"/>
                    </a:lnTo>
                    <a:lnTo>
                      <a:pt x="35" y="122"/>
                    </a:lnTo>
                    <a:lnTo>
                      <a:pt x="35" y="122"/>
                    </a:lnTo>
                    <a:lnTo>
                      <a:pt x="35" y="127"/>
                    </a:lnTo>
                    <a:lnTo>
                      <a:pt x="35" y="130"/>
                    </a:lnTo>
                    <a:lnTo>
                      <a:pt x="37" y="131"/>
                    </a:lnTo>
                    <a:lnTo>
                      <a:pt x="37" y="131"/>
                    </a:lnTo>
                    <a:lnTo>
                      <a:pt x="39" y="134"/>
                    </a:lnTo>
                    <a:lnTo>
                      <a:pt x="41" y="137"/>
                    </a:lnTo>
                    <a:lnTo>
                      <a:pt x="41" y="137"/>
                    </a:lnTo>
                    <a:lnTo>
                      <a:pt x="42" y="139"/>
                    </a:lnTo>
                    <a:lnTo>
                      <a:pt x="42" y="144"/>
                    </a:lnTo>
                    <a:lnTo>
                      <a:pt x="45" y="146"/>
                    </a:lnTo>
                    <a:lnTo>
                      <a:pt x="45" y="146"/>
                    </a:lnTo>
                    <a:lnTo>
                      <a:pt x="45" y="153"/>
                    </a:lnTo>
                    <a:lnTo>
                      <a:pt x="45" y="153"/>
                    </a:lnTo>
                    <a:lnTo>
                      <a:pt x="45" y="157"/>
                    </a:lnTo>
                    <a:lnTo>
                      <a:pt x="45" y="161"/>
                    </a:lnTo>
                    <a:lnTo>
                      <a:pt x="45" y="161"/>
                    </a:lnTo>
                    <a:lnTo>
                      <a:pt x="48" y="165"/>
                    </a:lnTo>
                    <a:lnTo>
                      <a:pt x="49" y="167"/>
                    </a:lnTo>
                    <a:lnTo>
                      <a:pt x="49" y="167"/>
                    </a:lnTo>
                    <a:lnTo>
                      <a:pt x="46" y="169"/>
                    </a:lnTo>
                    <a:lnTo>
                      <a:pt x="46" y="171"/>
                    </a:lnTo>
                    <a:lnTo>
                      <a:pt x="46" y="172"/>
                    </a:lnTo>
                    <a:lnTo>
                      <a:pt x="46" y="172"/>
                    </a:lnTo>
                    <a:lnTo>
                      <a:pt x="50" y="175"/>
                    </a:lnTo>
                    <a:lnTo>
                      <a:pt x="52" y="177"/>
                    </a:lnTo>
                    <a:lnTo>
                      <a:pt x="52" y="177"/>
                    </a:lnTo>
                    <a:lnTo>
                      <a:pt x="53" y="179"/>
                    </a:lnTo>
                    <a:lnTo>
                      <a:pt x="54" y="180"/>
                    </a:lnTo>
                    <a:lnTo>
                      <a:pt x="54" y="180"/>
                    </a:lnTo>
                    <a:lnTo>
                      <a:pt x="57" y="180"/>
                    </a:lnTo>
                    <a:lnTo>
                      <a:pt x="58" y="181"/>
                    </a:lnTo>
                    <a:lnTo>
                      <a:pt x="58" y="181"/>
                    </a:lnTo>
                    <a:lnTo>
                      <a:pt x="58" y="187"/>
                    </a:lnTo>
                    <a:lnTo>
                      <a:pt x="64" y="194"/>
                    </a:lnTo>
                    <a:lnTo>
                      <a:pt x="69" y="199"/>
                    </a:lnTo>
                    <a:lnTo>
                      <a:pt x="69" y="199"/>
                    </a:lnTo>
                    <a:lnTo>
                      <a:pt x="69" y="200"/>
                    </a:lnTo>
                    <a:lnTo>
                      <a:pt x="69" y="202"/>
                    </a:lnTo>
                    <a:lnTo>
                      <a:pt x="71" y="202"/>
                    </a:lnTo>
                    <a:lnTo>
                      <a:pt x="71" y="202"/>
                    </a:lnTo>
                    <a:lnTo>
                      <a:pt x="80" y="206"/>
                    </a:lnTo>
                    <a:lnTo>
                      <a:pt x="80" y="206"/>
                    </a:lnTo>
                    <a:lnTo>
                      <a:pt x="83" y="209"/>
                    </a:lnTo>
                    <a:lnTo>
                      <a:pt x="87" y="210"/>
                    </a:lnTo>
                    <a:lnTo>
                      <a:pt x="87" y="210"/>
                    </a:lnTo>
                    <a:lnTo>
                      <a:pt x="88" y="210"/>
                    </a:lnTo>
                    <a:lnTo>
                      <a:pt x="88" y="211"/>
                    </a:lnTo>
                    <a:lnTo>
                      <a:pt x="88" y="210"/>
                    </a:lnTo>
                    <a:lnTo>
                      <a:pt x="88" y="210"/>
                    </a:lnTo>
                    <a:lnTo>
                      <a:pt x="91" y="206"/>
                    </a:lnTo>
                    <a:lnTo>
                      <a:pt x="92" y="203"/>
                    </a:lnTo>
                    <a:lnTo>
                      <a:pt x="92" y="203"/>
                    </a:lnTo>
                    <a:lnTo>
                      <a:pt x="94" y="199"/>
                    </a:lnTo>
                    <a:lnTo>
                      <a:pt x="94" y="198"/>
                    </a:lnTo>
                    <a:lnTo>
                      <a:pt x="94" y="198"/>
                    </a:lnTo>
                    <a:lnTo>
                      <a:pt x="94" y="194"/>
                    </a:lnTo>
                    <a:lnTo>
                      <a:pt x="94" y="194"/>
                    </a:lnTo>
                    <a:lnTo>
                      <a:pt x="94" y="191"/>
                    </a:lnTo>
                    <a:lnTo>
                      <a:pt x="95" y="188"/>
                    </a:lnTo>
                    <a:lnTo>
                      <a:pt x="95" y="188"/>
                    </a:lnTo>
                    <a:lnTo>
                      <a:pt x="96" y="186"/>
                    </a:lnTo>
                    <a:lnTo>
                      <a:pt x="99" y="183"/>
                    </a:lnTo>
                    <a:lnTo>
                      <a:pt x="99" y="183"/>
                    </a:lnTo>
                    <a:lnTo>
                      <a:pt x="100" y="183"/>
                    </a:lnTo>
                    <a:lnTo>
                      <a:pt x="102" y="181"/>
                    </a:lnTo>
                    <a:lnTo>
                      <a:pt x="102" y="181"/>
                    </a:lnTo>
                    <a:lnTo>
                      <a:pt x="102" y="179"/>
                    </a:lnTo>
                    <a:lnTo>
                      <a:pt x="102" y="179"/>
                    </a:lnTo>
                    <a:lnTo>
                      <a:pt x="100" y="177"/>
                    </a:lnTo>
                    <a:lnTo>
                      <a:pt x="100" y="175"/>
                    </a:lnTo>
                    <a:lnTo>
                      <a:pt x="100" y="175"/>
                    </a:lnTo>
                    <a:lnTo>
                      <a:pt x="99" y="171"/>
                    </a:lnTo>
                    <a:lnTo>
                      <a:pt x="98" y="169"/>
                    </a:lnTo>
                    <a:lnTo>
                      <a:pt x="98" y="169"/>
                    </a:lnTo>
                    <a:lnTo>
                      <a:pt x="95" y="167"/>
                    </a:lnTo>
                    <a:lnTo>
                      <a:pt x="94" y="165"/>
                    </a:lnTo>
                    <a:lnTo>
                      <a:pt x="94" y="164"/>
                    </a:lnTo>
                    <a:lnTo>
                      <a:pt x="94" y="164"/>
                    </a:lnTo>
                    <a:lnTo>
                      <a:pt x="95" y="158"/>
                    </a:lnTo>
                    <a:lnTo>
                      <a:pt x="95" y="158"/>
                    </a:lnTo>
                    <a:lnTo>
                      <a:pt x="98" y="154"/>
                    </a:lnTo>
                    <a:lnTo>
                      <a:pt x="98" y="154"/>
                    </a:lnTo>
                    <a:lnTo>
                      <a:pt x="100" y="150"/>
                    </a:lnTo>
                    <a:lnTo>
                      <a:pt x="100" y="150"/>
                    </a:lnTo>
                    <a:lnTo>
                      <a:pt x="103" y="146"/>
                    </a:lnTo>
                    <a:lnTo>
                      <a:pt x="103" y="146"/>
                    </a:lnTo>
                    <a:lnTo>
                      <a:pt x="104" y="137"/>
                    </a:lnTo>
                    <a:lnTo>
                      <a:pt x="104" y="137"/>
                    </a:lnTo>
                    <a:lnTo>
                      <a:pt x="104" y="137"/>
                    </a:lnTo>
                    <a:lnTo>
                      <a:pt x="104" y="137"/>
                    </a:lnTo>
                    <a:lnTo>
                      <a:pt x="104" y="134"/>
                    </a:lnTo>
                    <a:lnTo>
                      <a:pt x="104" y="134"/>
                    </a:lnTo>
                    <a:lnTo>
                      <a:pt x="103" y="129"/>
                    </a:lnTo>
                    <a:lnTo>
                      <a:pt x="103" y="129"/>
                    </a:lnTo>
                    <a:lnTo>
                      <a:pt x="106" y="126"/>
                    </a:lnTo>
                    <a:lnTo>
                      <a:pt x="110" y="125"/>
                    </a:lnTo>
                    <a:lnTo>
                      <a:pt x="110" y="125"/>
                    </a:lnTo>
                    <a:lnTo>
                      <a:pt x="111" y="126"/>
                    </a:lnTo>
                    <a:lnTo>
                      <a:pt x="113" y="127"/>
                    </a:lnTo>
                    <a:lnTo>
                      <a:pt x="114" y="126"/>
                    </a:lnTo>
                    <a:lnTo>
                      <a:pt x="114" y="126"/>
                    </a:lnTo>
                    <a:lnTo>
                      <a:pt x="115" y="123"/>
                    </a:lnTo>
                    <a:lnTo>
                      <a:pt x="117" y="122"/>
                    </a:lnTo>
                    <a:lnTo>
                      <a:pt x="117" y="122"/>
                    </a:lnTo>
                    <a:lnTo>
                      <a:pt x="119" y="121"/>
                    </a:lnTo>
                    <a:lnTo>
                      <a:pt x="121" y="122"/>
                    </a:lnTo>
                    <a:lnTo>
                      <a:pt x="121" y="122"/>
                    </a:lnTo>
                    <a:lnTo>
                      <a:pt x="125" y="123"/>
                    </a:lnTo>
                    <a:lnTo>
                      <a:pt x="129" y="125"/>
                    </a:lnTo>
                    <a:lnTo>
                      <a:pt x="129" y="125"/>
                    </a:lnTo>
                    <a:lnTo>
                      <a:pt x="133" y="126"/>
                    </a:lnTo>
                    <a:lnTo>
                      <a:pt x="137" y="126"/>
                    </a:lnTo>
                    <a:lnTo>
                      <a:pt x="137" y="126"/>
                    </a:lnTo>
                    <a:lnTo>
                      <a:pt x="142" y="126"/>
                    </a:lnTo>
                    <a:lnTo>
                      <a:pt x="145" y="126"/>
                    </a:lnTo>
                    <a:lnTo>
                      <a:pt x="148" y="125"/>
                    </a:lnTo>
                    <a:lnTo>
                      <a:pt x="148" y="125"/>
                    </a:lnTo>
                    <a:lnTo>
                      <a:pt x="150" y="125"/>
                    </a:lnTo>
                    <a:lnTo>
                      <a:pt x="152" y="125"/>
                    </a:lnTo>
                    <a:lnTo>
                      <a:pt x="152" y="123"/>
                    </a:lnTo>
                    <a:lnTo>
                      <a:pt x="152" y="123"/>
                    </a:lnTo>
                    <a:lnTo>
                      <a:pt x="153" y="121"/>
                    </a:lnTo>
                    <a:lnTo>
                      <a:pt x="155" y="118"/>
                    </a:lnTo>
                    <a:lnTo>
                      <a:pt x="155" y="118"/>
                    </a:lnTo>
                    <a:lnTo>
                      <a:pt x="157" y="118"/>
                    </a:lnTo>
                    <a:lnTo>
                      <a:pt x="159" y="115"/>
                    </a:lnTo>
                    <a:lnTo>
                      <a:pt x="159" y="115"/>
                    </a:lnTo>
                    <a:lnTo>
                      <a:pt x="159" y="112"/>
                    </a:lnTo>
                    <a:lnTo>
                      <a:pt x="160" y="111"/>
                    </a:lnTo>
                    <a:lnTo>
                      <a:pt x="160" y="111"/>
                    </a:lnTo>
                    <a:lnTo>
                      <a:pt x="161" y="108"/>
                    </a:lnTo>
                    <a:lnTo>
                      <a:pt x="161" y="108"/>
                    </a:lnTo>
                    <a:lnTo>
                      <a:pt x="164" y="106"/>
                    </a:lnTo>
                    <a:lnTo>
                      <a:pt x="165" y="106"/>
                    </a:lnTo>
                    <a:lnTo>
                      <a:pt x="165" y="106"/>
                    </a:lnTo>
                    <a:lnTo>
                      <a:pt x="165" y="104"/>
                    </a:lnTo>
                    <a:lnTo>
                      <a:pt x="165" y="104"/>
                    </a:lnTo>
                    <a:lnTo>
                      <a:pt x="164" y="102"/>
                    </a:lnTo>
                    <a:lnTo>
                      <a:pt x="163" y="99"/>
                    </a:lnTo>
                    <a:lnTo>
                      <a:pt x="163" y="99"/>
                    </a:lnTo>
                    <a:lnTo>
                      <a:pt x="163" y="98"/>
                    </a:lnTo>
                    <a:lnTo>
                      <a:pt x="161" y="98"/>
                    </a:lnTo>
                    <a:lnTo>
                      <a:pt x="160" y="96"/>
                    </a:lnTo>
                    <a:lnTo>
                      <a:pt x="161" y="93"/>
                    </a:lnTo>
                    <a:lnTo>
                      <a:pt x="161" y="93"/>
                    </a:lnTo>
                    <a:lnTo>
                      <a:pt x="164" y="87"/>
                    </a:lnTo>
                    <a:lnTo>
                      <a:pt x="164" y="84"/>
                    </a:lnTo>
                    <a:lnTo>
                      <a:pt x="161" y="81"/>
                    </a:lnTo>
                    <a:lnTo>
                      <a:pt x="161" y="81"/>
                    </a:lnTo>
                    <a:lnTo>
                      <a:pt x="160" y="77"/>
                    </a:lnTo>
                    <a:lnTo>
                      <a:pt x="157" y="76"/>
                    </a:lnTo>
                    <a:lnTo>
                      <a:pt x="155" y="73"/>
                    </a:lnTo>
                    <a:lnTo>
                      <a:pt x="155" y="73"/>
                    </a:lnTo>
                    <a:lnTo>
                      <a:pt x="153" y="70"/>
                    </a:lnTo>
                    <a:lnTo>
                      <a:pt x="150" y="68"/>
                    </a:lnTo>
                    <a:lnTo>
                      <a:pt x="150" y="68"/>
                    </a:lnTo>
                    <a:lnTo>
                      <a:pt x="149" y="66"/>
                    </a:lnTo>
                    <a:lnTo>
                      <a:pt x="148" y="66"/>
                    </a:lnTo>
                    <a:lnTo>
                      <a:pt x="148" y="66"/>
                    </a:lnTo>
                    <a:lnTo>
                      <a:pt x="144" y="65"/>
                    </a:lnTo>
                    <a:lnTo>
                      <a:pt x="140" y="62"/>
                    </a:lnTo>
                    <a:lnTo>
                      <a:pt x="140" y="62"/>
                    </a:lnTo>
                    <a:lnTo>
                      <a:pt x="137" y="60"/>
                    </a:lnTo>
                    <a:lnTo>
                      <a:pt x="134" y="58"/>
                    </a:lnTo>
                    <a:lnTo>
                      <a:pt x="134" y="58"/>
                    </a:lnTo>
                    <a:lnTo>
                      <a:pt x="130" y="57"/>
                    </a:lnTo>
                    <a:lnTo>
                      <a:pt x="130" y="57"/>
                    </a:lnTo>
                    <a:lnTo>
                      <a:pt x="125" y="57"/>
                    </a:lnTo>
                    <a:lnTo>
                      <a:pt x="125" y="57"/>
                    </a:lnTo>
                    <a:lnTo>
                      <a:pt x="122" y="57"/>
                    </a:lnTo>
                    <a:lnTo>
                      <a:pt x="122" y="57"/>
                    </a:lnTo>
                    <a:lnTo>
                      <a:pt x="117" y="56"/>
                    </a:lnTo>
                    <a:lnTo>
                      <a:pt x="117" y="56"/>
                    </a:lnTo>
                    <a:lnTo>
                      <a:pt x="114" y="56"/>
                    </a:lnTo>
                    <a:lnTo>
                      <a:pt x="114" y="56"/>
                    </a:lnTo>
                    <a:lnTo>
                      <a:pt x="113" y="56"/>
                    </a:lnTo>
                    <a:lnTo>
                      <a:pt x="111" y="54"/>
                    </a:lnTo>
                    <a:lnTo>
                      <a:pt x="111" y="57"/>
                    </a:lnTo>
                    <a:lnTo>
                      <a:pt x="111" y="57"/>
                    </a:lnTo>
                    <a:lnTo>
                      <a:pt x="111" y="61"/>
                    </a:lnTo>
                    <a:lnTo>
                      <a:pt x="111" y="62"/>
                    </a:lnTo>
                    <a:lnTo>
                      <a:pt x="110" y="64"/>
                    </a:lnTo>
                    <a:lnTo>
                      <a:pt x="110" y="64"/>
                    </a:lnTo>
                    <a:lnTo>
                      <a:pt x="106" y="64"/>
                    </a:lnTo>
                    <a:lnTo>
                      <a:pt x="106" y="64"/>
                    </a:lnTo>
                    <a:lnTo>
                      <a:pt x="103" y="64"/>
                    </a:lnTo>
                    <a:lnTo>
                      <a:pt x="100" y="65"/>
                    </a:lnTo>
                    <a:lnTo>
                      <a:pt x="100" y="65"/>
                    </a:lnTo>
                    <a:lnTo>
                      <a:pt x="99" y="66"/>
                    </a:lnTo>
                    <a:lnTo>
                      <a:pt x="95" y="68"/>
                    </a:lnTo>
                    <a:lnTo>
                      <a:pt x="95" y="68"/>
                    </a:lnTo>
                    <a:lnTo>
                      <a:pt x="95" y="68"/>
                    </a:lnTo>
                    <a:lnTo>
                      <a:pt x="95" y="69"/>
                    </a:lnTo>
                    <a:lnTo>
                      <a:pt x="92" y="68"/>
                    </a:lnTo>
                    <a:lnTo>
                      <a:pt x="92" y="68"/>
                    </a:lnTo>
                    <a:lnTo>
                      <a:pt x="91" y="65"/>
                    </a:lnTo>
                    <a:lnTo>
                      <a:pt x="92" y="64"/>
                    </a:lnTo>
                    <a:lnTo>
                      <a:pt x="91" y="64"/>
                    </a:lnTo>
                    <a:lnTo>
                      <a:pt x="88" y="64"/>
                    </a:lnTo>
                    <a:lnTo>
                      <a:pt x="88" y="64"/>
                    </a:lnTo>
                    <a:lnTo>
                      <a:pt x="81" y="65"/>
                    </a:lnTo>
                    <a:lnTo>
                      <a:pt x="79" y="65"/>
                    </a:lnTo>
                    <a:lnTo>
                      <a:pt x="79" y="65"/>
                    </a:lnTo>
                    <a:lnTo>
                      <a:pt x="77" y="65"/>
                    </a:lnTo>
                    <a:lnTo>
                      <a:pt x="75" y="64"/>
                    </a:lnTo>
                    <a:lnTo>
                      <a:pt x="75" y="64"/>
                    </a:lnTo>
                    <a:lnTo>
                      <a:pt x="71" y="62"/>
                    </a:lnTo>
                    <a:lnTo>
                      <a:pt x="69" y="64"/>
                    </a:lnTo>
                    <a:lnTo>
                      <a:pt x="69" y="64"/>
                    </a:lnTo>
                    <a:lnTo>
                      <a:pt x="68" y="65"/>
                    </a:lnTo>
                    <a:lnTo>
                      <a:pt x="68" y="65"/>
                    </a:lnTo>
                    <a:lnTo>
                      <a:pt x="67" y="64"/>
                    </a:lnTo>
                    <a:lnTo>
                      <a:pt x="67" y="64"/>
                    </a:lnTo>
                    <a:lnTo>
                      <a:pt x="65" y="61"/>
                    </a:lnTo>
                    <a:lnTo>
                      <a:pt x="67" y="60"/>
                    </a:lnTo>
                    <a:lnTo>
                      <a:pt x="67" y="60"/>
                    </a:lnTo>
                    <a:lnTo>
                      <a:pt x="71" y="60"/>
                    </a:lnTo>
                    <a:lnTo>
                      <a:pt x="72" y="60"/>
                    </a:lnTo>
                    <a:lnTo>
                      <a:pt x="73" y="58"/>
                    </a:lnTo>
                    <a:lnTo>
                      <a:pt x="73" y="58"/>
                    </a:lnTo>
                    <a:lnTo>
                      <a:pt x="72" y="57"/>
                    </a:lnTo>
                    <a:lnTo>
                      <a:pt x="72" y="56"/>
                    </a:lnTo>
                    <a:lnTo>
                      <a:pt x="73" y="56"/>
                    </a:lnTo>
                    <a:lnTo>
                      <a:pt x="73" y="56"/>
                    </a:lnTo>
                    <a:lnTo>
                      <a:pt x="79" y="54"/>
                    </a:lnTo>
                    <a:lnTo>
                      <a:pt x="79" y="54"/>
                    </a:lnTo>
                    <a:lnTo>
                      <a:pt x="81" y="54"/>
                    </a:lnTo>
                    <a:lnTo>
                      <a:pt x="83" y="54"/>
                    </a:lnTo>
                    <a:lnTo>
                      <a:pt x="85" y="54"/>
                    </a:lnTo>
                    <a:lnTo>
                      <a:pt x="85" y="54"/>
                    </a:lnTo>
                    <a:lnTo>
                      <a:pt x="85" y="54"/>
                    </a:lnTo>
                    <a:lnTo>
                      <a:pt x="87" y="53"/>
                    </a:lnTo>
                    <a:lnTo>
                      <a:pt x="88" y="53"/>
                    </a:lnTo>
                    <a:lnTo>
                      <a:pt x="87" y="51"/>
                    </a:lnTo>
                    <a:lnTo>
                      <a:pt x="87" y="51"/>
                    </a:lnTo>
                    <a:lnTo>
                      <a:pt x="84" y="47"/>
                    </a:lnTo>
                    <a:lnTo>
                      <a:pt x="83" y="46"/>
                    </a:lnTo>
                    <a:lnTo>
                      <a:pt x="81" y="45"/>
                    </a:lnTo>
                    <a:lnTo>
                      <a:pt x="80" y="45"/>
                    </a:lnTo>
                    <a:lnTo>
                      <a:pt x="80" y="45"/>
                    </a:lnTo>
                    <a:lnTo>
                      <a:pt x="79" y="46"/>
                    </a:lnTo>
                    <a:lnTo>
                      <a:pt x="77" y="47"/>
                    </a:lnTo>
                    <a:lnTo>
                      <a:pt x="77" y="47"/>
                    </a:lnTo>
                    <a:lnTo>
                      <a:pt x="76" y="47"/>
                    </a:lnTo>
                    <a:lnTo>
                      <a:pt x="76" y="47"/>
                    </a:lnTo>
                    <a:lnTo>
                      <a:pt x="72" y="45"/>
                    </a:lnTo>
                    <a:lnTo>
                      <a:pt x="72" y="43"/>
                    </a:lnTo>
                    <a:lnTo>
                      <a:pt x="73" y="42"/>
                    </a:lnTo>
                    <a:lnTo>
                      <a:pt x="73" y="42"/>
                    </a:lnTo>
                    <a:lnTo>
                      <a:pt x="76" y="39"/>
                    </a:lnTo>
                    <a:lnTo>
                      <a:pt x="79" y="38"/>
                    </a:lnTo>
                    <a:lnTo>
                      <a:pt x="79" y="38"/>
                    </a:lnTo>
                    <a:lnTo>
                      <a:pt x="80" y="38"/>
                    </a:lnTo>
                    <a:lnTo>
                      <a:pt x="81" y="38"/>
                    </a:lnTo>
                    <a:lnTo>
                      <a:pt x="84" y="41"/>
                    </a:lnTo>
                    <a:lnTo>
                      <a:pt x="87" y="43"/>
                    </a:lnTo>
                    <a:lnTo>
                      <a:pt x="88" y="43"/>
                    </a:lnTo>
                    <a:lnTo>
                      <a:pt x="88" y="43"/>
                    </a:lnTo>
                    <a:lnTo>
                      <a:pt x="91" y="42"/>
                    </a:lnTo>
                    <a:lnTo>
                      <a:pt x="92" y="42"/>
                    </a:lnTo>
                    <a:lnTo>
                      <a:pt x="92" y="42"/>
                    </a:lnTo>
                    <a:lnTo>
                      <a:pt x="94" y="45"/>
                    </a:lnTo>
                    <a:lnTo>
                      <a:pt x="94" y="49"/>
                    </a:lnTo>
                    <a:lnTo>
                      <a:pt x="94" y="49"/>
                    </a:lnTo>
                    <a:lnTo>
                      <a:pt x="94" y="51"/>
                    </a:lnTo>
                    <a:lnTo>
                      <a:pt x="96" y="50"/>
                    </a:lnTo>
                    <a:lnTo>
                      <a:pt x="96" y="50"/>
                    </a:lnTo>
                    <a:lnTo>
                      <a:pt x="98" y="49"/>
                    </a:lnTo>
                    <a:lnTo>
                      <a:pt x="96" y="49"/>
                    </a:lnTo>
                    <a:lnTo>
                      <a:pt x="96" y="47"/>
                    </a:lnTo>
                    <a:lnTo>
                      <a:pt x="100" y="46"/>
                    </a:lnTo>
                    <a:lnTo>
                      <a:pt x="100" y="46"/>
                    </a:lnTo>
                    <a:lnTo>
                      <a:pt x="107" y="45"/>
                    </a:lnTo>
                    <a:lnTo>
                      <a:pt x="110" y="43"/>
                    </a:lnTo>
                    <a:lnTo>
                      <a:pt x="113" y="43"/>
                    </a:lnTo>
                    <a:lnTo>
                      <a:pt x="114" y="45"/>
                    </a:lnTo>
                    <a:lnTo>
                      <a:pt x="114" y="45"/>
                    </a:lnTo>
                    <a:lnTo>
                      <a:pt x="117" y="46"/>
                    </a:lnTo>
                    <a:lnTo>
                      <a:pt x="118" y="46"/>
                    </a:lnTo>
                    <a:lnTo>
                      <a:pt x="118" y="46"/>
                    </a:lnTo>
                    <a:lnTo>
                      <a:pt x="118" y="47"/>
                    </a:lnTo>
                    <a:lnTo>
                      <a:pt x="118" y="49"/>
                    </a:lnTo>
                    <a:lnTo>
                      <a:pt x="119" y="47"/>
                    </a:lnTo>
                    <a:lnTo>
                      <a:pt x="119" y="47"/>
                    </a:lnTo>
                    <a:lnTo>
                      <a:pt x="122" y="46"/>
                    </a:lnTo>
                    <a:lnTo>
                      <a:pt x="125" y="47"/>
                    </a:lnTo>
                    <a:lnTo>
                      <a:pt x="127" y="49"/>
                    </a:lnTo>
                    <a:lnTo>
                      <a:pt x="127" y="49"/>
                    </a:lnTo>
                    <a:lnTo>
                      <a:pt x="127" y="49"/>
                    </a:lnTo>
                    <a:lnTo>
                      <a:pt x="130" y="49"/>
                    </a:lnTo>
                    <a:lnTo>
                      <a:pt x="130" y="49"/>
                    </a:lnTo>
                    <a:lnTo>
                      <a:pt x="133" y="51"/>
                    </a:lnTo>
                    <a:lnTo>
                      <a:pt x="137" y="51"/>
                    </a:lnTo>
                    <a:lnTo>
                      <a:pt x="137" y="51"/>
                    </a:lnTo>
                    <a:lnTo>
                      <a:pt x="140" y="50"/>
                    </a:lnTo>
                    <a:lnTo>
                      <a:pt x="140" y="50"/>
                    </a:lnTo>
                    <a:lnTo>
                      <a:pt x="138" y="47"/>
                    </a:lnTo>
                    <a:lnTo>
                      <a:pt x="138" y="47"/>
                    </a:lnTo>
                    <a:lnTo>
                      <a:pt x="137" y="45"/>
                    </a:lnTo>
                    <a:lnTo>
                      <a:pt x="133" y="43"/>
                    </a:lnTo>
                    <a:lnTo>
                      <a:pt x="133" y="43"/>
                    </a:lnTo>
                    <a:lnTo>
                      <a:pt x="125" y="41"/>
                    </a:lnTo>
                    <a:lnTo>
                      <a:pt x="123" y="39"/>
                    </a:lnTo>
                    <a:lnTo>
                      <a:pt x="126" y="39"/>
                    </a:lnTo>
                    <a:lnTo>
                      <a:pt x="126" y="39"/>
                    </a:lnTo>
                    <a:lnTo>
                      <a:pt x="129" y="38"/>
                    </a:lnTo>
                    <a:lnTo>
                      <a:pt x="127" y="37"/>
                    </a:lnTo>
                    <a:lnTo>
                      <a:pt x="127" y="35"/>
                    </a:lnTo>
                    <a:lnTo>
                      <a:pt x="132" y="33"/>
                    </a:lnTo>
                    <a:lnTo>
                      <a:pt x="132" y="33"/>
                    </a:lnTo>
                    <a:lnTo>
                      <a:pt x="137" y="31"/>
                    </a:lnTo>
                    <a:lnTo>
                      <a:pt x="140" y="31"/>
                    </a:lnTo>
                    <a:lnTo>
                      <a:pt x="141" y="31"/>
                    </a:lnTo>
                    <a:lnTo>
                      <a:pt x="141" y="28"/>
                    </a:lnTo>
                    <a:lnTo>
                      <a:pt x="141" y="28"/>
                    </a:lnTo>
                    <a:lnTo>
                      <a:pt x="141" y="23"/>
                    </a:lnTo>
                    <a:lnTo>
                      <a:pt x="142" y="23"/>
                    </a:lnTo>
                    <a:lnTo>
                      <a:pt x="144" y="23"/>
                    </a:lnTo>
                    <a:lnTo>
                      <a:pt x="144" y="23"/>
                    </a:lnTo>
                    <a:lnTo>
                      <a:pt x="153" y="24"/>
                    </a:lnTo>
                    <a:lnTo>
                      <a:pt x="153" y="24"/>
                    </a:lnTo>
                    <a:lnTo>
                      <a:pt x="155" y="24"/>
                    </a:lnTo>
                    <a:lnTo>
                      <a:pt x="155" y="26"/>
                    </a:lnTo>
                    <a:lnTo>
                      <a:pt x="157" y="24"/>
                    </a:lnTo>
                    <a:lnTo>
                      <a:pt x="157" y="24"/>
                    </a:lnTo>
                    <a:lnTo>
                      <a:pt x="160" y="23"/>
                    </a:lnTo>
                    <a:lnTo>
                      <a:pt x="161" y="23"/>
                    </a:lnTo>
                    <a:lnTo>
                      <a:pt x="161" y="23"/>
                    </a:lnTo>
                    <a:lnTo>
                      <a:pt x="161" y="22"/>
                    </a:lnTo>
                    <a:lnTo>
                      <a:pt x="161" y="22"/>
                    </a:lnTo>
                    <a:lnTo>
                      <a:pt x="159" y="18"/>
                    </a:lnTo>
                    <a:lnTo>
                      <a:pt x="156" y="15"/>
                    </a:lnTo>
                    <a:lnTo>
                      <a:pt x="156" y="15"/>
                    </a:lnTo>
                    <a:lnTo>
                      <a:pt x="155" y="12"/>
                    </a:lnTo>
                    <a:lnTo>
                      <a:pt x="153" y="10"/>
                    </a:lnTo>
                    <a:lnTo>
                      <a:pt x="152" y="7"/>
                    </a:lnTo>
                    <a:lnTo>
                      <a:pt x="150" y="7"/>
                    </a:lnTo>
                    <a:lnTo>
                      <a:pt x="148" y="8"/>
                    </a:lnTo>
                    <a:lnTo>
                      <a:pt x="148" y="8"/>
                    </a:lnTo>
                    <a:lnTo>
                      <a:pt x="144" y="10"/>
                    </a:lnTo>
                    <a:lnTo>
                      <a:pt x="140" y="11"/>
                    </a:lnTo>
                    <a:lnTo>
                      <a:pt x="140" y="11"/>
                    </a:lnTo>
                    <a:lnTo>
                      <a:pt x="134" y="10"/>
                    </a:lnTo>
                    <a:lnTo>
                      <a:pt x="132" y="8"/>
                    </a:lnTo>
                    <a:lnTo>
                      <a:pt x="132" y="8"/>
                    </a:lnTo>
                    <a:lnTo>
                      <a:pt x="136" y="7"/>
                    </a:lnTo>
                    <a:lnTo>
                      <a:pt x="138" y="5"/>
                    </a:lnTo>
                    <a:lnTo>
                      <a:pt x="138" y="5"/>
                    </a:lnTo>
                    <a:lnTo>
                      <a:pt x="138" y="5"/>
                    </a:lnTo>
                    <a:lnTo>
                      <a:pt x="140" y="4"/>
                    </a:lnTo>
                    <a:lnTo>
                      <a:pt x="140" y="4"/>
                    </a:lnTo>
                    <a:lnTo>
                      <a:pt x="137" y="1"/>
                    </a:lnTo>
                    <a:lnTo>
                      <a:pt x="140" y="0"/>
                    </a:lnTo>
                    <a:lnTo>
                      <a:pt x="140" y="0"/>
                    </a:lnTo>
                    <a:lnTo>
                      <a:pt x="149" y="0"/>
                    </a:lnTo>
                    <a:lnTo>
                      <a:pt x="161" y="1"/>
                    </a:lnTo>
                    <a:lnTo>
                      <a:pt x="161" y="1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44" name="iS1îďê">
                <a:extLst>
                  <a:ext uri="{FF2B5EF4-FFF2-40B4-BE49-F238E27FC236}">
                    <a16:creationId xmlns:a16="http://schemas.microsoft.com/office/drawing/2014/main" id="{E338FBBC-C96A-9F97-314E-774E007CA86C}"/>
                  </a:ext>
                </a:extLst>
              </p:cNvPr>
              <p:cNvSpPr/>
              <p:nvPr/>
            </p:nvSpPr>
            <p:spPr bwMode="auto">
              <a:xfrm>
                <a:off x="3282885" y="1860558"/>
                <a:ext cx="292621" cy="292621"/>
              </a:xfrm>
              <a:custGeom>
                <a:avLst/>
                <a:gdLst>
                  <a:gd name="T0" fmla="*/ 112 w 204"/>
                  <a:gd name="T1" fmla="*/ 0 h 204"/>
                  <a:gd name="T2" fmla="*/ 141 w 204"/>
                  <a:gd name="T3" fmla="*/ 8 h 204"/>
                  <a:gd name="T4" fmla="*/ 165 w 204"/>
                  <a:gd name="T5" fmla="*/ 22 h 204"/>
                  <a:gd name="T6" fmla="*/ 185 w 204"/>
                  <a:gd name="T7" fmla="*/ 42 h 204"/>
                  <a:gd name="T8" fmla="*/ 199 w 204"/>
                  <a:gd name="T9" fmla="*/ 68 h 204"/>
                  <a:gd name="T10" fmla="*/ 204 w 204"/>
                  <a:gd name="T11" fmla="*/ 96 h 204"/>
                  <a:gd name="T12" fmla="*/ 203 w 204"/>
                  <a:gd name="T13" fmla="*/ 118 h 204"/>
                  <a:gd name="T14" fmla="*/ 195 w 204"/>
                  <a:gd name="T15" fmla="*/ 146 h 204"/>
                  <a:gd name="T16" fmla="*/ 179 w 204"/>
                  <a:gd name="T17" fmla="*/ 171 h 204"/>
                  <a:gd name="T18" fmla="*/ 156 w 204"/>
                  <a:gd name="T19" fmla="*/ 190 h 204"/>
                  <a:gd name="T20" fmla="*/ 129 w 204"/>
                  <a:gd name="T21" fmla="*/ 202 h 204"/>
                  <a:gd name="T22" fmla="*/ 108 w 204"/>
                  <a:gd name="T23" fmla="*/ 204 h 204"/>
                  <a:gd name="T24" fmla="*/ 102 w 204"/>
                  <a:gd name="T25" fmla="*/ 185 h 204"/>
                  <a:gd name="T26" fmla="*/ 107 w 204"/>
                  <a:gd name="T27" fmla="*/ 185 h 204"/>
                  <a:gd name="T28" fmla="*/ 131 w 204"/>
                  <a:gd name="T29" fmla="*/ 180 h 204"/>
                  <a:gd name="T30" fmla="*/ 164 w 204"/>
                  <a:gd name="T31" fmla="*/ 158 h 204"/>
                  <a:gd name="T32" fmla="*/ 183 w 204"/>
                  <a:gd name="T33" fmla="*/ 123 h 204"/>
                  <a:gd name="T34" fmla="*/ 185 w 204"/>
                  <a:gd name="T35" fmla="*/ 97 h 204"/>
                  <a:gd name="T36" fmla="*/ 177 w 204"/>
                  <a:gd name="T37" fmla="*/ 66 h 204"/>
                  <a:gd name="T38" fmla="*/ 148 w 204"/>
                  <a:gd name="T39" fmla="*/ 32 h 204"/>
                  <a:gd name="T40" fmla="*/ 102 w 204"/>
                  <a:gd name="T41" fmla="*/ 19 h 204"/>
                  <a:gd name="T42" fmla="*/ 96 w 204"/>
                  <a:gd name="T43" fmla="*/ 0 h 204"/>
                  <a:gd name="T44" fmla="*/ 102 w 204"/>
                  <a:gd name="T45" fmla="*/ 19 h 204"/>
                  <a:gd name="T46" fmla="*/ 89 w 204"/>
                  <a:gd name="T47" fmla="*/ 20 h 204"/>
                  <a:gd name="T48" fmla="*/ 66 w 204"/>
                  <a:gd name="T49" fmla="*/ 27 h 204"/>
                  <a:gd name="T50" fmla="*/ 31 w 204"/>
                  <a:gd name="T51" fmla="*/ 60 h 204"/>
                  <a:gd name="T52" fmla="*/ 20 w 204"/>
                  <a:gd name="T53" fmla="*/ 89 h 204"/>
                  <a:gd name="T54" fmla="*/ 19 w 204"/>
                  <a:gd name="T55" fmla="*/ 107 h 204"/>
                  <a:gd name="T56" fmla="*/ 35 w 204"/>
                  <a:gd name="T57" fmla="*/ 152 h 204"/>
                  <a:gd name="T58" fmla="*/ 70 w 204"/>
                  <a:gd name="T59" fmla="*/ 179 h 204"/>
                  <a:gd name="T60" fmla="*/ 102 w 204"/>
                  <a:gd name="T61" fmla="*/ 204 h 204"/>
                  <a:gd name="T62" fmla="*/ 83 w 204"/>
                  <a:gd name="T63" fmla="*/ 203 h 204"/>
                  <a:gd name="T64" fmla="*/ 55 w 204"/>
                  <a:gd name="T65" fmla="*/ 194 h 204"/>
                  <a:gd name="T66" fmla="*/ 32 w 204"/>
                  <a:gd name="T67" fmla="*/ 176 h 204"/>
                  <a:gd name="T68" fmla="*/ 13 w 204"/>
                  <a:gd name="T69" fmla="*/ 154 h 204"/>
                  <a:gd name="T70" fmla="*/ 3 w 204"/>
                  <a:gd name="T71" fmla="*/ 127 h 204"/>
                  <a:gd name="T72" fmla="*/ 0 w 204"/>
                  <a:gd name="T73" fmla="*/ 108 h 204"/>
                  <a:gd name="T74" fmla="*/ 3 w 204"/>
                  <a:gd name="T75" fmla="*/ 77 h 204"/>
                  <a:gd name="T76" fmla="*/ 15 w 204"/>
                  <a:gd name="T77" fmla="*/ 50 h 204"/>
                  <a:gd name="T78" fmla="*/ 32 w 204"/>
                  <a:gd name="T79" fmla="*/ 27 h 204"/>
                  <a:gd name="T80" fmla="*/ 57 w 204"/>
                  <a:gd name="T81" fmla="*/ 11 h 204"/>
                  <a:gd name="T82" fmla="*/ 87 w 204"/>
                  <a:gd name="T83" fmla="*/ 1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04" h="204">
                    <a:moveTo>
                      <a:pt x="102" y="0"/>
                    </a:moveTo>
                    <a:lnTo>
                      <a:pt x="102" y="0"/>
                    </a:lnTo>
                    <a:lnTo>
                      <a:pt x="112" y="0"/>
                    </a:lnTo>
                    <a:lnTo>
                      <a:pt x="122" y="1"/>
                    </a:lnTo>
                    <a:lnTo>
                      <a:pt x="131" y="4"/>
                    </a:lnTo>
                    <a:lnTo>
                      <a:pt x="141" y="8"/>
                    </a:lnTo>
                    <a:lnTo>
                      <a:pt x="149" y="11"/>
                    </a:lnTo>
                    <a:lnTo>
                      <a:pt x="157" y="16"/>
                    </a:lnTo>
                    <a:lnTo>
                      <a:pt x="165" y="22"/>
                    </a:lnTo>
                    <a:lnTo>
                      <a:pt x="172" y="28"/>
                    </a:lnTo>
                    <a:lnTo>
                      <a:pt x="179" y="35"/>
                    </a:lnTo>
                    <a:lnTo>
                      <a:pt x="185" y="42"/>
                    </a:lnTo>
                    <a:lnTo>
                      <a:pt x="190" y="50"/>
                    </a:lnTo>
                    <a:lnTo>
                      <a:pt x="195" y="58"/>
                    </a:lnTo>
                    <a:lnTo>
                      <a:pt x="199" y="68"/>
                    </a:lnTo>
                    <a:lnTo>
                      <a:pt x="202" y="77"/>
                    </a:lnTo>
                    <a:lnTo>
                      <a:pt x="203" y="87"/>
                    </a:lnTo>
                    <a:lnTo>
                      <a:pt x="204" y="96"/>
                    </a:lnTo>
                    <a:lnTo>
                      <a:pt x="204" y="96"/>
                    </a:lnTo>
                    <a:lnTo>
                      <a:pt x="204" y="107"/>
                    </a:lnTo>
                    <a:lnTo>
                      <a:pt x="203" y="118"/>
                    </a:lnTo>
                    <a:lnTo>
                      <a:pt x="202" y="127"/>
                    </a:lnTo>
                    <a:lnTo>
                      <a:pt x="199" y="137"/>
                    </a:lnTo>
                    <a:lnTo>
                      <a:pt x="195" y="146"/>
                    </a:lnTo>
                    <a:lnTo>
                      <a:pt x="190" y="154"/>
                    </a:lnTo>
                    <a:lnTo>
                      <a:pt x="184" y="162"/>
                    </a:lnTo>
                    <a:lnTo>
                      <a:pt x="179" y="171"/>
                    </a:lnTo>
                    <a:lnTo>
                      <a:pt x="172" y="177"/>
                    </a:lnTo>
                    <a:lnTo>
                      <a:pt x="164" y="184"/>
                    </a:lnTo>
                    <a:lnTo>
                      <a:pt x="156" y="190"/>
                    </a:lnTo>
                    <a:lnTo>
                      <a:pt x="148" y="194"/>
                    </a:lnTo>
                    <a:lnTo>
                      <a:pt x="138" y="198"/>
                    </a:lnTo>
                    <a:lnTo>
                      <a:pt x="129" y="202"/>
                    </a:lnTo>
                    <a:lnTo>
                      <a:pt x="118" y="203"/>
                    </a:lnTo>
                    <a:lnTo>
                      <a:pt x="108" y="204"/>
                    </a:lnTo>
                    <a:lnTo>
                      <a:pt x="108" y="204"/>
                    </a:lnTo>
                    <a:lnTo>
                      <a:pt x="102" y="204"/>
                    </a:lnTo>
                    <a:lnTo>
                      <a:pt x="102" y="185"/>
                    </a:lnTo>
                    <a:lnTo>
                      <a:pt x="102" y="185"/>
                    </a:lnTo>
                    <a:lnTo>
                      <a:pt x="107" y="185"/>
                    </a:lnTo>
                    <a:lnTo>
                      <a:pt x="107" y="185"/>
                    </a:lnTo>
                    <a:lnTo>
                      <a:pt x="107" y="185"/>
                    </a:lnTo>
                    <a:lnTo>
                      <a:pt x="115" y="184"/>
                    </a:lnTo>
                    <a:lnTo>
                      <a:pt x="123" y="183"/>
                    </a:lnTo>
                    <a:lnTo>
                      <a:pt x="131" y="180"/>
                    </a:lnTo>
                    <a:lnTo>
                      <a:pt x="138" y="177"/>
                    </a:lnTo>
                    <a:lnTo>
                      <a:pt x="152" y="169"/>
                    </a:lnTo>
                    <a:lnTo>
                      <a:pt x="164" y="158"/>
                    </a:lnTo>
                    <a:lnTo>
                      <a:pt x="173" y="145"/>
                    </a:lnTo>
                    <a:lnTo>
                      <a:pt x="180" y="130"/>
                    </a:lnTo>
                    <a:lnTo>
                      <a:pt x="183" y="123"/>
                    </a:lnTo>
                    <a:lnTo>
                      <a:pt x="184" y="115"/>
                    </a:lnTo>
                    <a:lnTo>
                      <a:pt x="185" y="107"/>
                    </a:lnTo>
                    <a:lnTo>
                      <a:pt x="185" y="97"/>
                    </a:lnTo>
                    <a:lnTo>
                      <a:pt x="185" y="97"/>
                    </a:lnTo>
                    <a:lnTo>
                      <a:pt x="183" y="81"/>
                    </a:lnTo>
                    <a:lnTo>
                      <a:pt x="177" y="66"/>
                    </a:lnTo>
                    <a:lnTo>
                      <a:pt x="169" y="53"/>
                    </a:lnTo>
                    <a:lnTo>
                      <a:pt x="160" y="42"/>
                    </a:lnTo>
                    <a:lnTo>
                      <a:pt x="148" y="32"/>
                    </a:lnTo>
                    <a:lnTo>
                      <a:pt x="133" y="26"/>
                    </a:lnTo>
                    <a:lnTo>
                      <a:pt x="118" y="20"/>
                    </a:lnTo>
                    <a:lnTo>
                      <a:pt x="102" y="19"/>
                    </a:lnTo>
                    <a:lnTo>
                      <a:pt x="102" y="0"/>
                    </a:lnTo>
                    <a:close/>
                    <a:moveTo>
                      <a:pt x="96" y="0"/>
                    </a:moveTo>
                    <a:lnTo>
                      <a:pt x="96" y="0"/>
                    </a:lnTo>
                    <a:lnTo>
                      <a:pt x="102" y="0"/>
                    </a:lnTo>
                    <a:lnTo>
                      <a:pt x="102" y="19"/>
                    </a:lnTo>
                    <a:lnTo>
                      <a:pt x="102" y="19"/>
                    </a:lnTo>
                    <a:lnTo>
                      <a:pt x="97" y="19"/>
                    </a:lnTo>
                    <a:lnTo>
                      <a:pt x="97" y="19"/>
                    </a:lnTo>
                    <a:lnTo>
                      <a:pt x="89" y="20"/>
                    </a:lnTo>
                    <a:lnTo>
                      <a:pt x="81" y="22"/>
                    </a:lnTo>
                    <a:lnTo>
                      <a:pt x="73" y="24"/>
                    </a:lnTo>
                    <a:lnTo>
                      <a:pt x="66" y="27"/>
                    </a:lnTo>
                    <a:lnTo>
                      <a:pt x="51" y="37"/>
                    </a:lnTo>
                    <a:lnTo>
                      <a:pt x="41" y="46"/>
                    </a:lnTo>
                    <a:lnTo>
                      <a:pt x="31" y="60"/>
                    </a:lnTo>
                    <a:lnTo>
                      <a:pt x="24" y="74"/>
                    </a:lnTo>
                    <a:lnTo>
                      <a:pt x="22" y="81"/>
                    </a:lnTo>
                    <a:lnTo>
                      <a:pt x="20" y="89"/>
                    </a:lnTo>
                    <a:lnTo>
                      <a:pt x="19" y="99"/>
                    </a:lnTo>
                    <a:lnTo>
                      <a:pt x="19" y="107"/>
                    </a:lnTo>
                    <a:lnTo>
                      <a:pt x="19" y="107"/>
                    </a:lnTo>
                    <a:lnTo>
                      <a:pt x="22" y="123"/>
                    </a:lnTo>
                    <a:lnTo>
                      <a:pt x="27" y="138"/>
                    </a:lnTo>
                    <a:lnTo>
                      <a:pt x="35" y="152"/>
                    </a:lnTo>
                    <a:lnTo>
                      <a:pt x="45" y="162"/>
                    </a:lnTo>
                    <a:lnTo>
                      <a:pt x="57" y="172"/>
                    </a:lnTo>
                    <a:lnTo>
                      <a:pt x="70" y="179"/>
                    </a:lnTo>
                    <a:lnTo>
                      <a:pt x="87" y="184"/>
                    </a:lnTo>
                    <a:lnTo>
                      <a:pt x="102" y="185"/>
                    </a:lnTo>
                    <a:lnTo>
                      <a:pt x="102" y="204"/>
                    </a:lnTo>
                    <a:lnTo>
                      <a:pt x="102" y="204"/>
                    </a:lnTo>
                    <a:lnTo>
                      <a:pt x="92" y="204"/>
                    </a:lnTo>
                    <a:lnTo>
                      <a:pt x="83" y="203"/>
                    </a:lnTo>
                    <a:lnTo>
                      <a:pt x="73" y="200"/>
                    </a:lnTo>
                    <a:lnTo>
                      <a:pt x="64" y="198"/>
                    </a:lnTo>
                    <a:lnTo>
                      <a:pt x="55" y="194"/>
                    </a:lnTo>
                    <a:lnTo>
                      <a:pt x="47" y="188"/>
                    </a:lnTo>
                    <a:lnTo>
                      <a:pt x="39" y="183"/>
                    </a:lnTo>
                    <a:lnTo>
                      <a:pt x="32" y="176"/>
                    </a:lnTo>
                    <a:lnTo>
                      <a:pt x="26" y="169"/>
                    </a:lnTo>
                    <a:lnTo>
                      <a:pt x="19" y="162"/>
                    </a:lnTo>
                    <a:lnTo>
                      <a:pt x="13" y="154"/>
                    </a:lnTo>
                    <a:lnTo>
                      <a:pt x="9" y="146"/>
                    </a:lnTo>
                    <a:lnTo>
                      <a:pt x="5" y="137"/>
                    </a:lnTo>
                    <a:lnTo>
                      <a:pt x="3" y="127"/>
                    </a:lnTo>
                    <a:lnTo>
                      <a:pt x="1" y="118"/>
                    </a:lnTo>
                    <a:lnTo>
                      <a:pt x="0" y="108"/>
                    </a:lnTo>
                    <a:lnTo>
                      <a:pt x="0" y="108"/>
                    </a:lnTo>
                    <a:lnTo>
                      <a:pt x="0" y="97"/>
                    </a:lnTo>
                    <a:lnTo>
                      <a:pt x="1" y="87"/>
                    </a:lnTo>
                    <a:lnTo>
                      <a:pt x="3" y="77"/>
                    </a:lnTo>
                    <a:lnTo>
                      <a:pt x="5" y="68"/>
                    </a:lnTo>
                    <a:lnTo>
                      <a:pt x="9" y="58"/>
                    </a:lnTo>
                    <a:lnTo>
                      <a:pt x="15" y="50"/>
                    </a:lnTo>
                    <a:lnTo>
                      <a:pt x="20" y="42"/>
                    </a:lnTo>
                    <a:lnTo>
                      <a:pt x="26" y="34"/>
                    </a:lnTo>
                    <a:lnTo>
                      <a:pt x="32" y="27"/>
                    </a:lnTo>
                    <a:lnTo>
                      <a:pt x="41" y="20"/>
                    </a:lnTo>
                    <a:lnTo>
                      <a:pt x="49" y="15"/>
                    </a:lnTo>
                    <a:lnTo>
                      <a:pt x="57" y="11"/>
                    </a:lnTo>
                    <a:lnTo>
                      <a:pt x="66" y="7"/>
                    </a:lnTo>
                    <a:lnTo>
                      <a:pt x="76" y="3"/>
                    </a:lnTo>
                    <a:lnTo>
                      <a:pt x="87" y="1"/>
                    </a:lnTo>
                    <a:lnTo>
                      <a:pt x="96" y="0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8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45" name="ïṣļiďé">
                <a:extLst>
                  <a:ext uri="{FF2B5EF4-FFF2-40B4-BE49-F238E27FC236}">
                    <a16:creationId xmlns:a16="http://schemas.microsoft.com/office/drawing/2014/main" id="{CF9D784D-04BC-5E23-E492-19FFF98500BD}"/>
                  </a:ext>
                </a:extLst>
              </p:cNvPr>
              <p:cNvSpPr/>
              <p:nvPr/>
            </p:nvSpPr>
            <p:spPr bwMode="auto">
              <a:xfrm>
                <a:off x="3416286" y="2135966"/>
                <a:ext cx="47336" cy="146311"/>
              </a:xfrm>
              <a:custGeom>
                <a:avLst/>
                <a:gdLst>
                  <a:gd name="T0" fmla="*/ 6 w 33"/>
                  <a:gd name="T1" fmla="*/ 102 h 102"/>
                  <a:gd name="T2" fmla="*/ 33 w 33"/>
                  <a:gd name="T3" fmla="*/ 100 h 102"/>
                  <a:gd name="T4" fmla="*/ 27 w 33"/>
                  <a:gd name="T5" fmla="*/ 0 h 102"/>
                  <a:gd name="T6" fmla="*/ 0 w 33"/>
                  <a:gd name="T7" fmla="*/ 2 h 102"/>
                  <a:gd name="T8" fmla="*/ 6 w 33"/>
                  <a:gd name="T9" fmla="*/ 102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102">
                    <a:moveTo>
                      <a:pt x="6" y="102"/>
                    </a:moveTo>
                    <a:lnTo>
                      <a:pt x="33" y="100"/>
                    </a:lnTo>
                    <a:lnTo>
                      <a:pt x="27" y="0"/>
                    </a:lnTo>
                    <a:lnTo>
                      <a:pt x="0" y="2"/>
                    </a:lnTo>
                    <a:lnTo>
                      <a:pt x="6" y="102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46" name="i$lîḓê">
                <a:extLst>
                  <a:ext uri="{FF2B5EF4-FFF2-40B4-BE49-F238E27FC236}">
                    <a16:creationId xmlns:a16="http://schemas.microsoft.com/office/drawing/2014/main" id="{DBEE6483-849D-F421-17A3-8F303DCE7354}"/>
                  </a:ext>
                </a:extLst>
              </p:cNvPr>
              <p:cNvSpPr/>
              <p:nvPr/>
            </p:nvSpPr>
            <p:spPr bwMode="auto">
              <a:xfrm>
                <a:off x="3409114" y="2183301"/>
                <a:ext cx="70287" cy="197950"/>
              </a:xfrm>
              <a:custGeom>
                <a:avLst/>
                <a:gdLst>
                  <a:gd name="T0" fmla="*/ 5 w 49"/>
                  <a:gd name="T1" fmla="*/ 116 h 138"/>
                  <a:gd name="T2" fmla="*/ 5 w 49"/>
                  <a:gd name="T3" fmla="*/ 116 h 138"/>
                  <a:gd name="T4" fmla="*/ 5 w 49"/>
                  <a:gd name="T5" fmla="*/ 122 h 138"/>
                  <a:gd name="T6" fmla="*/ 7 w 49"/>
                  <a:gd name="T7" fmla="*/ 126 h 138"/>
                  <a:gd name="T8" fmla="*/ 9 w 49"/>
                  <a:gd name="T9" fmla="*/ 128 h 138"/>
                  <a:gd name="T10" fmla="*/ 12 w 49"/>
                  <a:gd name="T11" fmla="*/ 132 h 138"/>
                  <a:gd name="T12" fmla="*/ 16 w 49"/>
                  <a:gd name="T13" fmla="*/ 134 h 138"/>
                  <a:gd name="T14" fmla="*/ 19 w 49"/>
                  <a:gd name="T15" fmla="*/ 136 h 138"/>
                  <a:gd name="T16" fmla="*/ 23 w 49"/>
                  <a:gd name="T17" fmla="*/ 138 h 138"/>
                  <a:gd name="T18" fmla="*/ 28 w 49"/>
                  <a:gd name="T19" fmla="*/ 138 h 138"/>
                  <a:gd name="T20" fmla="*/ 28 w 49"/>
                  <a:gd name="T21" fmla="*/ 138 h 138"/>
                  <a:gd name="T22" fmla="*/ 32 w 49"/>
                  <a:gd name="T23" fmla="*/ 136 h 138"/>
                  <a:gd name="T24" fmla="*/ 37 w 49"/>
                  <a:gd name="T25" fmla="*/ 135 h 138"/>
                  <a:gd name="T26" fmla="*/ 41 w 49"/>
                  <a:gd name="T27" fmla="*/ 132 h 138"/>
                  <a:gd name="T28" fmla="*/ 43 w 49"/>
                  <a:gd name="T29" fmla="*/ 130 h 138"/>
                  <a:gd name="T30" fmla="*/ 46 w 49"/>
                  <a:gd name="T31" fmla="*/ 127 h 138"/>
                  <a:gd name="T32" fmla="*/ 47 w 49"/>
                  <a:gd name="T33" fmla="*/ 123 h 138"/>
                  <a:gd name="T34" fmla="*/ 49 w 49"/>
                  <a:gd name="T35" fmla="*/ 119 h 138"/>
                  <a:gd name="T36" fmla="*/ 49 w 49"/>
                  <a:gd name="T37" fmla="*/ 115 h 138"/>
                  <a:gd name="T38" fmla="*/ 43 w 49"/>
                  <a:gd name="T39" fmla="*/ 20 h 138"/>
                  <a:gd name="T40" fmla="*/ 43 w 49"/>
                  <a:gd name="T41" fmla="*/ 20 h 138"/>
                  <a:gd name="T42" fmla="*/ 43 w 49"/>
                  <a:gd name="T43" fmla="*/ 16 h 138"/>
                  <a:gd name="T44" fmla="*/ 42 w 49"/>
                  <a:gd name="T45" fmla="*/ 12 h 138"/>
                  <a:gd name="T46" fmla="*/ 39 w 49"/>
                  <a:gd name="T47" fmla="*/ 8 h 138"/>
                  <a:gd name="T48" fmla="*/ 37 w 49"/>
                  <a:gd name="T49" fmla="*/ 5 h 138"/>
                  <a:gd name="T50" fmla="*/ 34 w 49"/>
                  <a:gd name="T51" fmla="*/ 2 h 138"/>
                  <a:gd name="T52" fmla="*/ 30 w 49"/>
                  <a:gd name="T53" fmla="*/ 1 h 138"/>
                  <a:gd name="T54" fmla="*/ 26 w 49"/>
                  <a:gd name="T55" fmla="*/ 0 h 138"/>
                  <a:gd name="T56" fmla="*/ 20 w 49"/>
                  <a:gd name="T57" fmla="*/ 0 h 138"/>
                  <a:gd name="T58" fmla="*/ 20 w 49"/>
                  <a:gd name="T59" fmla="*/ 0 h 138"/>
                  <a:gd name="T60" fmla="*/ 16 w 49"/>
                  <a:gd name="T61" fmla="*/ 0 h 138"/>
                  <a:gd name="T62" fmla="*/ 12 w 49"/>
                  <a:gd name="T63" fmla="*/ 1 h 138"/>
                  <a:gd name="T64" fmla="*/ 8 w 49"/>
                  <a:gd name="T65" fmla="*/ 4 h 138"/>
                  <a:gd name="T66" fmla="*/ 5 w 49"/>
                  <a:gd name="T67" fmla="*/ 6 h 138"/>
                  <a:gd name="T68" fmla="*/ 3 w 49"/>
                  <a:gd name="T69" fmla="*/ 11 h 138"/>
                  <a:gd name="T70" fmla="*/ 1 w 49"/>
                  <a:gd name="T71" fmla="*/ 15 h 138"/>
                  <a:gd name="T72" fmla="*/ 0 w 49"/>
                  <a:gd name="T73" fmla="*/ 19 h 138"/>
                  <a:gd name="T74" fmla="*/ 0 w 49"/>
                  <a:gd name="T75" fmla="*/ 23 h 138"/>
                  <a:gd name="T76" fmla="*/ 5 w 49"/>
                  <a:gd name="T77" fmla="*/ 116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49" h="138">
                    <a:moveTo>
                      <a:pt x="5" y="116"/>
                    </a:moveTo>
                    <a:lnTo>
                      <a:pt x="5" y="116"/>
                    </a:lnTo>
                    <a:lnTo>
                      <a:pt x="5" y="122"/>
                    </a:lnTo>
                    <a:lnTo>
                      <a:pt x="7" y="126"/>
                    </a:lnTo>
                    <a:lnTo>
                      <a:pt x="9" y="128"/>
                    </a:lnTo>
                    <a:lnTo>
                      <a:pt x="12" y="132"/>
                    </a:lnTo>
                    <a:lnTo>
                      <a:pt x="16" y="134"/>
                    </a:lnTo>
                    <a:lnTo>
                      <a:pt x="19" y="136"/>
                    </a:lnTo>
                    <a:lnTo>
                      <a:pt x="23" y="138"/>
                    </a:lnTo>
                    <a:lnTo>
                      <a:pt x="28" y="138"/>
                    </a:lnTo>
                    <a:lnTo>
                      <a:pt x="28" y="138"/>
                    </a:lnTo>
                    <a:lnTo>
                      <a:pt x="32" y="136"/>
                    </a:lnTo>
                    <a:lnTo>
                      <a:pt x="37" y="135"/>
                    </a:lnTo>
                    <a:lnTo>
                      <a:pt x="41" y="132"/>
                    </a:lnTo>
                    <a:lnTo>
                      <a:pt x="43" y="130"/>
                    </a:lnTo>
                    <a:lnTo>
                      <a:pt x="46" y="127"/>
                    </a:lnTo>
                    <a:lnTo>
                      <a:pt x="47" y="123"/>
                    </a:lnTo>
                    <a:lnTo>
                      <a:pt x="49" y="119"/>
                    </a:lnTo>
                    <a:lnTo>
                      <a:pt x="49" y="115"/>
                    </a:lnTo>
                    <a:lnTo>
                      <a:pt x="43" y="20"/>
                    </a:lnTo>
                    <a:lnTo>
                      <a:pt x="43" y="20"/>
                    </a:lnTo>
                    <a:lnTo>
                      <a:pt x="43" y="16"/>
                    </a:lnTo>
                    <a:lnTo>
                      <a:pt x="42" y="12"/>
                    </a:lnTo>
                    <a:lnTo>
                      <a:pt x="39" y="8"/>
                    </a:lnTo>
                    <a:lnTo>
                      <a:pt x="37" y="5"/>
                    </a:lnTo>
                    <a:lnTo>
                      <a:pt x="34" y="2"/>
                    </a:lnTo>
                    <a:lnTo>
                      <a:pt x="30" y="1"/>
                    </a:lnTo>
                    <a:lnTo>
                      <a:pt x="26" y="0"/>
                    </a:lnTo>
                    <a:lnTo>
                      <a:pt x="20" y="0"/>
                    </a:lnTo>
                    <a:lnTo>
                      <a:pt x="20" y="0"/>
                    </a:lnTo>
                    <a:lnTo>
                      <a:pt x="16" y="0"/>
                    </a:lnTo>
                    <a:lnTo>
                      <a:pt x="12" y="1"/>
                    </a:lnTo>
                    <a:lnTo>
                      <a:pt x="8" y="4"/>
                    </a:lnTo>
                    <a:lnTo>
                      <a:pt x="5" y="6"/>
                    </a:lnTo>
                    <a:lnTo>
                      <a:pt x="3" y="11"/>
                    </a:lnTo>
                    <a:lnTo>
                      <a:pt x="1" y="15"/>
                    </a:lnTo>
                    <a:lnTo>
                      <a:pt x="0" y="19"/>
                    </a:lnTo>
                    <a:lnTo>
                      <a:pt x="0" y="23"/>
                    </a:lnTo>
                    <a:lnTo>
                      <a:pt x="5" y="116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47" name="íṧľîḓê">
                <a:extLst>
                  <a:ext uri="{FF2B5EF4-FFF2-40B4-BE49-F238E27FC236}">
                    <a16:creationId xmlns:a16="http://schemas.microsoft.com/office/drawing/2014/main" id="{17FE1494-CD03-E5B6-4C48-9EB798CBED6A}"/>
                  </a:ext>
                </a:extLst>
              </p:cNvPr>
              <p:cNvSpPr/>
              <p:nvPr/>
            </p:nvSpPr>
            <p:spPr bwMode="auto">
              <a:xfrm>
                <a:off x="2125312" y="1268760"/>
                <a:ext cx="466185" cy="380121"/>
              </a:xfrm>
              <a:custGeom>
                <a:avLst/>
                <a:gdLst>
                  <a:gd name="T0" fmla="*/ 263525 w 325"/>
                  <a:gd name="T1" fmla="*/ 420688 h 265"/>
                  <a:gd name="T2" fmla="*/ 263525 w 325"/>
                  <a:gd name="T3" fmla="*/ 420688 h 265"/>
                  <a:gd name="T4" fmla="*/ 268288 w 325"/>
                  <a:gd name="T5" fmla="*/ 417513 h 265"/>
                  <a:gd name="T6" fmla="*/ 280988 w 325"/>
                  <a:gd name="T7" fmla="*/ 407988 h 265"/>
                  <a:gd name="T8" fmla="*/ 300038 w 325"/>
                  <a:gd name="T9" fmla="*/ 396875 h 265"/>
                  <a:gd name="T10" fmla="*/ 314325 w 325"/>
                  <a:gd name="T11" fmla="*/ 390525 h 265"/>
                  <a:gd name="T12" fmla="*/ 328613 w 325"/>
                  <a:gd name="T13" fmla="*/ 387350 h 265"/>
                  <a:gd name="T14" fmla="*/ 346075 w 325"/>
                  <a:gd name="T15" fmla="*/ 382588 h 265"/>
                  <a:gd name="T16" fmla="*/ 365125 w 325"/>
                  <a:gd name="T17" fmla="*/ 381000 h 265"/>
                  <a:gd name="T18" fmla="*/ 384175 w 325"/>
                  <a:gd name="T19" fmla="*/ 381000 h 265"/>
                  <a:gd name="T20" fmla="*/ 407988 w 325"/>
                  <a:gd name="T21" fmla="*/ 382588 h 265"/>
                  <a:gd name="T22" fmla="*/ 431800 w 325"/>
                  <a:gd name="T23" fmla="*/ 384175 h 265"/>
                  <a:gd name="T24" fmla="*/ 457200 w 325"/>
                  <a:gd name="T25" fmla="*/ 393700 h 265"/>
                  <a:gd name="T26" fmla="*/ 485775 w 325"/>
                  <a:gd name="T27" fmla="*/ 404813 h 265"/>
                  <a:gd name="T28" fmla="*/ 515938 w 325"/>
                  <a:gd name="T29" fmla="*/ 417513 h 265"/>
                  <a:gd name="T30" fmla="*/ 515938 w 325"/>
                  <a:gd name="T31" fmla="*/ 41275 h 265"/>
                  <a:gd name="T32" fmla="*/ 515938 w 325"/>
                  <a:gd name="T33" fmla="*/ 41275 h 265"/>
                  <a:gd name="T34" fmla="*/ 487363 w 325"/>
                  <a:gd name="T35" fmla="*/ 28575 h 265"/>
                  <a:gd name="T36" fmla="*/ 457200 w 325"/>
                  <a:gd name="T37" fmla="*/ 14288 h 265"/>
                  <a:gd name="T38" fmla="*/ 420688 w 325"/>
                  <a:gd name="T39" fmla="*/ 6350 h 265"/>
                  <a:gd name="T40" fmla="*/ 401638 w 325"/>
                  <a:gd name="T41" fmla="*/ 1588 h 265"/>
                  <a:gd name="T42" fmla="*/ 381000 w 325"/>
                  <a:gd name="T43" fmla="*/ 0 h 265"/>
                  <a:gd name="T44" fmla="*/ 358775 w 325"/>
                  <a:gd name="T45" fmla="*/ 0 h 265"/>
                  <a:gd name="T46" fmla="*/ 336550 w 325"/>
                  <a:gd name="T47" fmla="*/ 1588 h 265"/>
                  <a:gd name="T48" fmla="*/ 315913 w 325"/>
                  <a:gd name="T49" fmla="*/ 6350 h 265"/>
                  <a:gd name="T50" fmla="*/ 296863 w 325"/>
                  <a:gd name="T51" fmla="*/ 12700 h 265"/>
                  <a:gd name="T52" fmla="*/ 277813 w 325"/>
                  <a:gd name="T53" fmla="*/ 25400 h 265"/>
                  <a:gd name="T54" fmla="*/ 257175 w 325"/>
                  <a:gd name="T55" fmla="*/ 41275 h 265"/>
                  <a:gd name="T56" fmla="*/ 0 w 325"/>
                  <a:gd name="T57" fmla="*/ 41275 h 265"/>
                  <a:gd name="T58" fmla="*/ 0 w 325"/>
                  <a:gd name="T59" fmla="*/ 419100 h 265"/>
                  <a:gd name="T60" fmla="*/ 263525 w 325"/>
                  <a:gd name="T61" fmla="*/ 420688 h 265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325" h="265">
                    <a:moveTo>
                      <a:pt x="166" y="265"/>
                    </a:moveTo>
                    <a:lnTo>
                      <a:pt x="166" y="265"/>
                    </a:lnTo>
                    <a:lnTo>
                      <a:pt x="169" y="263"/>
                    </a:lnTo>
                    <a:lnTo>
                      <a:pt x="177" y="257"/>
                    </a:lnTo>
                    <a:lnTo>
                      <a:pt x="189" y="250"/>
                    </a:lnTo>
                    <a:lnTo>
                      <a:pt x="198" y="246"/>
                    </a:lnTo>
                    <a:lnTo>
                      <a:pt x="207" y="244"/>
                    </a:lnTo>
                    <a:lnTo>
                      <a:pt x="218" y="241"/>
                    </a:lnTo>
                    <a:lnTo>
                      <a:pt x="230" y="240"/>
                    </a:lnTo>
                    <a:lnTo>
                      <a:pt x="242" y="240"/>
                    </a:lnTo>
                    <a:lnTo>
                      <a:pt x="257" y="241"/>
                    </a:lnTo>
                    <a:lnTo>
                      <a:pt x="272" y="242"/>
                    </a:lnTo>
                    <a:lnTo>
                      <a:pt x="288" y="248"/>
                    </a:lnTo>
                    <a:lnTo>
                      <a:pt x="306" y="255"/>
                    </a:lnTo>
                    <a:lnTo>
                      <a:pt x="325" y="263"/>
                    </a:lnTo>
                    <a:lnTo>
                      <a:pt x="325" y="26"/>
                    </a:lnTo>
                    <a:lnTo>
                      <a:pt x="307" y="18"/>
                    </a:lnTo>
                    <a:lnTo>
                      <a:pt x="288" y="9"/>
                    </a:lnTo>
                    <a:lnTo>
                      <a:pt x="265" y="4"/>
                    </a:lnTo>
                    <a:lnTo>
                      <a:pt x="253" y="1"/>
                    </a:lnTo>
                    <a:lnTo>
                      <a:pt x="240" y="0"/>
                    </a:lnTo>
                    <a:lnTo>
                      <a:pt x="226" y="0"/>
                    </a:lnTo>
                    <a:lnTo>
                      <a:pt x="212" y="1"/>
                    </a:lnTo>
                    <a:lnTo>
                      <a:pt x="199" y="4"/>
                    </a:lnTo>
                    <a:lnTo>
                      <a:pt x="187" y="8"/>
                    </a:lnTo>
                    <a:lnTo>
                      <a:pt x="175" y="16"/>
                    </a:lnTo>
                    <a:lnTo>
                      <a:pt x="162" y="26"/>
                    </a:lnTo>
                    <a:lnTo>
                      <a:pt x="0" y="26"/>
                    </a:lnTo>
                    <a:lnTo>
                      <a:pt x="0" y="264"/>
                    </a:lnTo>
                    <a:lnTo>
                      <a:pt x="166" y="265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48" name="îśḷîdè">
                <a:extLst>
                  <a:ext uri="{FF2B5EF4-FFF2-40B4-BE49-F238E27FC236}">
                    <a16:creationId xmlns:a16="http://schemas.microsoft.com/office/drawing/2014/main" id="{7BF2BE8C-AD69-53F5-24D3-EED1D3002891}"/>
                  </a:ext>
                </a:extLst>
              </p:cNvPr>
              <p:cNvSpPr/>
              <p:nvPr/>
            </p:nvSpPr>
            <p:spPr bwMode="auto">
              <a:xfrm>
                <a:off x="994992" y="2652973"/>
                <a:ext cx="730118" cy="850609"/>
              </a:xfrm>
              <a:custGeom>
                <a:avLst/>
                <a:gdLst>
                  <a:gd name="T0" fmla="*/ 146050 w 509"/>
                  <a:gd name="T1" fmla="*/ 200025 h 593"/>
                  <a:gd name="T2" fmla="*/ 233363 w 509"/>
                  <a:gd name="T3" fmla="*/ 149225 h 593"/>
                  <a:gd name="T4" fmla="*/ 217488 w 509"/>
                  <a:gd name="T5" fmla="*/ 211138 h 593"/>
                  <a:gd name="T6" fmla="*/ 266700 w 509"/>
                  <a:gd name="T7" fmla="*/ 190500 h 593"/>
                  <a:gd name="T8" fmla="*/ 249238 w 509"/>
                  <a:gd name="T9" fmla="*/ 249238 h 593"/>
                  <a:gd name="T10" fmla="*/ 300038 w 509"/>
                  <a:gd name="T11" fmla="*/ 228600 h 593"/>
                  <a:gd name="T12" fmla="*/ 280988 w 509"/>
                  <a:gd name="T13" fmla="*/ 290513 h 593"/>
                  <a:gd name="T14" fmla="*/ 333375 w 509"/>
                  <a:gd name="T15" fmla="*/ 269875 h 593"/>
                  <a:gd name="T16" fmla="*/ 276225 w 509"/>
                  <a:gd name="T17" fmla="*/ 361950 h 593"/>
                  <a:gd name="T18" fmla="*/ 365125 w 509"/>
                  <a:gd name="T19" fmla="*/ 309563 h 593"/>
                  <a:gd name="T20" fmla="*/ 347663 w 509"/>
                  <a:gd name="T21" fmla="*/ 373063 h 593"/>
                  <a:gd name="T22" fmla="*/ 400050 w 509"/>
                  <a:gd name="T23" fmla="*/ 350838 h 593"/>
                  <a:gd name="T24" fmla="*/ 379413 w 509"/>
                  <a:gd name="T25" fmla="*/ 411163 h 593"/>
                  <a:gd name="T26" fmla="*/ 431800 w 509"/>
                  <a:gd name="T27" fmla="*/ 388938 h 593"/>
                  <a:gd name="T28" fmla="*/ 414338 w 509"/>
                  <a:gd name="T29" fmla="*/ 452438 h 593"/>
                  <a:gd name="T30" fmla="*/ 466725 w 509"/>
                  <a:gd name="T31" fmla="*/ 430213 h 593"/>
                  <a:gd name="T32" fmla="*/ 409575 w 509"/>
                  <a:gd name="T33" fmla="*/ 522288 h 593"/>
                  <a:gd name="T34" fmla="*/ 498475 w 509"/>
                  <a:gd name="T35" fmla="*/ 471488 h 593"/>
                  <a:gd name="T36" fmla="*/ 479425 w 509"/>
                  <a:gd name="T37" fmla="*/ 533400 h 593"/>
                  <a:gd name="T38" fmla="*/ 530225 w 509"/>
                  <a:gd name="T39" fmla="*/ 512763 h 593"/>
                  <a:gd name="T40" fmla="*/ 512763 w 509"/>
                  <a:gd name="T41" fmla="*/ 574675 h 593"/>
                  <a:gd name="T42" fmla="*/ 565150 w 509"/>
                  <a:gd name="T43" fmla="*/ 550863 h 593"/>
                  <a:gd name="T44" fmla="*/ 546100 w 509"/>
                  <a:gd name="T45" fmla="*/ 612775 h 593"/>
                  <a:gd name="T46" fmla="*/ 596900 w 509"/>
                  <a:gd name="T47" fmla="*/ 592138 h 593"/>
                  <a:gd name="T48" fmla="*/ 541338 w 509"/>
                  <a:gd name="T49" fmla="*/ 684213 h 593"/>
                  <a:gd name="T50" fmla="*/ 630238 w 509"/>
                  <a:gd name="T51" fmla="*/ 631825 h 593"/>
                  <a:gd name="T52" fmla="*/ 612775 w 509"/>
                  <a:gd name="T53" fmla="*/ 695325 h 593"/>
                  <a:gd name="T54" fmla="*/ 663575 w 509"/>
                  <a:gd name="T55" fmla="*/ 673100 h 593"/>
                  <a:gd name="T56" fmla="*/ 644525 w 509"/>
                  <a:gd name="T57" fmla="*/ 735013 h 593"/>
                  <a:gd name="T58" fmla="*/ 695325 w 509"/>
                  <a:gd name="T59" fmla="*/ 714375 h 593"/>
                  <a:gd name="T60" fmla="*/ 676275 w 509"/>
                  <a:gd name="T61" fmla="*/ 774700 h 593"/>
                  <a:gd name="T62" fmla="*/ 728663 w 509"/>
                  <a:gd name="T63" fmla="*/ 752475 h 593"/>
                  <a:gd name="T64" fmla="*/ 673100 w 509"/>
                  <a:gd name="T65" fmla="*/ 844550 h 593"/>
                  <a:gd name="T66" fmla="*/ 762000 w 509"/>
                  <a:gd name="T67" fmla="*/ 793750 h 593"/>
                  <a:gd name="T68" fmla="*/ 693738 w 509"/>
                  <a:gd name="T69" fmla="*/ 941388 h 593"/>
                  <a:gd name="T70" fmla="*/ 111125 w 509"/>
                  <a:gd name="T71" fmla="*/ 130175 h 593"/>
                  <a:gd name="T72" fmla="*/ 122238 w 509"/>
                  <a:gd name="T73" fmla="*/ 127000 h 593"/>
                  <a:gd name="T74" fmla="*/ 130175 w 509"/>
                  <a:gd name="T75" fmla="*/ 123825 h 593"/>
                  <a:gd name="T76" fmla="*/ 139700 w 509"/>
                  <a:gd name="T77" fmla="*/ 103188 h 593"/>
                  <a:gd name="T78" fmla="*/ 133350 w 509"/>
                  <a:gd name="T79" fmla="*/ 82550 h 593"/>
                  <a:gd name="T80" fmla="*/ 128588 w 509"/>
                  <a:gd name="T81" fmla="*/ 77788 h 593"/>
                  <a:gd name="T82" fmla="*/ 117475 w 509"/>
                  <a:gd name="T83" fmla="*/ 71438 h 593"/>
                  <a:gd name="T84" fmla="*/ 111125 w 509"/>
                  <a:gd name="T85" fmla="*/ 3175 h 593"/>
                  <a:gd name="T86" fmla="*/ 223838 w 509"/>
                  <a:gd name="T87" fmla="*/ 136525 h 593"/>
                  <a:gd name="T88" fmla="*/ 0 w 509"/>
                  <a:gd name="T89" fmla="*/ 93663 h 593"/>
                  <a:gd name="T90" fmla="*/ 111125 w 509"/>
                  <a:gd name="T91" fmla="*/ 71438 h 593"/>
                  <a:gd name="T92" fmla="*/ 103188 w 509"/>
                  <a:gd name="T93" fmla="*/ 73025 h 593"/>
                  <a:gd name="T94" fmla="*/ 93663 w 509"/>
                  <a:gd name="T95" fmla="*/ 77788 h 593"/>
                  <a:gd name="T96" fmla="*/ 84138 w 509"/>
                  <a:gd name="T97" fmla="*/ 96838 h 593"/>
                  <a:gd name="T98" fmla="*/ 90488 w 509"/>
                  <a:gd name="T99" fmla="*/ 119063 h 593"/>
                  <a:gd name="T100" fmla="*/ 90488 w 509"/>
                  <a:gd name="T101" fmla="*/ 119063 h 593"/>
                  <a:gd name="T102" fmla="*/ 100013 w 509"/>
                  <a:gd name="T103" fmla="*/ 125413 h 593"/>
                  <a:gd name="T104" fmla="*/ 111125 w 509"/>
                  <a:gd name="T105" fmla="*/ 130175 h 593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0" t="0" r="r" b="b"/>
                <a:pathLst>
                  <a:path w="509" h="593">
                    <a:moveTo>
                      <a:pt x="141" y="86"/>
                    </a:moveTo>
                    <a:lnTo>
                      <a:pt x="92" y="126"/>
                    </a:lnTo>
                    <a:lnTo>
                      <a:pt x="99" y="134"/>
                    </a:lnTo>
                    <a:lnTo>
                      <a:pt x="147" y="94"/>
                    </a:lnTo>
                    <a:lnTo>
                      <a:pt x="162" y="111"/>
                    </a:lnTo>
                    <a:lnTo>
                      <a:pt x="137" y="133"/>
                    </a:lnTo>
                    <a:lnTo>
                      <a:pt x="142" y="140"/>
                    </a:lnTo>
                    <a:lnTo>
                      <a:pt x="168" y="120"/>
                    </a:lnTo>
                    <a:lnTo>
                      <a:pt x="183" y="137"/>
                    </a:lnTo>
                    <a:lnTo>
                      <a:pt x="157" y="157"/>
                    </a:lnTo>
                    <a:lnTo>
                      <a:pt x="164" y="166"/>
                    </a:lnTo>
                    <a:lnTo>
                      <a:pt x="189" y="144"/>
                    </a:lnTo>
                    <a:lnTo>
                      <a:pt x="203" y="161"/>
                    </a:lnTo>
                    <a:lnTo>
                      <a:pt x="177" y="183"/>
                    </a:lnTo>
                    <a:lnTo>
                      <a:pt x="184" y="191"/>
                    </a:lnTo>
                    <a:lnTo>
                      <a:pt x="210" y="170"/>
                    </a:lnTo>
                    <a:lnTo>
                      <a:pt x="225" y="187"/>
                    </a:lnTo>
                    <a:lnTo>
                      <a:pt x="174" y="228"/>
                    </a:lnTo>
                    <a:lnTo>
                      <a:pt x="181" y="236"/>
                    </a:lnTo>
                    <a:lnTo>
                      <a:pt x="230" y="195"/>
                    </a:lnTo>
                    <a:lnTo>
                      <a:pt x="245" y="213"/>
                    </a:lnTo>
                    <a:lnTo>
                      <a:pt x="219" y="235"/>
                    </a:lnTo>
                    <a:lnTo>
                      <a:pt x="226" y="241"/>
                    </a:lnTo>
                    <a:lnTo>
                      <a:pt x="252" y="221"/>
                    </a:lnTo>
                    <a:lnTo>
                      <a:pt x="267" y="239"/>
                    </a:lnTo>
                    <a:lnTo>
                      <a:pt x="239" y="259"/>
                    </a:lnTo>
                    <a:lnTo>
                      <a:pt x="246" y="267"/>
                    </a:lnTo>
                    <a:lnTo>
                      <a:pt x="272" y="245"/>
                    </a:lnTo>
                    <a:lnTo>
                      <a:pt x="287" y="263"/>
                    </a:lnTo>
                    <a:lnTo>
                      <a:pt x="261" y="285"/>
                    </a:lnTo>
                    <a:lnTo>
                      <a:pt x="267" y="293"/>
                    </a:lnTo>
                    <a:lnTo>
                      <a:pt x="294" y="271"/>
                    </a:lnTo>
                    <a:lnTo>
                      <a:pt x="307" y="289"/>
                    </a:lnTo>
                    <a:lnTo>
                      <a:pt x="258" y="329"/>
                    </a:lnTo>
                    <a:lnTo>
                      <a:pt x="264" y="338"/>
                    </a:lnTo>
                    <a:lnTo>
                      <a:pt x="314" y="297"/>
                    </a:lnTo>
                    <a:lnTo>
                      <a:pt x="329" y="314"/>
                    </a:lnTo>
                    <a:lnTo>
                      <a:pt x="302" y="336"/>
                    </a:lnTo>
                    <a:lnTo>
                      <a:pt x="308" y="343"/>
                    </a:lnTo>
                    <a:lnTo>
                      <a:pt x="334" y="323"/>
                    </a:lnTo>
                    <a:lnTo>
                      <a:pt x="349" y="340"/>
                    </a:lnTo>
                    <a:lnTo>
                      <a:pt x="323" y="362"/>
                    </a:lnTo>
                    <a:lnTo>
                      <a:pt x="329" y="369"/>
                    </a:lnTo>
                    <a:lnTo>
                      <a:pt x="356" y="347"/>
                    </a:lnTo>
                    <a:lnTo>
                      <a:pt x="369" y="366"/>
                    </a:lnTo>
                    <a:lnTo>
                      <a:pt x="344" y="386"/>
                    </a:lnTo>
                    <a:lnTo>
                      <a:pt x="350" y="394"/>
                    </a:lnTo>
                    <a:lnTo>
                      <a:pt x="376" y="373"/>
                    </a:lnTo>
                    <a:lnTo>
                      <a:pt x="391" y="390"/>
                    </a:lnTo>
                    <a:lnTo>
                      <a:pt x="341" y="431"/>
                    </a:lnTo>
                    <a:lnTo>
                      <a:pt x="348" y="439"/>
                    </a:lnTo>
                    <a:lnTo>
                      <a:pt x="397" y="398"/>
                    </a:lnTo>
                    <a:lnTo>
                      <a:pt x="411" y="416"/>
                    </a:lnTo>
                    <a:lnTo>
                      <a:pt x="386" y="438"/>
                    </a:lnTo>
                    <a:lnTo>
                      <a:pt x="391" y="446"/>
                    </a:lnTo>
                    <a:lnTo>
                      <a:pt x="418" y="424"/>
                    </a:lnTo>
                    <a:lnTo>
                      <a:pt x="432" y="442"/>
                    </a:lnTo>
                    <a:lnTo>
                      <a:pt x="406" y="463"/>
                    </a:lnTo>
                    <a:lnTo>
                      <a:pt x="413" y="470"/>
                    </a:lnTo>
                    <a:lnTo>
                      <a:pt x="438" y="450"/>
                    </a:lnTo>
                    <a:lnTo>
                      <a:pt x="453" y="467"/>
                    </a:lnTo>
                    <a:lnTo>
                      <a:pt x="426" y="488"/>
                    </a:lnTo>
                    <a:lnTo>
                      <a:pt x="433" y="496"/>
                    </a:lnTo>
                    <a:lnTo>
                      <a:pt x="459" y="474"/>
                    </a:lnTo>
                    <a:lnTo>
                      <a:pt x="474" y="492"/>
                    </a:lnTo>
                    <a:lnTo>
                      <a:pt x="424" y="532"/>
                    </a:lnTo>
                    <a:lnTo>
                      <a:pt x="430" y="541"/>
                    </a:lnTo>
                    <a:lnTo>
                      <a:pt x="480" y="500"/>
                    </a:lnTo>
                    <a:lnTo>
                      <a:pt x="509" y="535"/>
                    </a:lnTo>
                    <a:lnTo>
                      <a:pt x="437" y="593"/>
                    </a:lnTo>
                    <a:lnTo>
                      <a:pt x="70" y="145"/>
                    </a:lnTo>
                    <a:lnTo>
                      <a:pt x="70" y="82"/>
                    </a:lnTo>
                    <a:lnTo>
                      <a:pt x="77" y="80"/>
                    </a:lnTo>
                    <a:lnTo>
                      <a:pt x="82" y="78"/>
                    </a:lnTo>
                    <a:lnTo>
                      <a:pt x="86" y="72"/>
                    </a:lnTo>
                    <a:lnTo>
                      <a:pt x="88" y="65"/>
                    </a:lnTo>
                    <a:lnTo>
                      <a:pt x="88" y="59"/>
                    </a:lnTo>
                    <a:lnTo>
                      <a:pt x="84" y="52"/>
                    </a:lnTo>
                    <a:lnTo>
                      <a:pt x="81" y="49"/>
                    </a:lnTo>
                    <a:lnTo>
                      <a:pt x="78" y="46"/>
                    </a:lnTo>
                    <a:lnTo>
                      <a:pt x="74" y="45"/>
                    </a:lnTo>
                    <a:lnTo>
                      <a:pt x="70" y="45"/>
                    </a:lnTo>
                    <a:lnTo>
                      <a:pt x="70" y="2"/>
                    </a:lnTo>
                    <a:lnTo>
                      <a:pt x="72" y="0"/>
                    </a:lnTo>
                    <a:lnTo>
                      <a:pt x="141" y="86"/>
                    </a:lnTo>
                    <a:close/>
                    <a:moveTo>
                      <a:pt x="70" y="145"/>
                    </a:moveTo>
                    <a:lnTo>
                      <a:pt x="0" y="59"/>
                    </a:lnTo>
                    <a:lnTo>
                      <a:pt x="70" y="2"/>
                    </a:lnTo>
                    <a:lnTo>
                      <a:pt x="70" y="45"/>
                    </a:lnTo>
                    <a:lnTo>
                      <a:pt x="65" y="46"/>
                    </a:lnTo>
                    <a:lnTo>
                      <a:pt x="59" y="49"/>
                    </a:lnTo>
                    <a:lnTo>
                      <a:pt x="54" y="55"/>
                    </a:lnTo>
                    <a:lnTo>
                      <a:pt x="53" y="61"/>
                    </a:lnTo>
                    <a:lnTo>
                      <a:pt x="53" y="68"/>
                    </a:lnTo>
                    <a:lnTo>
                      <a:pt x="57" y="75"/>
                    </a:lnTo>
                    <a:lnTo>
                      <a:pt x="59" y="78"/>
                    </a:lnTo>
                    <a:lnTo>
                      <a:pt x="63" y="79"/>
                    </a:lnTo>
                    <a:lnTo>
                      <a:pt x="66" y="80"/>
                    </a:lnTo>
                    <a:lnTo>
                      <a:pt x="70" y="82"/>
                    </a:lnTo>
                    <a:lnTo>
                      <a:pt x="70" y="145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49" name="iṧlîḓé">
                <a:extLst>
                  <a:ext uri="{FF2B5EF4-FFF2-40B4-BE49-F238E27FC236}">
                    <a16:creationId xmlns:a16="http://schemas.microsoft.com/office/drawing/2014/main" id="{E9B9A01E-6691-0F03-5663-144CA2DE8234}"/>
                  </a:ext>
                </a:extLst>
              </p:cNvPr>
              <p:cNvSpPr/>
              <p:nvPr/>
            </p:nvSpPr>
            <p:spPr bwMode="auto">
              <a:xfrm>
                <a:off x="864460" y="2903995"/>
                <a:ext cx="306965" cy="618234"/>
              </a:xfrm>
              <a:custGeom>
                <a:avLst/>
                <a:gdLst>
                  <a:gd name="T0" fmla="*/ 307975 w 214"/>
                  <a:gd name="T1" fmla="*/ 684213 h 431"/>
                  <a:gd name="T2" fmla="*/ 268288 w 214"/>
                  <a:gd name="T3" fmla="*/ 647700 h 431"/>
                  <a:gd name="T4" fmla="*/ 331788 w 214"/>
                  <a:gd name="T5" fmla="*/ 554038 h 431"/>
                  <a:gd name="T6" fmla="*/ 322263 w 214"/>
                  <a:gd name="T7" fmla="*/ 541338 h 431"/>
                  <a:gd name="T8" fmla="*/ 298450 w 214"/>
                  <a:gd name="T9" fmla="*/ 534988 h 431"/>
                  <a:gd name="T10" fmla="*/ 285750 w 214"/>
                  <a:gd name="T11" fmla="*/ 546100 h 431"/>
                  <a:gd name="T12" fmla="*/ 284163 w 214"/>
                  <a:gd name="T13" fmla="*/ 560388 h 431"/>
                  <a:gd name="T14" fmla="*/ 271463 w 214"/>
                  <a:gd name="T15" fmla="*/ 550863 h 431"/>
                  <a:gd name="T16" fmla="*/ 198438 w 214"/>
                  <a:gd name="T17" fmla="*/ 611188 h 431"/>
                  <a:gd name="T18" fmla="*/ 79375 w 214"/>
                  <a:gd name="T19" fmla="*/ 307975 h 431"/>
                  <a:gd name="T20" fmla="*/ 85725 w 214"/>
                  <a:gd name="T21" fmla="*/ 295275 h 431"/>
                  <a:gd name="T22" fmla="*/ 128588 w 214"/>
                  <a:gd name="T23" fmla="*/ 279400 h 431"/>
                  <a:gd name="T24" fmla="*/ 117475 w 214"/>
                  <a:gd name="T25" fmla="*/ 274638 h 431"/>
                  <a:gd name="T26" fmla="*/ 79375 w 214"/>
                  <a:gd name="T27" fmla="*/ 182563 h 431"/>
                  <a:gd name="T28" fmla="*/ 157163 w 214"/>
                  <a:gd name="T29" fmla="*/ 96838 h 431"/>
                  <a:gd name="T30" fmla="*/ 176213 w 214"/>
                  <a:gd name="T31" fmla="*/ 103188 h 431"/>
                  <a:gd name="T32" fmla="*/ 228600 w 214"/>
                  <a:gd name="T33" fmla="*/ 231775 h 431"/>
                  <a:gd name="T34" fmla="*/ 228600 w 214"/>
                  <a:gd name="T35" fmla="*/ 247650 h 431"/>
                  <a:gd name="T36" fmla="*/ 266700 w 214"/>
                  <a:gd name="T37" fmla="*/ 550863 h 431"/>
                  <a:gd name="T38" fmla="*/ 258763 w 214"/>
                  <a:gd name="T39" fmla="*/ 552450 h 431"/>
                  <a:gd name="T40" fmla="*/ 242888 w 214"/>
                  <a:gd name="T41" fmla="*/ 566738 h 431"/>
                  <a:gd name="T42" fmla="*/ 238125 w 214"/>
                  <a:gd name="T43" fmla="*/ 569913 h 431"/>
                  <a:gd name="T44" fmla="*/ 214313 w 214"/>
                  <a:gd name="T45" fmla="*/ 566738 h 431"/>
                  <a:gd name="T46" fmla="*/ 204788 w 214"/>
                  <a:gd name="T47" fmla="*/ 581025 h 431"/>
                  <a:gd name="T48" fmla="*/ 206375 w 214"/>
                  <a:gd name="T49" fmla="*/ 604838 h 431"/>
                  <a:gd name="T50" fmla="*/ 198438 w 214"/>
                  <a:gd name="T51" fmla="*/ 611188 h 431"/>
                  <a:gd name="T52" fmla="*/ 79375 w 214"/>
                  <a:gd name="T53" fmla="*/ 122238 h 431"/>
                  <a:gd name="T54" fmla="*/ 138113 w 214"/>
                  <a:gd name="T55" fmla="*/ 44450 h 431"/>
                  <a:gd name="T56" fmla="*/ 122238 w 214"/>
                  <a:gd name="T57" fmla="*/ 22225 h 431"/>
                  <a:gd name="T58" fmla="*/ 98425 w 214"/>
                  <a:gd name="T59" fmla="*/ 4763 h 431"/>
                  <a:gd name="T60" fmla="*/ 79375 w 214"/>
                  <a:gd name="T61" fmla="*/ 0 h 431"/>
                  <a:gd name="T62" fmla="*/ 71438 w 214"/>
                  <a:gd name="T63" fmla="*/ 303213 h 431"/>
                  <a:gd name="T64" fmla="*/ 17463 w 214"/>
                  <a:gd name="T65" fmla="*/ 171450 h 431"/>
                  <a:gd name="T66" fmla="*/ 19050 w 214"/>
                  <a:gd name="T67" fmla="*/ 152400 h 431"/>
                  <a:gd name="T68" fmla="*/ 6350 w 214"/>
                  <a:gd name="T69" fmla="*/ 96838 h 431"/>
                  <a:gd name="T70" fmla="*/ 1588 w 214"/>
                  <a:gd name="T71" fmla="*/ 55563 h 431"/>
                  <a:gd name="T72" fmla="*/ 23813 w 214"/>
                  <a:gd name="T73" fmla="*/ 19050 h 431"/>
                  <a:gd name="T74" fmla="*/ 47625 w 214"/>
                  <a:gd name="T75" fmla="*/ 4763 h 431"/>
                  <a:gd name="T76" fmla="*/ 79375 w 214"/>
                  <a:gd name="T77" fmla="*/ 122238 h 431"/>
                  <a:gd name="T78" fmla="*/ 79375 w 214"/>
                  <a:gd name="T79" fmla="*/ 182563 h 431"/>
                  <a:gd name="T80" fmla="*/ 68263 w 214"/>
                  <a:gd name="T81" fmla="*/ 155575 h 431"/>
                  <a:gd name="T82" fmla="*/ 74613 w 214"/>
                  <a:gd name="T83" fmla="*/ 139700 h 431"/>
                  <a:gd name="T84" fmla="*/ 34925 w 214"/>
                  <a:gd name="T85" fmla="*/ 157163 h 431"/>
                  <a:gd name="T86" fmla="*/ 30163 w 214"/>
                  <a:gd name="T87" fmla="*/ 176213 h 431"/>
                  <a:gd name="T88" fmla="*/ 74613 w 214"/>
                  <a:gd name="T89" fmla="*/ 287338 h 431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0" t="0" r="r" b="b"/>
                <a:pathLst>
                  <a:path w="214" h="431">
                    <a:moveTo>
                      <a:pt x="168" y="228"/>
                    </a:moveTo>
                    <a:lnTo>
                      <a:pt x="214" y="349"/>
                    </a:lnTo>
                    <a:lnTo>
                      <a:pt x="194" y="431"/>
                    </a:lnTo>
                    <a:lnTo>
                      <a:pt x="168" y="413"/>
                    </a:lnTo>
                    <a:lnTo>
                      <a:pt x="168" y="405"/>
                    </a:lnTo>
                    <a:lnTo>
                      <a:pt x="169" y="408"/>
                    </a:lnTo>
                    <a:lnTo>
                      <a:pt x="196" y="397"/>
                    </a:lnTo>
                    <a:lnTo>
                      <a:pt x="209" y="349"/>
                    </a:lnTo>
                    <a:lnTo>
                      <a:pt x="206" y="345"/>
                    </a:lnTo>
                    <a:lnTo>
                      <a:pt x="203" y="341"/>
                    </a:lnTo>
                    <a:lnTo>
                      <a:pt x="199" y="337"/>
                    </a:lnTo>
                    <a:lnTo>
                      <a:pt x="194" y="336"/>
                    </a:lnTo>
                    <a:lnTo>
                      <a:pt x="188" y="337"/>
                    </a:lnTo>
                    <a:lnTo>
                      <a:pt x="184" y="340"/>
                    </a:lnTo>
                    <a:lnTo>
                      <a:pt x="180" y="344"/>
                    </a:lnTo>
                    <a:lnTo>
                      <a:pt x="179" y="348"/>
                    </a:lnTo>
                    <a:lnTo>
                      <a:pt x="179" y="353"/>
                    </a:lnTo>
                    <a:lnTo>
                      <a:pt x="176" y="351"/>
                    </a:lnTo>
                    <a:lnTo>
                      <a:pt x="173" y="348"/>
                    </a:lnTo>
                    <a:lnTo>
                      <a:pt x="171" y="347"/>
                    </a:lnTo>
                    <a:lnTo>
                      <a:pt x="168" y="347"/>
                    </a:lnTo>
                    <a:lnTo>
                      <a:pt x="168" y="228"/>
                    </a:lnTo>
                    <a:close/>
                    <a:moveTo>
                      <a:pt x="125" y="385"/>
                    </a:moveTo>
                    <a:lnTo>
                      <a:pt x="51" y="194"/>
                    </a:lnTo>
                    <a:lnTo>
                      <a:pt x="50" y="194"/>
                    </a:lnTo>
                    <a:lnTo>
                      <a:pt x="50" y="183"/>
                    </a:lnTo>
                    <a:lnTo>
                      <a:pt x="54" y="186"/>
                    </a:lnTo>
                    <a:lnTo>
                      <a:pt x="60" y="184"/>
                    </a:lnTo>
                    <a:lnTo>
                      <a:pt x="81" y="176"/>
                    </a:lnTo>
                    <a:lnTo>
                      <a:pt x="79" y="175"/>
                    </a:lnTo>
                    <a:lnTo>
                      <a:pt x="74" y="173"/>
                    </a:lnTo>
                    <a:lnTo>
                      <a:pt x="73" y="172"/>
                    </a:lnTo>
                    <a:lnTo>
                      <a:pt x="70" y="168"/>
                    </a:lnTo>
                    <a:lnTo>
                      <a:pt x="50" y="115"/>
                    </a:lnTo>
                    <a:lnTo>
                      <a:pt x="50" y="80"/>
                    </a:lnTo>
                    <a:lnTo>
                      <a:pt x="99" y="61"/>
                    </a:lnTo>
                    <a:lnTo>
                      <a:pt x="104" y="61"/>
                    </a:lnTo>
                    <a:lnTo>
                      <a:pt x="107" y="62"/>
                    </a:lnTo>
                    <a:lnTo>
                      <a:pt x="111" y="65"/>
                    </a:lnTo>
                    <a:lnTo>
                      <a:pt x="114" y="69"/>
                    </a:lnTo>
                    <a:lnTo>
                      <a:pt x="144" y="146"/>
                    </a:lnTo>
                    <a:lnTo>
                      <a:pt x="144" y="149"/>
                    </a:lnTo>
                    <a:lnTo>
                      <a:pt x="144" y="153"/>
                    </a:lnTo>
                    <a:lnTo>
                      <a:pt x="144" y="156"/>
                    </a:lnTo>
                    <a:lnTo>
                      <a:pt x="141" y="158"/>
                    </a:lnTo>
                    <a:lnTo>
                      <a:pt x="168" y="228"/>
                    </a:lnTo>
                    <a:lnTo>
                      <a:pt x="168" y="347"/>
                    </a:lnTo>
                    <a:lnTo>
                      <a:pt x="163" y="348"/>
                    </a:lnTo>
                    <a:lnTo>
                      <a:pt x="157" y="349"/>
                    </a:lnTo>
                    <a:lnTo>
                      <a:pt x="154" y="353"/>
                    </a:lnTo>
                    <a:lnTo>
                      <a:pt x="153" y="357"/>
                    </a:lnTo>
                    <a:lnTo>
                      <a:pt x="153" y="363"/>
                    </a:lnTo>
                    <a:lnTo>
                      <a:pt x="150" y="359"/>
                    </a:lnTo>
                    <a:lnTo>
                      <a:pt x="145" y="357"/>
                    </a:lnTo>
                    <a:lnTo>
                      <a:pt x="141" y="356"/>
                    </a:lnTo>
                    <a:lnTo>
                      <a:pt x="135" y="357"/>
                    </a:lnTo>
                    <a:lnTo>
                      <a:pt x="131" y="360"/>
                    </a:lnTo>
                    <a:lnTo>
                      <a:pt x="129" y="366"/>
                    </a:lnTo>
                    <a:lnTo>
                      <a:pt x="127" y="370"/>
                    </a:lnTo>
                    <a:lnTo>
                      <a:pt x="127" y="376"/>
                    </a:lnTo>
                    <a:lnTo>
                      <a:pt x="130" y="381"/>
                    </a:lnTo>
                    <a:lnTo>
                      <a:pt x="168" y="405"/>
                    </a:lnTo>
                    <a:lnTo>
                      <a:pt x="168" y="413"/>
                    </a:lnTo>
                    <a:lnTo>
                      <a:pt x="125" y="385"/>
                    </a:lnTo>
                    <a:close/>
                    <a:moveTo>
                      <a:pt x="50" y="0"/>
                    </a:moveTo>
                    <a:lnTo>
                      <a:pt x="50" y="77"/>
                    </a:lnTo>
                    <a:lnTo>
                      <a:pt x="95" y="49"/>
                    </a:lnTo>
                    <a:lnTo>
                      <a:pt x="87" y="28"/>
                    </a:lnTo>
                    <a:lnTo>
                      <a:pt x="84" y="23"/>
                    </a:lnTo>
                    <a:lnTo>
                      <a:pt x="81" y="18"/>
                    </a:lnTo>
                    <a:lnTo>
                      <a:pt x="77" y="14"/>
                    </a:lnTo>
                    <a:lnTo>
                      <a:pt x="72" y="10"/>
                    </a:lnTo>
                    <a:lnTo>
                      <a:pt x="68" y="5"/>
                    </a:lnTo>
                    <a:lnTo>
                      <a:pt x="62" y="3"/>
                    </a:lnTo>
                    <a:lnTo>
                      <a:pt x="56" y="1"/>
                    </a:lnTo>
                    <a:lnTo>
                      <a:pt x="50" y="0"/>
                    </a:lnTo>
                    <a:close/>
                    <a:moveTo>
                      <a:pt x="50" y="194"/>
                    </a:moveTo>
                    <a:lnTo>
                      <a:pt x="50" y="194"/>
                    </a:lnTo>
                    <a:lnTo>
                      <a:pt x="45" y="191"/>
                    </a:lnTo>
                    <a:lnTo>
                      <a:pt x="41" y="186"/>
                    </a:lnTo>
                    <a:lnTo>
                      <a:pt x="11" y="108"/>
                    </a:lnTo>
                    <a:lnTo>
                      <a:pt x="9" y="104"/>
                    </a:lnTo>
                    <a:lnTo>
                      <a:pt x="11" y="99"/>
                    </a:lnTo>
                    <a:lnTo>
                      <a:pt x="12" y="96"/>
                    </a:lnTo>
                    <a:lnTo>
                      <a:pt x="16" y="92"/>
                    </a:lnTo>
                    <a:lnTo>
                      <a:pt x="4" y="61"/>
                    </a:lnTo>
                    <a:lnTo>
                      <a:pt x="1" y="53"/>
                    </a:lnTo>
                    <a:lnTo>
                      <a:pt x="0" y="43"/>
                    </a:lnTo>
                    <a:lnTo>
                      <a:pt x="1" y="35"/>
                    </a:lnTo>
                    <a:lnTo>
                      <a:pt x="4" y="27"/>
                    </a:lnTo>
                    <a:lnTo>
                      <a:pt x="8" y="19"/>
                    </a:lnTo>
                    <a:lnTo>
                      <a:pt x="15" y="12"/>
                    </a:lnTo>
                    <a:lnTo>
                      <a:pt x="22" y="7"/>
                    </a:lnTo>
                    <a:lnTo>
                      <a:pt x="30" y="3"/>
                    </a:lnTo>
                    <a:lnTo>
                      <a:pt x="39" y="0"/>
                    </a:lnTo>
                    <a:lnTo>
                      <a:pt x="50" y="0"/>
                    </a:lnTo>
                    <a:lnTo>
                      <a:pt x="50" y="77"/>
                    </a:lnTo>
                    <a:lnTo>
                      <a:pt x="43" y="81"/>
                    </a:lnTo>
                    <a:lnTo>
                      <a:pt x="50" y="80"/>
                    </a:lnTo>
                    <a:lnTo>
                      <a:pt x="50" y="115"/>
                    </a:lnTo>
                    <a:lnTo>
                      <a:pt x="45" y="100"/>
                    </a:lnTo>
                    <a:lnTo>
                      <a:pt x="43" y="98"/>
                    </a:lnTo>
                    <a:lnTo>
                      <a:pt x="45" y="93"/>
                    </a:lnTo>
                    <a:lnTo>
                      <a:pt x="46" y="91"/>
                    </a:lnTo>
                    <a:lnTo>
                      <a:pt x="47" y="88"/>
                    </a:lnTo>
                    <a:lnTo>
                      <a:pt x="26" y="96"/>
                    </a:lnTo>
                    <a:lnTo>
                      <a:pt x="22" y="99"/>
                    </a:lnTo>
                    <a:lnTo>
                      <a:pt x="19" y="103"/>
                    </a:lnTo>
                    <a:lnTo>
                      <a:pt x="19" y="107"/>
                    </a:lnTo>
                    <a:lnTo>
                      <a:pt x="19" y="111"/>
                    </a:lnTo>
                    <a:lnTo>
                      <a:pt x="45" y="177"/>
                    </a:lnTo>
                    <a:lnTo>
                      <a:pt x="47" y="181"/>
                    </a:lnTo>
                    <a:lnTo>
                      <a:pt x="50" y="183"/>
                    </a:lnTo>
                    <a:lnTo>
                      <a:pt x="50" y="194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50" name="ïṣľíďê">
                <a:extLst>
                  <a:ext uri="{FF2B5EF4-FFF2-40B4-BE49-F238E27FC236}">
                    <a16:creationId xmlns:a16="http://schemas.microsoft.com/office/drawing/2014/main" id="{F873048D-B3A5-C0D2-C1BC-0D1DFF774E1F}"/>
                  </a:ext>
                </a:extLst>
              </p:cNvPr>
              <p:cNvSpPr/>
              <p:nvPr/>
            </p:nvSpPr>
            <p:spPr bwMode="auto">
              <a:xfrm>
                <a:off x="1756666" y="2980837"/>
                <a:ext cx="516390" cy="519259"/>
              </a:xfrm>
              <a:custGeom>
                <a:avLst/>
                <a:gdLst>
                  <a:gd name="T0" fmla="*/ 180 w 360"/>
                  <a:gd name="T1" fmla="*/ 0 h 362"/>
                  <a:gd name="T2" fmla="*/ 232 w 360"/>
                  <a:gd name="T3" fmla="*/ 8 h 362"/>
                  <a:gd name="T4" fmla="*/ 280 w 360"/>
                  <a:gd name="T5" fmla="*/ 31 h 362"/>
                  <a:gd name="T6" fmla="*/ 319 w 360"/>
                  <a:gd name="T7" fmla="*/ 67 h 362"/>
                  <a:gd name="T8" fmla="*/ 346 w 360"/>
                  <a:gd name="T9" fmla="*/ 111 h 362"/>
                  <a:gd name="T10" fmla="*/ 358 w 360"/>
                  <a:gd name="T11" fmla="*/ 163 h 362"/>
                  <a:gd name="T12" fmla="*/ 358 w 360"/>
                  <a:gd name="T13" fmla="*/ 199 h 362"/>
                  <a:gd name="T14" fmla="*/ 346 w 360"/>
                  <a:gd name="T15" fmla="*/ 251 h 362"/>
                  <a:gd name="T16" fmla="*/ 319 w 360"/>
                  <a:gd name="T17" fmla="*/ 295 h 362"/>
                  <a:gd name="T18" fmla="*/ 280 w 360"/>
                  <a:gd name="T19" fmla="*/ 331 h 362"/>
                  <a:gd name="T20" fmla="*/ 232 w 360"/>
                  <a:gd name="T21" fmla="*/ 354 h 362"/>
                  <a:gd name="T22" fmla="*/ 180 w 360"/>
                  <a:gd name="T23" fmla="*/ 362 h 362"/>
                  <a:gd name="T24" fmla="*/ 180 w 360"/>
                  <a:gd name="T25" fmla="*/ 314 h 362"/>
                  <a:gd name="T26" fmla="*/ 193 w 360"/>
                  <a:gd name="T27" fmla="*/ 318 h 362"/>
                  <a:gd name="T28" fmla="*/ 201 w 360"/>
                  <a:gd name="T29" fmla="*/ 329 h 362"/>
                  <a:gd name="T30" fmla="*/ 237 w 360"/>
                  <a:gd name="T31" fmla="*/ 320 h 362"/>
                  <a:gd name="T32" fmla="*/ 268 w 360"/>
                  <a:gd name="T33" fmla="*/ 302 h 362"/>
                  <a:gd name="T34" fmla="*/ 293 w 360"/>
                  <a:gd name="T35" fmla="*/ 278 h 362"/>
                  <a:gd name="T36" fmla="*/ 312 w 360"/>
                  <a:gd name="T37" fmla="*/ 248 h 362"/>
                  <a:gd name="T38" fmla="*/ 325 w 360"/>
                  <a:gd name="T39" fmla="*/ 215 h 362"/>
                  <a:gd name="T40" fmla="*/ 322 w 360"/>
                  <a:gd name="T41" fmla="*/ 199 h 362"/>
                  <a:gd name="T42" fmla="*/ 312 w 360"/>
                  <a:gd name="T43" fmla="*/ 180 h 362"/>
                  <a:gd name="T44" fmla="*/ 316 w 360"/>
                  <a:gd name="T45" fmla="*/ 167 h 362"/>
                  <a:gd name="T46" fmla="*/ 327 w 360"/>
                  <a:gd name="T47" fmla="*/ 159 h 362"/>
                  <a:gd name="T48" fmla="*/ 318 w 360"/>
                  <a:gd name="T49" fmla="*/ 123 h 362"/>
                  <a:gd name="T50" fmla="*/ 300 w 360"/>
                  <a:gd name="T51" fmla="*/ 94 h 362"/>
                  <a:gd name="T52" fmla="*/ 277 w 360"/>
                  <a:gd name="T53" fmla="*/ 67 h 362"/>
                  <a:gd name="T54" fmla="*/ 247 w 360"/>
                  <a:gd name="T55" fmla="*/ 48 h 362"/>
                  <a:gd name="T56" fmla="*/ 214 w 360"/>
                  <a:gd name="T57" fmla="*/ 35 h 362"/>
                  <a:gd name="T58" fmla="*/ 199 w 360"/>
                  <a:gd name="T59" fmla="*/ 39 h 362"/>
                  <a:gd name="T60" fmla="*/ 180 w 360"/>
                  <a:gd name="T61" fmla="*/ 48 h 362"/>
                  <a:gd name="T62" fmla="*/ 180 w 360"/>
                  <a:gd name="T63" fmla="*/ 0 h 362"/>
                  <a:gd name="T64" fmla="*/ 180 w 360"/>
                  <a:gd name="T65" fmla="*/ 48 h 362"/>
                  <a:gd name="T66" fmla="*/ 161 w 360"/>
                  <a:gd name="T67" fmla="*/ 39 h 362"/>
                  <a:gd name="T68" fmla="*/ 146 w 360"/>
                  <a:gd name="T69" fmla="*/ 35 h 362"/>
                  <a:gd name="T70" fmla="*/ 112 w 360"/>
                  <a:gd name="T71" fmla="*/ 48 h 362"/>
                  <a:gd name="T72" fmla="*/ 82 w 360"/>
                  <a:gd name="T73" fmla="*/ 67 h 362"/>
                  <a:gd name="T74" fmla="*/ 59 w 360"/>
                  <a:gd name="T75" fmla="*/ 94 h 362"/>
                  <a:gd name="T76" fmla="*/ 42 w 360"/>
                  <a:gd name="T77" fmla="*/ 123 h 362"/>
                  <a:gd name="T78" fmla="*/ 32 w 360"/>
                  <a:gd name="T79" fmla="*/ 159 h 362"/>
                  <a:gd name="T80" fmla="*/ 43 w 360"/>
                  <a:gd name="T81" fmla="*/ 167 h 362"/>
                  <a:gd name="T82" fmla="*/ 47 w 360"/>
                  <a:gd name="T83" fmla="*/ 180 h 362"/>
                  <a:gd name="T84" fmla="*/ 37 w 360"/>
                  <a:gd name="T85" fmla="*/ 199 h 362"/>
                  <a:gd name="T86" fmla="*/ 33 w 360"/>
                  <a:gd name="T87" fmla="*/ 215 h 362"/>
                  <a:gd name="T88" fmla="*/ 46 w 360"/>
                  <a:gd name="T89" fmla="*/ 248 h 362"/>
                  <a:gd name="T90" fmla="*/ 66 w 360"/>
                  <a:gd name="T91" fmla="*/ 278 h 362"/>
                  <a:gd name="T92" fmla="*/ 92 w 360"/>
                  <a:gd name="T93" fmla="*/ 302 h 362"/>
                  <a:gd name="T94" fmla="*/ 123 w 360"/>
                  <a:gd name="T95" fmla="*/ 320 h 362"/>
                  <a:gd name="T96" fmla="*/ 158 w 360"/>
                  <a:gd name="T97" fmla="*/ 329 h 362"/>
                  <a:gd name="T98" fmla="*/ 161 w 360"/>
                  <a:gd name="T99" fmla="*/ 322 h 362"/>
                  <a:gd name="T100" fmla="*/ 180 w 360"/>
                  <a:gd name="T101" fmla="*/ 314 h 362"/>
                  <a:gd name="T102" fmla="*/ 180 w 360"/>
                  <a:gd name="T103" fmla="*/ 362 h 362"/>
                  <a:gd name="T104" fmla="*/ 126 w 360"/>
                  <a:gd name="T105" fmla="*/ 354 h 362"/>
                  <a:gd name="T106" fmla="*/ 78 w 360"/>
                  <a:gd name="T107" fmla="*/ 331 h 362"/>
                  <a:gd name="T108" fmla="*/ 40 w 360"/>
                  <a:gd name="T109" fmla="*/ 295 h 362"/>
                  <a:gd name="T110" fmla="*/ 13 w 360"/>
                  <a:gd name="T111" fmla="*/ 251 h 362"/>
                  <a:gd name="T112" fmla="*/ 0 w 360"/>
                  <a:gd name="T113" fmla="*/ 199 h 362"/>
                  <a:gd name="T114" fmla="*/ 0 w 360"/>
                  <a:gd name="T115" fmla="*/ 163 h 362"/>
                  <a:gd name="T116" fmla="*/ 13 w 360"/>
                  <a:gd name="T117" fmla="*/ 111 h 362"/>
                  <a:gd name="T118" fmla="*/ 40 w 360"/>
                  <a:gd name="T119" fmla="*/ 67 h 362"/>
                  <a:gd name="T120" fmla="*/ 78 w 360"/>
                  <a:gd name="T121" fmla="*/ 31 h 362"/>
                  <a:gd name="T122" fmla="*/ 126 w 360"/>
                  <a:gd name="T123" fmla="*/ 8 h 362"/>
                  <a:gd name="T124" fmla="*/ 180 w 360"/>
                  <a:gd name="T125" fmla="*/ 0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60" h="362">
                    <a:moveTo>
                      <a:pt x="180" y="0"/>
                    </a:moveTo>
                    <a:lnTo>
                      <a:pt x="180" y="0"/>
                    </a:lnTo>
                    <a:lnTo>
                      <a:pt x="180" y="0"/>
                    </a:lnTo>
                    <a:lnTo>
                      <a:pt x="197" y="2"/>
                    </a:lnTo>
                    <a:lnTo>
                      <a:pt x="216" y="4"/>
                    </a:lnTo>
                    <a:lnTo>
                      <a:pt x="232" y="8"/>
                    </a:lnTo>
                    <a:lnTo>
                      <a:pt x="250" y="15"/>
                    </a:lnTo>
                    <a:lnTo>
                      <a:pt x="265" y="22"/>
                    </a:lnTo>
                    <a:lnTo>
                      <a:pt x="280" y="31"/>
                    </a:lnTo>
                    <a:lnTo>
                      <a:pt x="295" y="42"/>
                    </a:lnTo>
                    <a:lnTo>
                      <a:pt x="307" y="53"/>
                    </a:lnTo>
                    <a:lnTo>
                      <a:pt x="319" y="67"/>
                    </a:lnTo>
                    <a:lnTo>
                      <a:pt x="329" y="80"/>
                    </a:lnTo>
                    <a:lnTo>
                      <a:pt x="338" y="95"/>
                    </a:lnTo>
                    <a:lnTo>
                      <a:pt x="346" y="111"/>
                    </a:lnTo>
                    <a:lnTo>
                      <a:pt x="352" y="127"/>
                    </a:lnTo>
                    <a:lnTo>
                      <a:pt x="356" y="145"/>
                    </a:lnTo>
                    <a:lnTo>
                      <a:pt x="358" y="163"/>
                    </a:lnTo>
                    <a:lnTo>
                      <a:pt x="360" y="180"/>
                    </a:lnTo>
                    <a:lnTo>
                      <a:pt x="360" y="180"/>
                    </a:lnTo>
                    <a:lnTo>
                      <a:pt x="358" y="199"/>
                    </a:lnTo>
                    <a:lnTo>
                      <a:pt x="356" y="217"/>
                    </a:lnTo>
                    <a:lnTo>
                      <a:pt x="352" y="234"/>
                    </a:lnTo>
                    <a:lnTo>
                      <a:pt x="346" y="251"/>
                    </a:lnTo>
                    <a:lnTo>
                      <a:pt x="338" y="267"/>
                    </a:lnTo>
                    <a:lnTo>
                      <a:pt x="329" y="282"/>
                    </a:lnTo>
                    <a:lnTo>
                      <a:pt x="319" y="295"/>
                    </a:lnTo>
                    <a:lnTo>
                      <a:pt x="307" y="309"/>
                    </a:lnTo>
                    <a:lnTo>
                      <a:pt x="295" y="320"/>
                    </a:lnTo>
                    <a:lnTo>
                      <a:pt x="280" y="331"/>
                    </a:lnTo>
                    <a:lnTo>
                      <a:pt x="265" y="340"/>
                    </a:lnTo>
                    <a:lnTo>
                      <a:pt x="250" y="347"/>
                    </a:lnTo>
                    <a:lnTo>
                      <a:pt x="232" y="354"/>
                    </a:lnTo>
                    <a:lnTo>
                      <a:pt x="216" y="358"/>
                    </a:lnTo>
                    <a:lnTo>
                      <a:pt x="197" y="360"/>
                    </a:lnTo>
                    <a:lnTo>
                      <a:pt x="180" y="362"/>
                    </a:lnTo>
                    <a:lnTo>
                      <a:pt x="180" y="362"/>
                    </a:lnTo>
                    <a:lnTo>
                      <a:pt x="180" y="314"/>
                    </a:lnTo>
                    <a:lnTo>
                      <a:pt x="180" y="314"/>
                    </a:lnTo>
                    <a:lnTo>
                      <a:pt x="180" y="314"/>
                    </a:lnTo>
                    <a:lnTo>
                      <a:pt x="186" y="314"/>
                    </a:lnTo>
                    <a:lnTo>
                      <a:pt x="193" y="318"/>
                    </a:lnTo>
                    <a:lnTo>
                      <a:pt x="199" y="322"/>
                    </a:lnTo>
                    <a:lnTo>
                      <a:pt x="201" y="329"/>
                    </a:lnTo>
                    <a:lnTo>
                      <a:pt x="201" y="329"/>
                    </a:lnTo>
                    <a:lnTo>
                      <a:pt x="214" y="327"/>
                    </a:lnTo>
                    <a:lnTo>
                      <a:pt x="226" y="324"/>
                    </a:lnTo>
                    <a:lnTo>
                      <a:pt x="237" y="320"/>
                    </a:lnTo>
                    <a:lnTo>
                      <a:pt x="247" y="314"/>
                    </a:lnTo>
                    <a:lnTo>
                      <a:pt x="258" y="309"/>
                    </a:lnTo>
                    <a:lnTo>
                      <a:pt x="268" y="302"/>
                    </a:lnTo>
                    <a:lnTo>
                      <a:pt x="277" y="294"/>
                    </a:lnTo>
                    <a:lnTo>
                      <a:pt x="285" y="286"/>
                    </a:lnTo>
                    <a:lnTo>
                      <a:pt x="293" y="278"/>
                    </a:lnTo>
                    <a:lnTo>
                      <a:pt x="300" y="268"/>
                    </a:lnTo>
                    <a:lnTo>
                      <a:pt x="307" y="259"/>
                    </a:lnTo>
                    <a:lnTo>
                      <a:pt x="312" y="248"/>
                    </a:lnTo>
                    <a:lnTo>
                      <a:pt x="318" y="237"/>
                    </a:lnTo>
                    <a:lnTo>
                      <a:pt x="322" y="226"/>
                    </a:lnTo>
                    <a:lnTo>
                      <a:pt x="325" y="215"/>
                    </a:lnTo>
                    <a:lnTo>
                      <a:pt x="327" y="203"/>
                    </a:lnTo>
                    <a:lnTo>
                      <a:pt x="327" y="203"/>
                    </a:lnTo>
                    <a:lnTo>
                      <a:pt x="322" y="199"/>
                    </a:lnTo>
                    <a:lnTo>
                      <a:pt x="316" y="194"/>
                    </a:lnTo>
                    <a:lnTo>
                      <a:pt x="314" y="188"/>
                    </a:lnTo>
                    <a:lnTo>
                      <a:pt x="312" y="180"/>
                    </a:lnTo>
                    <a:lnTo>
                      <a:pt x="312" y="180"/>
                    </a:lnTo>
                    <a:lnTo>
                      <a:pt x="314" y="174"/>
                    </a:lnTo>
                    <a:lnTo>
                      <a:pt x="316" y="167"/>
                    </a:lnTo>
                    <a:lnTo>
                      <a:pt x="322" y="163"/>
                    </a:lnTo>
                    <a:lnTo>
                      <a:pt x="327" y="159"/>
                    </a:lnTo>
                    <a:lnTo>
                      <a:pt x="327" y="159"/>
                    </a:lnTo>
                    <a:lnTo>
                      <a:pt x="325" y="146"/>
                    </a:lnTo>
                    <a:lnTo>
                      <a:pt x="322" y="136"/>
                    </a:lnTo>
                    <a:lnTo>
                      <a:pt x="318" y="123"/>
                    </a:lnTo>
                    <a:lnTo>
                      <a:pt x="312" y="113"/>
                    </a:lnTo>
                    <a:lnTo>
                      <a:pt x="307" y="103"/>
                    </a:lnTo>
                    <a:lnTo>
                      <a:pt x="300" y="94"/>
                    </a:lnTo>
                    <a:lnTo>
                      <a:pt x="293" y="84"/>
                    </a:lnTo>
                    <a:lnTo>
                      <a:pt x="285" y="75"/>
                    </a:lnTo>
                    <a:lnTo>
                      <a:pt x="277" y="67"/>
                    </a:lnTo>
                    <a:lnTo>
                      <a:pt x="268" y="60"/>
                    </a:lnTo>
                    <a:lnTo>
                      <a:pt x="258" y="53"/>
                    </a:lnTo>
                    <a:lnTo>
                      <a:pt x="247" y="48"/>
                    </a:lnTo>
                    <a:lnTo>
                      <a:pt x="237" y="42"/>
                    </a:lnTo>
                    <a:lnTo>
                      <a:pt x="226" y="38"/>
                    </a:lnTo>
                    <a:lnTo>
                      <a:pt x="214" y="35"/>
                    </a:lnTo>
                    <a:lnTo>
                      <a:pt x="201" y="33"/>
                    </a:lnTo>
                    <a:lnTo>
                      <a:pt x="201" y="33"/>
                    </a:lnTo>
                    <a:lnTo>
                      <a:pt x="199" y="39"/>
                    </a:lnTo>
                    <a:lnTo>
                      <a:pt x="193" y="44"/>
                    </a:lnTo>
                    <a:lnTo>
                      <a:pt x="186" y="46"/>
                    </a:lnTo>
                    <a:lnTo>
                      <a:pt x="180" y="48"/>
                    </a:lnTo>
                    <a:lnTo>
                      <a:pt x="180" y="48"/>
                    </a:lnTo>
                    <a:lnTo>
                      <a:pt x="180" y="0"/>
                    </a:lnTo>
                    <a:close/>
                    <a:moveTo>
                      <a:pt x="180" y="0"/>
                    </a:moveTo>
                    <a:lnTo>
                      <a:pt x="180" y="0"/>
                    </a:lnTo>
                    <a:lnTo>
                      <a:pt x="180" y="48"/>
                    </a:lnTo>
                    <a:lnTo>
                      <a:pt x="180" y="48"/>
                    </a:lnTo>
                    <a:lnTo>
                      <a:pt x="173" y="46"/>
                    </a:lnTo>
                    <a:lnTo>
                      <a:pt x="166" y="44"/>
                    </a:lnTo>
                    <a:lnTo>
                      <a:pt x="161" y="39"/>
                    </a:lnTo>
                    <a:lnTo>
                      <a:pt x="158" y="33"/>
                    </a:lnTo>
                    <a:lnTo>
                      <a:pt x="158" y="33"/>
                    </a:lnTo>
                    <a:lnTo>
                      <a:pt x="146" y="35"/>
                    </a:lnTo>
                    <a:lnTo>
                      <a:pt x="134" y="38"/>
                    </a:lnTo>
                    <a:lnTo>
                      <a:pt x="123" y="42"/>
                    </a:lnTo>
                    <a:lnTo>
                      <a:pt x="112" y="48"/>
                    </a:lnTo>
                    <a:lnTo>
                      <a:pt x="101" y="53"/>
                    </a:lnTo>
                    <a:lnTo>
                      <a:pt x="92" y="60"/>
                    </a:lnTo>
                    <a:lnTo>
                      <a:pt x="82" y="67"/>
                    </a:lnTo>
                    <a:lnTo>
                      <a:pt x="74" y="75"/>
                    </a:lnTo>
                    <a:lnTo>
                      <a:pt x="66" y="84"/>
                    </a:lnTo>
                    <a:lnTo>
                      <a:pt x="59" y="94"/>
                    </a:lnTo>
                    <a:lnTo>
                      <a:pt x="52" y="103"/>
                    </a:lnTo>
                    <a:lnTo>
                      <a:pt x="46" y="113"/>
                    </a:lnTo>
                    <a:lnTo>
                      <a:pt x="42" y="123"/>
                    </a:lnTo>
                    <a:lnTo>
                      <a:pt x="37" y="136"/>
                    </a:lnTo>
                    <a:lnTo>
                      <a:pt x="33" y="146"/>
                    </a:lnTo>
                    <a:lnTo>
                      <a:pt x="32" y="159"/>
                    </a:lnTo>
                    <a:lnTo>
                      <a:pt x="32" y="159"/>
                    </a:lnTo>
                    <a:lnTo>
                      <a:pt x="37" y="163"/>
                    </a:lnTo>
                    <a:lnTo>
                      <a:pt x="43" y="167"/>
                    </a:lnTo>
                    <a:lnTo>
                      <a:pt x="46" y="174"/>
                    </a:lnTo>
                    <a:lnTo>
                      <a:pt x="47" y="180"/>
                    </a:lnTo>
                    <a:lnTo>
                      <a:pt x="47" y="180"/>
                    </a:lnTo>
                    <a:lnTo>
                      <a:pt x="46" y="188"/>
                    </a:lnTo>
                    <a:lnTo>
                      <a:pt x="43" y="194"/>
                    </a:lnTo>
                    <a:lnTo>
                      <a:pt x="37" y="199"/>
                    </a:lnTo>
                    <a:lnTo>
                      <a:pt x="32" y="203"/>
                    </a:lnTo>
                    <a:lnTo>
                      <a:pt x="32" y="203"/>
                    </a:lnTo>
                    <a:lnTo>
                      <a:pt x="33" y="215"/>
                    </a:lnTo>
                    <a:lnTo>
                      <a:pt x="37" y="226"/>
                    </a:lnTo>
                    <a:lnTo>
                      <a:pt x="42" y="237"/>
                    </a:lnTo>
                    <a:lnTo>
                      <a:pt x="46" y="248"/>
                    </a:lnTo>
                    <a:lnTo>
                      <a:pt x="52" y="259"/>
                    </a:lnTo>
                    <a:lnTo>
                      <a:pt x="59" y="268"/>
                    </a:lnTo>
                    <a:lnTo>
                      <a:pt x="66" y="278"/>
                    </a:lnTo>
                    <a:lnTo>
                      <a:pt x="74" y="286"/>
                    </a:lnTo>
                    <a:lnTo>
                      <a:pt x="82" y="294"/>
                    </a:lnTo>
                    <a:lnTo>
                      <a:pt x="92" y="302"/>
                    </a:lnTo>
                    <a:lnTo>
                      <a:pt x="101" y="309"/>
                    </a:lnTo>
                    <a:lnTo>
                      <a:pt x="112" y="314"/>
                    </a:lnTo>
                    <a:lnTo>
                      <a:pt x="123" y="320"/>
                    </a:lnTo>
                    <a:lnTo>
                      <a:pt x="134" y="324"/>
                    </a:lnTo>
                    <a:lnTo>
                      <a:pt x="146" y="327"/>
                    </a:lnTo>
                    <a:lnTo>
                      <a:pt x="158" y="329"/>
                    </a:lnTo>
                    <a:lnTo>
                      <a:pt x="158" y="329"/>
                    </a:lnTo>
                    <a:lnTo>
                      <a:pt x="158" y="329"/>
                    </a:lnTo>
                    <a:lnTo>
                      <a:pt x="161" y="322"/>
                    </a:lnTo>
                    <a:lnTo>
                      <a:pt x="166" y="318"/>
                    </a:lnTo>
                    <a:lnTo>
                      <a:pt x="173" y="314"/>
                    </a:lnTo>
                    <a:lnTo>
                      <a:pt x="180" y="314"/>
                    </a:lnTo>
                    <a:lnTo>
                      <a:pt x="180" y="362"/>
                    </a:lnTo>
                    <a:lnTo>
                      <a:pt x="180" y="362"/>
                    </a:lnTo>
                    <a:lnTo>
                      <a:pt x="180" y="362"/>
                    </a:lnTo>
                    <a:lnTo>
                      <a:pt x="161" y="360"/>
                    </a:lnTo>
                    <a:lnTo>
                      <a:pt x="143" y="358"/>
                    </a:lnTo>
                    <a:lnTo>
                      <a:pt x="126" y="354"/>
                    </a:lnTo>
                    <a:lnTo>
                      <a:pt x="109" y="347"/>
                    </a:lnTo>
                    <a:lnTo>
                      <a:pt x="93" y="340"/>
                    </a:lnTo>
                    <a:lnTo>
                      <a:pt x="78" y="331"/>
                    </a:lnTo>
                    <a:lnTo>
                      <a:pt x="65" y="320"/>
                    </a:lnTo>
                    <a:lnTo>
                      <a:pt x="52" y="309"/>
                    </a:lnTo>
                    <a:lnTo>
                      <a:pt x="40" y="295"/>
                    </a:lnTo>
                    <a:lnTo>
                      <a:pt x="29" y="282"/>
                    </a:lnTo>
                    <a:lnTo>
                      <a:pt x="21" y="267"/>
                    </a:lnTo>
                    <a:lnTo>
                      <a:pt x="13" y="251"/>
                    </a:lnTo>
                    <a:lnTo>
                      <a:pt x="8" y="234"/>
                    </a:lnTo>
                    <a:lnTo>
                      <a:pt x="2" y="217"/>
                    </a:lnTo>
                    <a:lnTo>
                      <a:pt x="0" y="199"/>
                    </a:lnTo>
                    <a:lnTo>
                      <a:pt x="0" y="180"/>
                    </a:lnTo>
                    <a:lnTo>
                      <a:pt x="0" y="180"/>
                    </a:lnTo>
                    <a:lnTo>
                      <a:pt x="0" y="163"/>
                    </a:lnTo>
                    <a:lnTo>
                      <a:pt x="2" y="145"/>
                    </a:lnTo>
                    <a:lnTo>
                      <a:pt x="8" y="127"/>
                    </a:lnTo>
                    <a:lnTo>
                      <a:pt x="13" y="111"/>
                    </a:lnTo>
                    <a:lnTo>
                      <a:pt x="21" y="95"/>
                    </a:lnTo>
                    <a:lnTo>
                      <a:pt x="29" y="80"/>
                    </a:lnTo>
                    <a:lnTo>
                      <a:pt x="40" y="67"/>
                    </a:lnTo>
                    <a:lnTo>
                      <a:pt x="52" y="53"/>
                    </a:lnTo>
                    <a:lnTo>
                      <a:pt x="65" y="42"/>
                    </a:lnTo>
                    <a:lnTo>
                      <a:pt x="78" y="31"/>
                    </a:lnTo>
                    <a:lnTo>
                      <a:pt x="93" y="22"/>
                    </a:lnTo>
                    <a:lnTo>
                      <a:pt x="109" y="15"/>
                    </a:lnTo>
                    <a:lnTo>
                      <a:pt x="126" y="8"/>
                    </a:lnTo>
                    <a:lnTo>
                      <a:pt x="143" y="4"/>
                    </a:lnTo>
                    <a:lnTo>
                      <a:pt x="161" y="2"/>
                    </a:lnTo>
                    <a:lnTo>
                      <a:pt x="180" y="0"/>
                    </a:lnTo>
                    <a:lnTo>
                      <a:pt x="180" y="0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51" name="íŝḻîde">
                <a:extLst>
                  <a:ext uri="{FF2B5EF4-FFF2-40B4-BE49-F238E27FC236}">
                    <a16:creationId xmlns:a16="http://schemas.microsoft.com/office/drawing/2014/main" id="{12E888D7-7FDB-67DB-1068-27C318212C8E}"/>
                  </a:ext>
                </a:extLst>
              </p:cNvPr>
              <p:cNvSpPr/>
              <p:nvPr/>
            </p:nvSpPr>
            <p:spPr bwMode="auto">
              <a:xfrm>
                <a:off x="1918756" y="3144361"/>
                <a:ext cx="258195" cy="136270"/>
              </a:xfrm>
              <a:custGeom>
                <a:avLst/>
                <a:gdLst>
                  <a:gd name="T0" fmla="*/ 13 w 180"/>
                  <a:gd name="T1" fmla="*/ 0 h 95"/>
                  <a:gd name="T2" fmla="*/ 54 w 180"/>
                  <a:gd name="T3" fmla="*/ 42 h 95"/>
                  <a:gd name="T4" fmla="*/ 54 w 180"/>
                  <a:gd name="T5" fmla="*/ 42 h 95"/>
                  <a:gd name="T6" fmla="*/ 60 w 180"/>
                  <a:gd name="T7" fmla="*/ 39 h 95"/>
                  <a:gd name="T8" fmla="*/ 67 w 180"/>
                  <a:gd name="T9" fmla="*/ 39 h 95"/>
                  <a:gd name="T10" fmla="*/ 67 w 180"/>
                  <a:gd name="T11" fmla="*/ 39 h 95"/>
                  <a:gd name="T12" fmla="*/ 75 w 180"/>
                  <a:gd name="T13" fmla="*/ 41 h 95"/>
                  <a:gd name="T14" fmla="*/ 83 w 180"/>
                  <a:gd name="T15" fmla="*/ 45 h 95"/>
                  <a:gd name="T16" fmla="*/ 88 w 180"/>
                  <a:gd name="T17" fmla="*/ 50 h 95"/>
                  <a:gd name="T18" fmla="*/ 92 w 180"/>
                  <a:gd name="T19" fmla="*/ 58 h 95"/>
                  <a:gd name="T20" fmla="*/ 180 w 180"/>
                  <a:gd name="T21" fmla="*/ 58 h 95"/>
                  <a:gd name="T22" fmla="*/ 180 w 180"/>
                  <a:gd name="T23" fmla="*/ 76 h 95"/>
                  <a:gd name="T24" fmla="*/ 92 w 180"/>
                  <a:gd name="T25" fmla="*/ 76 h 95"/>
                  <a:gd name="T26" fmla="*/ 92 w 180"/>
                  <a:gd name="T27" fmla="*/ 76 h 95"/>
                  <a:gd name="T28" fmla="*/ 88 w 180"/>
                  <a:gd name="T29" fmla="*/ 84 h 95"/>
                  <a:gd name="T30" fmla="*/ 83 w 180"/>
                  <a:gd name="T31" fmla="*/ 89 h 95"/>
                  <a:gd name="T32" fmla="*/ 75 w 180"/>
                  <a:gd name="T33" fmla="*/ 93 h 95"/>
                  <a:gd name="T34" fmla="*/ 67 w 180"/>
                  <a:gd name="T35" fmla="*/ 95 h 95"/>
                  <a:gd name="T36" fmla="*/ 67 w 180"/>
                  <a:gd name="T37" fmla="*/ 95 h 95"/>
                  <a:gd name="T38" fmla="*/ 61 w 180"/>
                  <a:gd name="T39" fmla="*/ 95 h 95"/>
                  <a:gd name="T40" fmla="*/ 56 w 180"/>
                  <a:gd name="T41" fmla="*/ 92 h 95"/>
                  <a:gd name="T42" fmla="*/ 50 w 180"/>
                  <a:gd name="T43" fmla="*/ 91 h 95"/>
                  <a:gd name="T44" fmla="*/ 46 w 180"/>
                  <a:gd name="T45" fmla="*/ 87 h 95"/>
                  <a:gd name="T46" fmla="*/ 44 w 180"/>
                  <a:gd name="T47" fmla="*/ 83 h 95"/>
                  <a:gd name="T48" fmla="*/ 41 w 180"/>
                  <a:gd name="T49" fmla="*/ 77 h 95"/>
                  <a:gd name="T50" fmla="*/ 40 w 180"/>
                  <a:gd name="T51" fmla="*/ 73 h 95"/>
                  <a:gd name="T52" fmla="*/ 38 w 180"/>
                  <a:gd name="T53" fmla="*/ 66 h 95"/>
                  <a:gd name="T54" fmla="*/ 38 w 180"/>
                  <a:gd name="T55" fmla="*/ 66 h 95"/>
                  <a:gd name="T56" fmla="*/ 40 w 180"/>
                  <a:gd name="T57" fmla="*/ 61 h 95"/>
                  <a:gd name="T58" fmla="*/ 41 w 180"/>
                  <a:gd name="T59" fmla="*/ 54 h 95"/>
                  <a:gd name="T60" fmla="*/ 0 w 180"/>
                  <a:gd name="T61" fmla="*/ 13 h 95"/>
                  <a:gd name="T62" fmla="*/ 13 w 180"/>
                  <a:gd name="T63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80" h="95">
                    <a:moveTo>
                      <a:pt x="13" y="0"/>
                    </a:moveTo>
                    <a:lnTo>
                      <a:pt x="54" y="42"/>
                    </a:lnTo>
                    <a:lnTo>
                      <a:pt x="54" y="42"/>
                    </a:lnTo>
                    <a:lnTo>
                      <a:pt x="60" y="39"/>
                    </a:lnTo>
                    <a:lnTo>
                      <a:pt x="67" y="39"/>
                    </a:lnTo>
                    <a:lnTo>
                      <a:pt x="67" y="39"/>
                    </a:lnTo>
                    <a:lnTo>
                      <a:pt x="75" y="41"/>
                    </a:lnTo>
                    <a:lnTo>
                      <a:pt x="83" y="45"/>
                    </a:lnTo>
                    <a:lnTo>
                      <a:pt x="88" y="50"/>
                    </a:lnTo>
                    <a:lnTo>
                      <a:pt x="92" y="58"/>
                    </a:lnTo>
                    <a:lnTo>
                      <a:pt x="180" y="58"/>
                    </a:lnTo>
                    <a:lnTo>
                      <a:pt x="180" y="76"/>
                    </a:lnTo>
                    <a:lnTo>
                      <a:pt x="92" y="76"/>
                    </a:lnTo>
                    <a:lnTo>
                      <a:pt x="92" y="76"/>
                    </a:lnTo>
                    <a:lnTo>
                      <a:pt x="88" y="84"/>
                    </a:lnTo>
                    <a:lnTo>
                      <a:pt x="83" y="89"/>
                    </a:lnTo>
                    <a:lnTo>
                      <a:pt x="75" y="93"/>
                    </a:lnTo>
                    <a:lnTo>
                      <a:pt x="67" y="95"/>
                    </a:lnTo>
                    <a:lnTo>
                      <a:pt x="67" y="95"/>
                    </a:lnTo>
                    <a:lnTo>
                      <a:pt x="61" y="95"/>
                    </a:lnTo>
                    <a:lnTo>
                      <a:pt x="56" y="92"/>
                    </a:lnTo>
                    <a:lnTo>
                      <a:pt x="50" y="91"/>
                    </a:lnTo>
                    <a:lnTo>
                      <a:pt x="46" y="87"/>
                    </a:lnTo>
                    <a:lnTo>
                      <a:pt x="44" y="83"/>
                    </a:lnTo>
                    <a:lnTo>
                      <a:pt x="41" y="77"/>
                    </a:lnTo>
                    <a:lnTo>
                      <a:pt x="40" y="73"/>
                    </a:lnTo>
                    <a:lnTo>
                      <a:pt x="38" y="66"/>
                    </a:lnTo>
                    <a:lnTo>
                      <a:pt x="38" y="66"/>
                    </a:lnTo>
                    <a:lnTo>
                      <a:pt x="40" y="61"/>
                    </a:lnTo>
                    <a:lnTo>
                      <a:pt x="41" y="54"/>
                    </a:lnTo>
                    <a:lnTo>
                      <a:pt x="0" y="13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52" name="îśľîďe">
                <a:extLst>
                  <a:ext uri="{FF2B5EF4-FFF2-40B4-BE49-F238E27FC236}">
                    <a16:creationId xmlns:a16="http://schemas.microsoft.com/office/drawing/2014/main" id="{B6783D3C-0CD9-FBAE-A200-613055CCBE97}"/>
                  </a:ext>
                </a:extLst>
              </p:cNvPr>
              <p:cNvSpPr/>
              <p:nvPr/>
            </p:nvSpPr>
            <p:spPr bwMode="auto">
              <a:xfrm>
                <a:off x="1660560" y="3726743"/>
                <a:ext cx="404505" cy="302663"/>
              </a:xfrm>
              <a:custGeom>
                <a:avLst/>
                <a:gdLst>
                  <a:gd name="T0" fmla="*/ 86 w 282"/>
                  <a:gd name="T1" fmla="*/ 0 h 211"/>
                  <a:gd name="T2" fmla="*/ 115 w 282"/>
                  <a:gd name="T3" fmla="*/ 6 h 211"/>
                  <a:gd name="T4" fmla="*/ 141 w 282"/>
                  <a:gd name="T5" fmla="*/ 20 h 211"/>
                  <a:gd name="T6" fmla="*/ 153 w 282"/>
                  <a:gd name="T7" fmla="*/ 11 h 211"/>
                  <a:gd name="T8" fmla="*/ 182 w 282"/>
                  <a:gd name="T9" fmla="*/ 1 h 211"/>
                  <a:gd name="T10" fmla="*/ 198 w 282"/>
                  <a:gd name="T11" fmla="*/ 0 h 211"/>
                  <a:gd name="T12" fmla="*/ 214 w 282"/>
                  <a:gd name="T13" fmla="*/ 1 h 211"/>
                  <a:gd name="T14" fmla="*/ 245 w 282"/>
                  <a:gd name="T15" fmla="*/ 14 h 211"/>
                  <a:gd name="T16" fmla="*/ 268 w 282"/>
                  <a:gd name="T17" fmla="*/ 35 h 211"/>
                  <a:gd name="T18" fmla="*/ 278 w 282"/>
                  <a:gd name="T19" fmla="*/ 57 h 211"/>
                  <a:gd name="T20" fmla="*/ 282 w 282"/>
                  <a:gd name="T21" fmla="*/ 73 h 211"/>
                  <a:gd name="T22" fmla="*/ 282 w 282"/>
                  <a:gd name="T23" fmla="*/ 81 h 211"/>
                  <a:gd name="T24" fmla="*/ 281 w 282"/>
                  <a:gd name="T25" fmla="*/ 102 h 211"/>
                  <a:gd name="T26" fmla="*/ 274 w 282"/>
                  <a:gd name="T27" fmla="*/ 123 h 211"/>
                  <a:gd name="T28" fmla="*/ 263 w 282"/>
                  <a:gd name="T29" fmla="*/ 145 h 211"/>
                  <a:gd name="T30" fmla="*/ 248 w 282"/>
                  <a:gd name="T31" fmla="*/ 165 h 211"/>
                  <a:gd name="T32" fmla="*/ 228 w 282"/>
                  <a:gd name="T33" fmla="*/ 184 h 211"/>
                  <a:gd name="T34" fmla="*/ 203 w 282"/>
                  <a:gd name="T35" fmla="*/ 199 h 211"/>
                  <a:gd name="T36" fmla="*/ 172 w 282"/>
                  <a:gd name="T37" fmla="*/ 209 h 211"/>
                  <a:gd name="T38" fmla="*/ 137 w 282"/>
                  <a:gd name="T39" fmla="*/ 211 h 211"/>
                  <a:gd name="T40" fmla="*/ 118 w 282"/>
                  <a:gd name="T41" fmla="*/ 211 h 211"/>
                  <a:gd name="T42" fmla="*/ 86 w 282"/>
                  <a:gd name="T43" fmla="*/ 203 h 211"/>
                  <a:gd name="T44" fmla="*/ 58 w 282"/>
                  <a:gd name="T45" fmla="*/ 191 h 211"/>
                  <a:gd name="T46" fmla="*/ 38 w 282"/>
                  <a:gd name="T47" fmla="*/ 173 h 211"/>
                  <a:gd name="T48" fmla="*/ 22 w 282"/>
                  <a:gd name="T49" fmla="*/ 153 h 211"/>
                  <a:gd name="T50" fmla="*/ 11 w 282"/>
                  <a:gd name="T51" fmla="*/ 133 h 211"/>
                  <a:gd name="T52" fmla="*/ 4 w 282"/>
                  <a:gd name="T53" fmla="*/ 111 h 211"/>
                  <a:gd name="T54" fmla="*/ 0 w 282"/>
                  <a:gd name="T55" fmla="*/ 81 h 211"/>
                  <a:gd name="T56" fmla="*/ 0 w 282"/>
                  <a:gd name="T57" fmla="*/ 73 h 211"/>
                  <a:gd name="T58" fmla="*/ 4 w 282"/>
                  <a:gd name="T59" fmla="*/ 57 h 211"/>
                  <a:gd name="T60" fmla="*/ 15 w 282"/>
                  <a:gd name="T61" fmla="*/ 35 h 211"/>
                  <a:gd name="T62" fmla="*/ 38 w 282"/>
                  <a:gd name="T63" fmla="*/ 14 h 211"/>
                  <a:gd name="T64" fmla="*/ 68 w 282"/>
                  <a:gd name="T65" fmla="*/ 1 h 211"/>
                  <a:gd name="T66" fmla="*/ 86 w 282"/>
                  <a:gd name="T67" fmla="*/ 0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82" h="211">
                    <a:moveTo>
                      <a:pt x="86" y="0"/>
                    </a:moveTo>
                    <a:lnTo>
                      <a:pt x="86" y="0"/>
                    </a:lnTo>
                    <a:lnTo>
                      <a:pt x="100" y="1"/>
                    </a:lnTo>
                    <a:lnTo>
                      <a:pt x="115" y="6"/>
                    </a:lnTo>
                    <a:lnTo>
                      <a:pt x="129" y="11"/>
                    </a:lnTo>
                    <a:lnTo>
                      <a:pt x="141" y="20"/>
                    </a:lnTo>
                    <a:lnTo>
                      <a:pt x="141" y="20"/>
                    </a:lnTo>
                    <a:lnTo>
                      <a:pt x="153" y="11"/>
                    </a:lnTo>
                    <a:lnTo>
                      <a:pt x="167" y="6"/>
                    </a:lnTo>
                    <a:lnTo>
                      <a:pt x="182" y="1"/>
                    </a:lnTo>
                    <a:lnTo>
                      <a:pt x="198" y="0"/>
                    </a:lnTo>
                    <a:lnTo>
                      <a:pt x="198" y="0"/>
                    </a:lnTo>
                    <a:lnTo>
                      <a:pt x="206" y="0"/>
                    </a:lnTo>
                    <a:lnTo>
                      <a:pt x="214" y="1"/>
                    </a:lnTo>
                    <a:lnTo>
                      <a:pt x="230" y="6"/>
                    </a:lnTo>
                    <a:lnTo>
                      <a:pt x="245" y="14"/>
                    </a:lnTo>
                    <a:lnTo>
                      <a:pt x="258" y="23"/>
                    </a:lnTo>
                    <a:lnTo>
                      <a:pt x="268" y="35"/>
                    </a:lnTo>
                    <a:lnTo>
                      <a:pt x="275" y="49"/>
                    </a:lnTo>
                    <a:lnTo>
                      <a:pt x="278" y="57"/>
                    </a:lnTo>
                    <a:lnTo>
                      <a:pt x="281" y="65"/>
                    </a:lnTo>
                    <a:lnTo>
                      <a:pt x="282" y="73"/>
                    </a:lnTo>
                    <a:lnTo>
                      <a:pt x="282" y="81"/>
                    </a:lnTo>
                    <a:lnTo>
                      <a:pt x="282" y="81"/>
                    </a:lnTo>
                    <a:lnTo>
                      <a:pt x="282" y="91"/>
                    </a:lnTo>
                    <a:lnTo>
                      <a:pt x="281" y="102"/>
                    </a:lnTo>
                    <a:lnTo>
                      <a:pt x="278" y="112"/>
                    </a:lnTo>
                    <a:lnTo>
                      <a:pt x="274" y="123"/>
                    </a:lnTo>
                    <a:lnTo>
                      <a:pt x="270" y="134"/>
                    </a:lnTo>
                    <a:lnTo>
                      <a:pt x="263" y="145"/>
                    </a:lnTo>
                    <a:lnTo>
                      <a:pt x="256" y="156"/>
                    </a:lnTo>
                    <a:lnTo>
                      <a:pt x="248" y="165"/>
                    </a:lnTo>
                    <a:lnTo>
                      <a:pt x="239" y="175"/>
                    </a:lnTo>
                    <a:lnTo>
                      <a:pt x="228" y="184"/>
                    </a:lnTo>
                    <a:lnTo>
                      <a:pt x="216" y="192"/>
                    </a:lnTo>
                    <a:lnTo>
                      <a:pt x="203" y="199"/>
                    </a:lnTo>
                    <a:lnTo>
                      <a:pt x="188" y="205"/>
                    </a:lnTo>
                    <a:lnTo>
                      <a:pt x="172" y="209"/>
                    </a:lnTo>
                    <a:lnTo>
                      <a:pt x="156" y="211"/>
                    </a:lnTo>
                    <a:lnTo>
                      <a:pt x="137" y="211"/>
                    </a:lnTo>
                    <a:lnTo>
                      <a:pt x="137" y="211"/>
                    </a:lnTo>
                    <a:lnTo>
                      <a:pt x="118" y="211"/>
                    </a:lnTo>
                    <a:lnTo>
                      <a:pt x="100" y="209"/>
                    </a:lnTo>
                    <a:lnTo>
                      <a:pt x="86" y="203"/>
                    </a:lnTo>
                    <a:lnTo>
                      <a:pt x="71" y="198"/>
                    </a:lnTo>
                    <a:lnTo>
                      <a:pt x="58" y="191"/>
                    </a:lnTo>
                    <a:lnTo>
                      <a:pt x="48" y="183"/>
                    </a:lnTo>
                    <a:lnTo>
                      <a:pt x="38" y="173"/>
                    </a:lnTo>
                    <a:lnTo>
                      <a:pt x="29" y="164"/>
                    </a:lnTo>
                    <a:lnTo>
                      <a:pt x="22" y="153"/>
                    </a:lnTo>
                    <a:lnTo>
                      <a:pt x="15" y="144"/>
                    </a:lnTo>
                    <a:lnTo>
                      <a:pt x="11" y="133"/>
                    </a:lnTo>
                    <a:lnTo>
                      <a:pt x="7" y="121"/>
                    </a:lnTo>
                    <a:lnTo>
                      <a:pt x="4" y="111"/>
                    </a:lnTo>
                    <a:lnTo>
                      <a:pt x="2" y="100"/>
                    </a:lnTo>
                    <a:lnTo>
                      <a:pt x="0" y="81"/>
                    </a:lnTo>
                    <a:lnTo>
                      <a:pt x="0" y="81"/>
                    </a:lnTo>
                    <a:lnTo>
                      <a:pt x="0" y="73"/>
                    </a:lnTo>
                    <a:lnTo>
                      <a:pt x="2" y="65"/>
                    </a:lnTo>
                    <a:lnTo>
                      <a:pt x="4" y="57"/>
                    </a:lnTo>
                    <a:lnTo>
                      <a:pt x="7" y="49"/>
                    </a:lnTo>
                    <a:lnTo>
                      <a:pt x="15" y="35"/>
                    </a:lnTo>
                    <a:lnTo>
                      <a:pt x="25" y="23"/>
                    </a:lnTo>
                    <a:lnTo>
                      <a:pt x="38" y="14"/>
                    </a:lnTo>
                    <a:lnTo>
                      <a:pt x="52" y="6"/>
                    </a:lnTo>
                    <a:lnTo>
                      <a:pt x="68" y="1"/>
                    </a:lnTo>
                    <a:lnTo>
                      <a:pt x="76" y="0"/>
                    </a:lnTo>
                    <a:lnTo>
                      <a:pt x="86" y="0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9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53" name="ïṥlidé">
                <a:extLst>
                  <a:ext uri="{FF2B5EF4-FFF2-40B4-BE49-F238E27FC236}">
                    <a16:creationId xmlns:a16="http://schemas.microsoft.com/office/drawing/2014/main" id="{1D410115-6E91-5C17-08F6-5EC3FB528BDF}"/>
                  </a:ext>
                </a:extLst>
              </p:cNvPr>
              <p:cNvSpPr/>
              <p:nvPr/>
            </p:nvSpPr>
            <p:spPr bwMode="auto">
              <a:xfrm>
                <a:off x="1775313" y="3647850"/>
                <a:ext cx="97540" cy="139139"/>
              </a:xfrm>
              <a:custGeom>
                <a:avLst/>
                <a:gdLst>
                  <a:gd name="T0" fmla="*/ 60 w 68"/>
                  <a:gd name="T1" fmla="*/ 97 h 97"/>
                  <a:gd name="T2" fmla="*/ 60 w 68"/>
                  <a:gd name="T3" fmla="*/ 97 h 97"/>
                  <a:gd name="T4" fmla="*/ 65 w 68"/>
                  <a:gd name="T5" fmla="*/ 85 h 97"/>
                  <a:gd name="T6" fmla="*/ 68 w 68"/>
                  <a:gd name="T7" fmla="*/ 71 h 97"/>
                  <a:gd name="T8" fmla="*/ 68 w 68"/>
                  <a:gd name="T9" fmla="*/ 58 h 97"/>
                  <a:gd name="T10" fmla="*/ 66 w 68"/>
                  <a:gd name="T11" fmla="*/ 46 h 97"/>
                  <a:gd name="T12" fmla="*/ 62 w 68"/>
                  <a:gd name="T13" fmla="*/ 33 h 97"/>
                  <a:gd name="T14" fmla="*/ 56 w 68"/>
                  <a:gd name="T15" fmla="*/ 21 h 97"/>
                  <a:gd name="T16" fmla="*/ 49 w 68"/>
                  <a:gd name="T17" fmla="*/ 10 h 97"/>
                  <a:gd name="T18" fmla="*/ 39 w 68"/>
                  <a:gd name="T19" fmla="*/ 0 h 97"/>
                  <a:gd name="T20" fmla="*/ 0 w 68"/>
                  <a:gd name="T21" fmla="*/ 6 h 97"/>
                  <a:gd name="T22" fmla="*/ 0 w 68"/>
                  <a:gd name="T23" fmla="*/ 6 h 97"/>
                  <a:gd name="T24" fmla="*/ 14 w 68"/>
                  <a:gd name="T25" fmla="*/ 15 h 97"/>
                  <a:gd name="T26" fmla="*/ 24 w 68"/>
                  <a:gd name="T27" fmla="*/ 23 h 97"/>
                  <a:gd name="T28" fmla="*/ 35 w 68"/>
                  <a:gd name="T29" fmla="*/ 32 h 97"/>
                  <a:gd name="T30" fmla="*/ 43 w 68"/>
                  <a:gd name="T31" fmla="*/ 42 h 97"/>
                  <a:gd name="T32" fmla="*/ 50 w 68"/>
                  <a:gd name="T33" fmla="*/ 54 h 97"/>
                  <a:gd name="T34" fmla="*/ 56 w 68"/>
                  <a:gd name="T35" fmla="*/ 66 h 97"/>
                  <a:gd name="T36" fmla="*/ 58 w 68"/>
                  <a:gd name="T37" fmla="*/ 81 h 97"/>
                  <a:gd name="T38" fmla="*/ 60 w 68"/>
                  <a:gd name="T39" fmla="*/ 97 h 97"/>
                  <a:gd name="T40" fmla="*/ 60 w 68"/>
                  <a:gd name="T41" fmla="*/ 97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68" h="97">
                    <a:moveTo>
                      <a:pt x="60" y="97"/>
                    </a:moveTo>
                    <a:lnTo>
                      <a:pt x="60" y="97"/>
                    </a:lnTo>
                    <a:lnTo>
                      <a:pt x="65" y="85"/>
                    </a:lnTo>
                    <a:lnTo>
                      <a:pt x="68" y="71"/>
                    </a:lnTo>
                    <a:lnTo>
                      <a:pt x="68" y="58"/>
                    </a:lnTo>
                    <a:lnTo>
                      <a:pt x="66" y="46"/>
                    </a:lnTo>
                    <a:lnTo>
                      <a:pt x="62" y="33"/>
                    </a:lnTo>
                    <a:lnTo>
                      <a:pt x="56" y="21"/>
                    </a:lnTo>
                    <a:lnTo>
                      <a:pt x="49" y="10"/>
                    </a:lnTo>
                    <a:lnTo>
                      <a:pt x="39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14" y="15"/>
                    </a:lnTo>
                    <a:lnTo>
                      <a:pt x="24" y="23"/>
                    </a:lnTo>
                    <a:lnTo>
                      <a:pt x="35" y="32"/>
                    </a:lnTo>
                    <a:lnTo>
                      <a:pt x="43" y="42"/>
                    </a:lnTo>
                    <a:lnTo>
                      <a:pt x="50" y="54"/>
                    </a:lnTo>
                    <a:lnTo>
                      <a:pt x="56" y="66"/>
                    </a:lnTo>
                    <a:lnTo>
                      <a:pt x="58" y="81"/>
                    </a:lnTo>
                    <a:lnTo>
                      <a:pt x="60" y="97"/>
                    </a:lnTo>
                    <a:lnTo>
                      <a:pt x="60" y="97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54" name="iśļide">
                <a:extLst>
                  <a:ext uri="{FF2B5EF4-FFF2-40B4-BE49-F238E27FC236}">
                    <a16:creationId xmlns:a16="http://schemas.microsoft.com/office/drawing/2014/main" id="{58AB7267-9138-B37A-C746-18D7DA176D74}"/>
                  </a:ext>
                </a:extLst>
              </p:cNvPr>
              <p:cNvSpPr/>
              <p:nvPr/>
            </p:nvSpPr>
            <p:spPr bwMode="auto">
              <a:xfrm>
                <a:off x="2707685" y="1357078"/>
                <a:ext cx="593848" cy="477661"/>
              </a:xfrm>
              <a:custGeom>
                <a:avLst/>
                <a:gdLst>
                  <a:gd name="T0" fmla="*/ 0 w 414"/>
                  <a:gd name="T1" fmla="*/ 117 h 333"/>
                  <a:gd name="T2" fmla="*/ 10 w 414"/>
                  <a:gd name="T3" fmla="*/ 102 h 333"/>
                  <a:gd name="T4" fmla="*/ 316 w 414"/>
                  <a:gd name="T5" fmla="*/ 306 h 333"/>
                  <a:gd name="T6" fmla="*/ 316 w 414"/>
                  <a:gd name="T7" fmla="*/ 306 h 333"/>
                  <a:gd name="T8" fmla="*/ 325 w 414"/>
                  <a:gd name="T9" fmla="*/ 310 h 333"/>
                  <a:gd name="T10" fmla="*/ 335 w 414"/>
                  <a:gd name="T11" fmla="*/ 313 h 333"/>
                  <a:gd name="T12" fmla="*/ 343 w 414"/>
                  <a:gd name="T13" fmla="*/ 313 h 333"/>
                  <a:gd name="T14" fmla="*/ 352 w 414"/>
                  <a:gd name="T15" fmla="*/ 312 h 333"/>
                  <a:gd name="T16" fmla="*/ 362 w 414"/>
                  <a:gd name="T17" fmla="*/ 309 h 333"/>
                  <a:gd name="T18" fmla="*/ 371 w 414"/>
                  <a:gd name="T19" fmla="*/ 304 h 333"/>
                  <a:gd name="T20" fmla="*/ 378 w 414"/>
                  <a:gd name="T21" fmla="*/ 297 h 333"/>
                  <a:gd name="T22" fmla="*/ 385 w 414"/>
                  <a:gd name="T23" fmla="*/ 289 h 333"/>
                  <a:gd name="T24" fmla="*/ 385 w 414"/>
                  <a:gd name="T25" fmla="*/ 289 h 333"/>
                  <a:gd name="T26" fmla="*/ 390 w 414"/>
                  <a:gd name="T27" fmla="*/ 279 h 333"/>
                  <a:gd name="T28" fmla="*/ 393 w 414"/>
                  <a:gd name="T29" fmla="*/ 270 h 333"/>
                  <a:gd name="T30" fmla="*/ 394 w 414"/>
                  <a:gd name="T31" fmla="*/ 260 h 333"/>
                  <a:gd name="T32" fmla="*/ 394 w 414"/>
                  <a:gd name="T33" fmla="*/ 251 h 333"/>
                  <a:gd name="T34" fmla="*/ 391 w 414"/>
                  <a:gd name="T35" fmla="*/ 241 h 333"/>
                  <a:gd name="T36" fmla="*/ 387 w 414"/>
                  <a:gd name="T37" fmla="*/ 232 h 333"/>
                  <a:gd name="T38" fmla="*/ 382 w 414"/>
                  <a:gd name="T39" fmla="*/ 225 h 333"/>
                  <a:gd name="T40" fmla="*/ 375 w 414"/>
                  <a:gd name="T41" fmla="*/ 218 h 333"/>
                  <a:gd name="T42" fmla="*/ 69 w 414"/>
                  <a:gd name="T43" fmla="*/ 14 h 333"/>
                  <a:gd name="T44" fmla="*/ 79 w 414"/>
                  <a:gd name="T45" fmla="*/ 0 h 333"/>
                  <a:gd name="T46" fmla="*/ 389 w 414"/>
                  <a:gd name="T47" fmla="*/ 207 h 333"/>
                  <a:gd name="T48" fmla="*/ 389 w 414"/>
                  <a:gd name="T49" fmla="*/ 207 h 333"/>
                  <a:gd name="T50" fmla="*/ 398 w 414"/>
                  <a:gd name="T51" fmla="*/ 216 h 333"/>
                  <a:gd name="T52" fmla="*/ 405 w 414"/>
                  <a:gd name="T53" fmla="*/ 225 h 333"/>
                  <a:gd name="T54" fmla="*/ 410 w 414"/>
                  <a:gd name="T55" fmla="*/ 236 h 333"/>
                  <a:gd name="T56" fmla="*/ 414 w 414"/>
                  <a:gd name="T57" fmla="*/ 248 h 333"/>
                  <a:gd name="T58" fmla="*/ 414 w 414"/>
                  <a:gd name="T59" fmla="*/ 262 h 333"/>
                  <a:gd name="T60" fmla="*/ 413 w 414"/>
                  <a:gd name="T61" fmla="*/ 275 h 333"/>
                  <a:gd name="T62" fmla="*/ 409 w 414"/>
                  <a:gd name="T63" fmla="*/ 287 h 333"/>
                  <a:gd name="T64" fmla="*/ 402 w 414"/>
                  <a:gd name="T65" fmla="*/ 300 h 333"/>
                  <a:gd name="T66" fmla="*/ 402 w 414"/>
                  <a:gd name="T67" fmla="*/ 300 h 333"/>
                  <a:gd name="T68" fmla="*/ 393 w 414"/>
                  <a:gd name="T69" fmla="*/ 312 h 333"/>
                  <a:gd name="T70" fmla="*/ 382 w 414"/>
                  <a:gd name="T71" fmla="*/ 320 h 333"/>
                  <a:gd name="T72" fmla="*/ 371 w 414"/>
                  <a:gd name="T73" fmla="*/ 327 h 333"/>
                  <a:gd name="T74" fmla="*/ 359 w 414"/>
                  <a:gd name="T75" fmla="*/ 331 h 333"/>
                  <a:gd name="T76" fmla="*/ 347 w 414"/>
                  <a:gd name="T77" fmla="*/ 333 h 333"/>
                  <a:gd name="T78" fmla="*/ 335 w 414"/>
                  <a:gd name="T79" fmla="*/ 332 h 333"/>
                  <a:gd name="T80" fmla="*/ 322 w 414"/>
                  <a:gd name="T81" fmla="*/ 329 h 333"/>
                  <a:gd name="T82" fmla="*/ 310 w 414"/>
                  <a:gd name="T83" fmla="*/ 323 h 333"/>
                  <a:gd name="T84" fmla="*/ 0 w 414"/>
                  <a:gd name="T85" fmla="*/ 117 h 3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414" h="333">
                    <a:moveTo>
                      <a:pt x="0" y="117"/>
                    </a:moveTo>
                    <a:lnTo>
                      <a:pt x="10" y="102"/>
                    </a:lnTo>
                    <a:lnTo>
                      <a:pt x="316" y="306"/>
                    </a:lnTo>
                    <a:lnTo>
                      <a:pt x="316" y="306"/>
                    </a:lnTo>
                    <a:lnTo>
                      <a:pt x="325" y="310"/>
                    </a:lnTo>
                    <a:lnTo>
                      <a:pt x="335" y="313"/>
                    </a:lnTo>
                    <a:lnTo>
                      <a:pt x="343" y="313"/>
                    </a:lnTo>
                    <a:lnTo>
                      <a:pt x="352" y="312"/>
                    </a:lnTo>
                    <a:lnTo>
                      <a:pt x="362" y="309"/>
                    </a:lnTo>
                    <a:lnTo>
                      <a:pt x="371" y="304"/>
                    </a:lnTo>
                    <a:lnTo>
                      <a:pt x="378" y="297"/>
                    </a:lnTo>
                    <a:lnTo>
                      <a:pt x="385" y="289"/>
                    </a:lnTo>
                    <a:lnTo>
                      <a:pt x="385" y="289"/>
                    </a:lnTo>
                    <a:lnTo>
                      <a:pt x="390" y="279"/>
                    </a:lnTo>
                    <a:lnTo>
                      <a:pt x="393" y="270"/>
                    </a:lnTo>
                    <a:lnTo>
                      <a:pt x="394" y="260"/>
                    </a:lnTo>
                    <a:lnTo>
                      <a:pt x="394" y="251"/>
                    </a:lnTo>
                    <a:lnTo>
                      <a:pt x="391" y="241"/>
                    </a:lnTo>
                    <a:lnTo>
                      <a:pt x="387" y="232"/>
                    </a:lnTo>
                    <a:lnTo>
                      <a:pt x="382" y="225"/>
                    </a:lnTo>
                    <a:lnTo>
                      <a:pt x="375" y="218"/>
                    </a:lnTo>
                    <a:lnTo>
                      <a:pt x="69" y="14"/>
                    </a:lnTo>
                    <a:lnTo>
                      <a:pt x="79" y="0"/>
                    </a:lnTo>
                    <a:lnTo>
                      <a:pt x="389" y="207"/>
                    </a:lnTo>
                    <a:lnTo>
                      <a:pt x="389" y="207"/>
                    </a:lnTo>
                    <a:lnTo>
                      <a:pt x="398" y="216"/>
                    </a:lnTo>
                    <a:lnTo>
                      <a:pt x="405" y="225"/>
                    </a:lnTo>
                    <a:lnTo>
                      <a:pt x="410" y="236"/>
                    </a:lnTo>
                    <a:lnTo>
                      <a:pt x="414" y="248"/>
                    </a:lnTo>
                    <a:lnTo>
                      <a:pt x="414" y="262"/>
                    </a:lnTo>
                    <a:lnTo>
                      <a:pt x="413" y="275"/>
                    </a:lnTo>
                    <a:lnTo>
                      <a:pt x="409" y="287"/>
                    </a:lnTo>
                    <a:lnTo>
                      <a:pt x="402" y="300"/>
                    </a:lnTo>
                    <a:lnTo>
                      <a:pt x="402" y="300"/>
                    </a:lnTo>
                    <a:lnTo>
                      <a:pt x="393" y="312"/>
                    </a:lnTo>
                    <a:lnTo>
                      <a:pt x="382" y="320"/>
                    </a:lnTo>
                    <a:lnTo>
                      <a:pt x="371" y="327"/>
                    </a:lnTo>
                    <a:lnTo>
                      <a:pt x="359" y="331"/>
                    </a:lnTo>
                    <a:lnTo>
                      <a:pt x="347" y="333"/>
                    </a:lnTo>
                    <a:lnTo>
                      <a:pt x="335" y="332"/>
                    </a:lnTo>
                    <a:lnTo>
                      <a:pt x="322" y="329"/>
                    </a:lnTo>
                    <a:lnTo>
                      <a:pt x="310" y="323"/>
                    </a:lnTo>
                    <a:lnTo>
                      <a:pt x="0" y="117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55" name="íŝľîďe">
                <a:extLst>
                  <a:ext uri="{FF2B5EF4-FFF2-40B4-BE49-F238E27FC236}">
                    <a16:creationId xmlns:a16="http://schemas.microsoft.com/office/drawing/2014/main" id="{EF078EEB-48E2-D042-E939-E00B167A1E24}"/>
                  </a:ext>
                </a:extLst>
              </p:cNvPr>
              <p:cNvSpPr/>
              <p:nvPr/>
            </p:nvSpPr>
            <p:spPr bwMode="auto">
              <a:xfrm>
                <a:off x="2690472" y="1332693"/>
                <a:ext cx="159221" cy="222335"/>
              </a:xfrm>
              <a:custGeom>
                <a:avLst/>
                <a:gdLst>
                  <a:gd name="T0" fmla="*/ 5 w 111"/>
                  <a:gd name="T1" fmla="*/ 154 h 155"/>
                  <a:gd name="T2" fmla="*/ 5 w 111"/>
                  <a:gd name="T3" fmla="*/ 154 h 155"/>
                  <a:gd name="T4" fmla="*/ 9 w 111"/>
                  <a:gd name="T5" fmla="*/ 155 h 155"/>
                  <a:gd name="T6" fmla="*/ 15 w 111"/>
                  <a:gd name="T7" fmla="*/ 155 h 155"/>
                  <a:gd name="T8" fmla="*/ 19 w 111"/>
                  <a:gd name="T9" fmla="*/ 154 h 155"/>
                  <a:gd name="T10" fmla="*/ 23 w 111"/>
                  <a:gd name="T11" fmla="*/ 150 h 155"/>
                  <a:gd name="T12" fmla="*/ 110 w 111"/>
                  <a:gd name="T13" fmla="*/ 20 h 155"/>
                  <a:gd name="T14" fmla="*/ 110 w 111"/>
                  <a:gd name="T15" fmla="*/ 20 h 155"/>
                  <a:gd name="T16" fmla="*/ 111 w 111"/>
                  <a:gd name="T17" fmla="*/ 15 h 155"/>
                  <a:gd name="T18" fmla="*/ 111 w 111"/>
                  <a:gd name="T19" fmla="*/ 11 h 155"/>
                  <a:gd name="T20" fmla="*/ 110 w 111"/>
                  <a:gd name="T21" fmla="*/ 5 h 155"/>
                  <a:gd name="T22" fmla="*/ 106 w 111"/>
                  <a:gd name="T23" fmla="*/ 2 h 155"/>
                  <a:gd name="T24" fmla="*/ 106 w 111"/>
                  <a:gd name="T25" fmla="*/ 2 h 155"/>
                  <a:gd name="T26" fmla="*/ 101 w 111"/>
                  <a:gd name="T27" fmla="*/ 0 h 155"/>
                  <a:gd name="T28" fmla="*/ 96 w 111"/>
                  <a:gd name="T29" fmla="*/ 0 h 155"/>
                  <a:gd name="T30" fmla="*/ 92 w 111"/>
                  <a:gd name="T31" fmla="*/ 2 h 155"/>
                  <a:gd name="T32" fmla="*/ 89 w 111"/>
                  <a:gd name="T33" fmla="*/ 5 h 155"/>
                  <a:gd name="T34" fmla="*/ 1 w 111"/>
                  <a:gd name="T35" fmla="*/ 136 h 155"/>
                  <a:gd name="T36" fmla="*/ 1 w 111"/>
                  <a:gd name="T37" fmla="*/ 136 h 155"/>
                  <a:gd name="T38" fmla="*/ 0 w 111"/>
                  <a:gd name="T39" fmla="*/ 140 h 155"/>
                  <a:gd name="T40" fmla="*/ 0 w 111"/>
                  <a:gd name="T41" fmla="*/ 146 h 155"/>
                  <a:gd name="T42" fmla="*/ 1 w 111"/>
                  <a:gd name="T43" fmla="*/ 150 h 155"/>
                  <a:gd name="T44" fmla="*/ 5 w 111"/>
                  <a:gd name="T45" fmla="*/ 154 h 155"/>
                  <a:gd name="T46" fmla="*/ 5 w 111"/>
                  <a:gd name="T47" fmla="*/ 154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11" h="155">
                    <a:moveTo>
                      <a:pt x="5" y="154"/>
                    </a:moveTo>
                    <a:lnTo>
                      <a:pt x="5" y="154"/>
                    </a:lnTo>
                    <a:lnTo>
                      <a:pt x="9" y="155"/>
                    </a:lnTo>
                    <a:lnTo>
                      <a:pt x="15" y="155"/>
                    </a:lnTo>
                    <a:lnTo>
                      <a:pt x="19" y="154"/>
                    </a:lnTo>
                    <a:lnTo>
                      <a:pt x="23" y="150"/>
                    </a:lnTo>
                    <a:lnTo>
                      <a:pt x="110" y="20"/>
                    </a:lnTo>
                    <a:lnTo>
                      <a:pt x="110" y="20"/>
                    </a:lnTo>
                    <a:lnTo>
                      <a:pt x="111" y="15"/>
                    </a:lnTo>
                    <a:lnTo>
                      <a:pt x="111" y="11"/>
                    </a:lnTo>
                    <a:lnTo>
                      <a:pt x="110" y="5"/>
                    </a:lnTo>
                    <a:lnTo>
                      <a:pt x="106" y="2"/>
                    </a:lnTo>
                    <a:lnTo>
                      <a:pt x="106" y="2"/>
                    </a:lnTo>
                    <a:lnTo>
                      <a:pt x="101" y="0"/>
                    </a:lnTo>
                    <a:lnTo>
                      <a:pt x="96" y="0"/>
                    </a:lnTo>
                    <a:lnTo>
                      <a:pt x="92" y="2"/>
                    </a:lnTo>
                    <a:lnTo>
                      <a:pt x="89" y="5"/>
                    </a:lnTo>
                    <a:lnTo>
                      <a:pt x="1" y="136"/>
                    </a:lnTo>
                    <a:lnTo>
                      <a:pt x="1" y="136"/>
                    </a:lnTo>
                    <a:lnTo>
                      <a:pt x="0" y="140"/>
                    </a:lnTo>
                    <a:lnTo>
                      <a:pt x="0" y="146"/>
                    </a:lnTo>
                    <a:lnTo>
                      <a:pt x="1" y="150"/>
                    </a:lnTo>
                    <a:lnTo>
                      <a:pt x="5" y="154"/>
                    </a:lnTo>
                    <a:lnTo>
                      <a:pt x="5" y="154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5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56" name="ísḻîḋe">
                <a:extLst>
                  <a:ext uri="{FF2B5EF4-FFF2-40B4-BE49-F238E27FC236}">
                    <a16:creationId xmlns:a16="http://schemas.microsoft.com/office/drawing/2014/main" id="{067DB25B-0CBD-82DB-F7B2-766D52F808F4}"/>
                  </a:ext>
                </a:extLst>
              </p:cNvPr>
              <p:cNvSpPr/>
              <p:nvPr/>
            </p:nvSpPr>
            <p:spPr bwMode="auto">
              <a:xfrm>
                <a:off x="2777971" y="1486175"/>
                <a:ext cx="456144" cy="292621"/>
              </a:xfrm>
              <a:custGeom>
                <a:avLst/>
                <a:gdLst>
                  <a:gd name="T0" fmla="*/ 0 w 318"/>
                  <a:gd name="T1" fmla="*/ 19 h 204"/>
                  <a:gd name="T2" fmla="*/ 11 w 318"/>
                  <a:gd name="T3" fmla="*/ 0 h 204"/>
                  <a:gd name="T4" fmla="*/ 284 w 318"/>
                  <a:gd name="T5" fmla="*/ 182 h 204"/>
                  <a:gd name="T6" fmla="*/ 284 w 318"/>
                  <a:gd name="T7" fmla="*/ 182 h 204"/>
                  <a:gd name="T8" fmla="*/ 292 w 318"/>
                  <a:gd name="T9" fmla="*/ 186 h 204"/>
                  <a:gd name="T10" fmla="*/ 302 w 318"/>
                  <a:gd name="T11" fmla="*/ 188 h 204"/>
                  <a:gd name="T12" fmla="*/ 310 w 318"/>
                  <a:gd name="T13" fmla="*/ 188 h 204"/>
                  <a:gd name="T14" fmla="*/ 318 w 318"/>
                  <a:gd name="T15" fmla="*/ 185 h 204"/>
                  <a:gd name="T16" fmla="*/ 318 w 318"/>
                  <a:gd name="T17" fmla="*/ 185 h 204"/>
                  <a:gd name="T18" fmla="*/ 317 w 318"/>
                  <a:gd name="T19" fmla="*/ 186 h 204"/>
                  <a:gd name="T20" fmla="*/ 317 w 318"/>
                  <a:gd name="T21" fmla="*/ 186 h 204"/>
                  <a:gd name="T22" fmla="*/ 313 w 318"/>
                  <a:gd name="T23" fmla="*/ 192 h 204"/>
                  <a:gd name="T24" fmla="*/ 307 w 318"/>
                  <a:gd name="T25" fmla="*/ 197 h 204"/>
                  <a:gd name="T26" fmla="*/ 302 w 318"/>
                  <a:gd name="T27" fmla="*/ 200 h 204"/>
                  <a:gd name="T28" fmla="*/ 295 w 318"/>
                  <a:gd name="T29" fmla="*/ 203 h 204"/>
                  <a:gd name="T30" fmla="*/ 288 w 318"/>
                  <a:gd name="T31" fmla="*/ 204 h 204"/>
                  <a:gd name="T32" fmla="*/ 282 w 318"/>
                  <a:gd name="T33" fmla="*/ 203 h 204"/>
                  <a:gd name="T34" fmla="*/ 276 w 318"/>
                  <a:gd name="T35" fmla="*/ 201 h 204"/>
                  <a:gd name="T36" fmla="*/ 269 w 318"/>
                  <a:gd name="T37" fmla="*/ 199 h 204"/>
                  <a:gd name="T38" fmla="*/ 0 w 318"/>
                  <a:gd name="T39" fmla="*/ 19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18" h="204">
                    <a:moveTo>
                      <a:pt x="0" y="19"/>
                    </a:moveTo>
                    <a:lnTo>
                      <a:pt x="11" y="0"/>
                    </a:lnTo>
                    <a:lnTo>
                      <a:pt x="284" y="182"/>
                    </a:lnTo>
                    <a:lnTo>
                      <a:pt x="284" y="182"/>
                    </a:lnTo>
                    <a:lnTo>
                      <a:pt x="292" y="186"/>
                    </a:lnTo>
                    <a:lnTo>
                      <a:pt x="302" y="188"/>
                    </a:lnTo>
                    <a:lnTo>
                      <a:pt x="310" y="188"/>
                    </a:lnTo>
                    <a:lnTo>
                      <a:pt x="318" y="185"/>
                    </a:lnTo>
                    <a:lnTo>
                      <a:pt x="318" y="185"/>
                    </a:lnTo>
                    <a:lnTo>
                      <a:pt x="317" y="186"/>
                    </a:lnTo>
                    <a:lnTo>
                      <a:pt x="317" y="186"/>
                    </a:lnTo>
                    <a:lnTo>
                      <a:pt x="313" y="192"/>
                    </a:lnTo>
                    <a:lnTo>
                      <a:pt x="307" y="197"/>
                    </a:lnTo>
                    <a:lnTo>
                      <a:pt x="302" y="200"/>
                    </a:lnTo>
                    <a:lnTo>
                      <a:pt x="295" y="203"/>
                    </a:lnTo>
                    <a:lnTo>
                      <a:pt x="288" y="204"/>
                    </a:lnTo>
                    <a:lnTo>
                      <a:pt x="282" y="203"/>
                    </a:lnTo>
                    <a:lnTo>
                      <a:pt x="276" y="201"/>
                    </a:lnTo>
                    <a:lnTo>
                      <a:pt x="269" y="199"/>
                    </a:lnTo>
                    <a:lnTo>
                      <a:pt x="0" y="19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8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57" name="ïSlïdé">
                <a:extLst>
                  <a:ext uri="{FF2B5EF4-FFF2-40B4-BE49-F238E27FC236}">
                    <a16:creationId xmlns:a16="http://schemas.microsoft.com/office/drawing/2014/main" id="{BEE2E2CA-556F-6784-F596-B86FB3019EFA}"/>
                  </a:ext>
                </a:extLst>
              </p:cNvPr>
              <p:cNvSpPr/>
              <p:nvPr/>
            </p:nvSpPr>
            <p:spPr bwMode="auto">
              <a:xfrm>
                <a:off x="1210155" y="3503581"/>
                <a:ext cx="344260" cy="596717"/>
              </a:xfrm>
              <a:custGeom>
                <a:avLst/>
                <a:gdLst>
                  <a:gd name="T0" fmla="*/ 144 w 240"/>
                  <a:gd name="T1" fmla="*/ 352 h 416"/>
                  <a:gd name="T2" fmla="*/ 154 w 240"/>
                  <a:gd name="T3" fmla="*/ 354 h 416"/>
                  <a:gd name="T4" fmla="*/ 164 w 240"/>
                  <a:gd name="T5" fmla="*/ 359 h 416"/>
                  <a:gd name="T6" fmla="*/ 171 w 240"/>
                  <a:gd name="T7" fmla="*/ 366 h 416"/>
                  <a:gd name="T8" fmla="*/ 175 w 240"/>
                  <a:gd name="T9" fmla="*/ 375 h 416"/>
                  <a:gd name="T10" fmla="*/ 176 w 240"/>
                  <a:gd name="T11" fmla="*/ 382 h 416"/>
                  <a:gd name="T12" fmla="*/ 175 w 240"/>
                  <a:gd name="T13" fmla="*/ 394 h 416"/>
                  <a:gd name="T14" fmla="*/ 168 w 240"/>
                  <a:gd name="T15" fmla="*/ 405 h 416"/>
                  <a:gd name="T16" fmla="*/ 158 w 240"/>
                  <a:gd name="T17" fmla="*/ 413 h 416"/>
                  <a:gd name="T18" fmla="*/ 152 w 240"/>
                  <a:gd name="T19" fmla="*/ 415 h 416"/>
                  <a:gd name="T20" fmla="*/ 144 w 240"/>
                  <a:gd name="T21" fmla="*/ 352 h 416"/>
                  <a:gd name="T22" fmla="*/ 144 w 240"/>
                  <a:gd name="T23" fmla="*/ 325 h 416"/>
                  <a:gd name="T24" fmla="*/ 144 w 240"/>
                  <a:gd name="T25" fmla="*/ 141 h 416"/>
                  <a:gd name="T26" fmla="*/ 163 w 240"/>
                  <a:gd name="T27" fmla="*/ 160 h 416"/>
                  <a:gd name="T28" fmla="*/ 175 w 240"/>
                  <a:gd name="T29" fmla="*/ 189 h 416"/>
                  <a:gd name="T30" fmla="*/ 188 w 240"/>
                  <a:gd name="T31" fmla="*/ 243 h 416"/>
                  <a:gd name="T32" fmla="*/ 192 w 240"/>
                  <a:gd name="T33" fmla="*/ 251 h 416"/>
                  <a:gd name="T34" fmla="*/ 205 w 240"/>
                  <a:gd name="T35" fmla="*/ 260 h 416"/>
                  <a:gd name="T36" fmla="*/ 225 w 240"/>
                  <a:gd name="T37" fmla="*/ 264 h 416"/>
                  <a:gd name="T38" fmla="*/ 240 w 240"/>
                  <a:gd name="T39" fmla="*/ 300 h 416"/>
                  <a:gd name="T40" fmla="*/ 135 w 240"/>
                  <a:gd name="T41" fmla="*/ 352 h 416"/>
                  <a:gd name="T42" fmla="*/ 144 w 240"/>
                  <a:gd name="T43" fmla="*/ 352 h 416"/>
                  <a:gd name="T44" fmla="*/ 144 w 240"/>
                  <a:gd name="T45" fmla="*/ 416 h 416"/>
                  <a:gd name="T46" fmla="*/ 134 w 240"/>
                  <a:gd name="T47" fmla="*/ 415 h 416"/>
                  <a:gd name="T48" fmla="*/ 125 w 240"/>
                  <a:gd name="T49" fmla="*/ 409 h 416"/>
                  <a:gd name="T50" fmla="*/ 118 w 240"/>
                  <a:gd name="T51" fmla="*/ 403 h 416"/>
                  <a:gd name="T52" fmla="*/ 112 w 240"/>
                  <a:gd name="T53" fmla="*/ 392 h 416"/>
                  <a:gd name="T54" fmla="*/ 112 w 240"/>
                  <a:gd name="T55" fmla="*/ 386 h 416"/>
                  <a:gd name="T56" fmla="*/ 114 w 240"/>
                  <a:gd name="T57" fmla="*/ 374 h 416"/>
                  <a:gd name="T58" fmla="*/ 121 w 240"/>
                  <a:gd name="T59" fmla="*/ 363 h 416"/>
                  <a:gd name="T60" fmla="*/ 130 w 240"/>
                  <a:gd name="T61" fmla="*/ 355 h 416"/>
                  <a:gd name="T62" fmla="*/ 135 w 240"/>
                  <a:gd name="T63" fmla="*/ 352 h 416"/>
                  <a:gd name="T64" fmla="*/ 144 w 240"/>
                  <a:gd name="T65" fmla="*/ 141 h 416"/>
                  <a:gd name="T66" fmla="*/ 122 w 240"/>
                  <a:gd name="T67" fmla="*/ 130 h 416"/>
                  <a:gd name="T68" fmla="*/ 98 w 240"/>
                  <a:gd name="T69" fmla="*/ 126 h 416"/>
                  <a:gd name="T70" fmla="*/ 69 w 240"/>
                  <a:gd name="T71" fmla="*/ 19 h 416"/>
                  <a:gd name="T72" fmla="*/ 65 w 240"/>
                  <a:gd name="T73" fmla="*/ 10 h 416"/>
                  <a:gd name="T74" fmla="*/ 58 w 240"/>
                  <a:gd name="T75" fmla="*/ 4 h 416"/>
                  <a:gd name="T76" fmla="*/ 49 w 240"/>
                  <a:gd name="T77" fmla="*/ 0 h 416"/>
                  <a:gd name="T78" fmla="*/ 39 w 240"/>
                  <a:gd name="T79" fmla="*/ 2 h 416"/>
                  <a:gd name="T80" fmla="*/ 34 w 240"/>
                  <a:gd name="T81" fmla="*/ 3 h 416"/>
                  <a:gd name="T82" fmla="*/ 26 w 240"/>
                  <a:gd name="T83" fmla="*/ 10 h 416"/>
                  <a:gd name="T84" fmla="*/ 22 w 240"/>
                  <a:gd name="T85" fmla="*/ 18 h 416"/>
                  <a:gd name="T86" fmla="*/ 20 w 240"/>
                  <a:gd name="T87" fmla="*/ 27 h 416"/>
                  <a:gd name="T88" fmla="*/ 49 w 240"/>
                  <a:gd name="T89" fmla="*/ 139 h 416"/>
                  <a:gd name="T90" fmla="*/ 38 w 240"/>
                  <a:gd name="T91" fmla="*/ 145 h 416"/>
                  <a:gd name="T92" fmla="*/ 20 w 240"/>
                  <a:gd name="T93" fmla="*/ 164 h 416"/>
                  <a:gd name="T94" fmla="*/ 11 w 240"/>
                  <a:gd name="T95" fmla="*/ 187 h 416"/>
                  <a:gd name="T96" fmla="*/ 8 w 240"/>
                  <a:gd name="T97" fmla="*/ 216 h 416"/>
                  <a:gd name="T98" fmla="*/ 11 w 240"/>
                  <a:gd name="T99" fmla="*/ 232 h 416"/>
                  <a:gd name="T100" fmla="*/ 26 w 240"/>
                  <a:gd name="T101" fmla="*/ 285 h 416"/>
                  <a:gd name="T102" fmla="*/ 26 w 240"/>
                  <a:gd name="T103" fmla="*/ 294 h 416"/>
                  <a:gd name="T104" fmla="*/ 20 w 240"/>
                  <a:gd name="T105" fmla="*/ 308 h 416"/>
                  <a:gd name="T106" fmla="*/ 5 w 240"/>
                  <a:gd name="T107" fmla="*/ 321 h 416"/>
                  <a:gd name="T108" fmla="*/ 10 w 240"/>
                  <a:gd name="T109" fmla="*/ 361 h 416"/>
                  <a:gd name="T110" fmla="*/ 144 w 240"/>
                  <a:gd name="T111" fmla="*/ 141 h 4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240" h="416">
                    <a:moveTo>
                      <a:pt x="144" y="352"/>
                    </a:moveTo>
                    <a:lnTo>
                      <a:pt x="144" y="352"/>
                    </a:lnTo>
                    <a:lnTo>
                      <a:pt x="149" y="352"/>
                    </a:lnTo>
                    <a:lnTo>
                      <a:pt x="154" y="354"/>
                    </a:lnTo>
                    <a:lnTo>
                      <a:pt x="160" y="355"/>
                    </a:lnTo>
                    <a:lnTo>
                      <a:pt x="164" y="359"/>
                    </a:lnTo>
                    <a:lnTo>
                      <a:pt x="168" y="362"/>
                    </a:lnTo>
                    <a:lnTo>
                      <a:pt x="171" y="366"/>
                    </a:lnTo>
                    <a:lnTo>
                      <a:pt x="173" y="371"/>
                    </a:lnTo>
                    <a:lnTo>
                      <a:pt x="175" y="375"/>
                    </a:lnTo>
                    <a:lnTo>
                      <a:pt x="175" y="375"/>
                    </a:lnTo>
                    <a:lnTo>
                      <a:pt x="176" y="382"/>
                    </a:lnTo>
                    <a:lnTo>
                      <a:pt x="176" y="389"/>
                    </a:lnTo>
                    <a:lnTo>
                      <a:pt x="175" y="394"/>
                    </a:lnTo>
                    <a:lnTo>
                      <a:pt x="172" y="400"/>
                    </a:lnTo>
                    <a:lnTo>
                      <a:pt x="168" y="405"/>
                    </a:lnTo>
                    <a:lnTo>
                      <a:pt x="164" y="409"/>
                    </a:lnTo>
                    <a:lnTo>
                      <a:pt x="158" y="413"/>
                    </a:lnTo>
                    <a:lnTo>
                      <a:pt x="152" y="415"/>
                    </a:lnTo>
                    <a:lnTo>
                      <a:pt x="152" y="415"/>
                    </a:lnTo>
                    <a:lnTo>
                      <a:pt x="144" y="416"/>
                    </a:lnTo>
                    <a:lnTo>
                      <a:pt x="144" y="352"/>
                    </a:lnTo>
                    <a:lnTo>
                      <a:pt x="144" y="352"/>
                    </a:lnTo>
                    <a:close/>
                    <a:moveTo>
                      <a:pt x="144" y="325"/>
                    </a:moveTo>
                    <a:lnTo>
                      <a:pt x="144" y="141"/>
                    </a:lnTo>
                    <a:lnTo>
                      <a:pt x="144" y="141"/>
                    </a:lnTo>
                    <a:lnTo>
                      <a:pt x="154" y="149"/>
                    </a:lnTo>
                    <a:lnTo>
                      <a:pt x="163" y="160"/>
                    </a:lnTo>
                    <a:lnTo>
                      <a:pt x="169" y="174"/>
                    </a:lnTo>
                    <a:lnTo>
                      <a:pt x="175" y="189"/>
                    </a:lnTo>
                    <a:lnTo>
                      <a:pt x="175" y="189"/>
                    </a:lnTo>
                    <a:lnTo>
                      <a:pt x="188" y="243"/>
                    </a:lnTo>
                    <a:lnTo>
                      <a:pt x="188" y="243"/>
                    </a:lnTo>
                    <a:lnTo>
                      <a:pt x="192" y="251"/>
                    </a:lnTo>
                    <a:lnTo>
                      <a:pt x="198" y="256"/>
                    </a:lnTo>
                    <a:lnTo>
                      <a:pt x="205" y="260"/>
                    </a:lnTo>
                    <a:lnTo>
                      <a:pt x="211" y="263"/>
                    </a:lnTo>
                    <a:lnTo>
                      <a:pt x="225" y="264"/>
                    </a:lnTo>
                    <a:lnTo>
                      <a:pt x="230" y="264"/>
                    </a:lnTo>
                    <a:lnTo>
                      <a:pt x="240" y="300"/>
                    </a:lnTo>
                    <a:lnTo>
                      <a:pt x="144" y="325"/>
                    </a:lnTo>
                    <a:close/>
                    <a:moveTo>
                      <a:pt x="135" y="352"/>
                    </a:moveTo>
                    <a:lnTo>
                      <a:pt x="135" y="352"/>
                    </a:lnTo>
                    <a:lnTo>
                      <a:pt x="144" y="352"/>
                    </a:lnTo>
                    <a:lnTo>
                      <a:pt x="144" y="416"/>
                    </a:lnTo>
                    <a:lnTo>
                      <a:pt x="144" y="416"/>
                    </a:lnTo>
                    <a:lnTo>
                      <a:pt x="138" y="416"/>
                    </a:lnTo>
                    <a:lnTo>
                      <a:pt x="134" y="415"/>
                    </a:lnTo>
                    <a:lnTo>
                      <a:pt x="129" y="412"/>
                    </a:lnTo>
                    <a:lnTo>
                      <a:pt x="125" y="409"/>
                    </a:lnTo>
                    <a:lnTo>
                      <a:pt x="121" y="407"/>
                    </a:lnTo>
                    <a:lnTo>
                      <a:pt x="118" y="403"/>
                    </a:lnTo>
                    <a:lnTo>
                      <a:pt x="115" y="397"/>
                    </a:lnTo>
                    <a:lnTo>
                      <a:pt x="112" y="392"/>
                    </a:lnTo>
                    <a:lnTo>
                      <a:pt x="112" y="392"/>
                    </a:lnTo>
                    <a:lnTo>
                      <a:pt x="112" y="386"/>
                    </a:lnTo>
                    <a:lnTo>
                      <a:pt x="112" y="380"/>
                    </a:lnTo>
                    <a:lnTo>
                      <a:pt x="114" y="374"/>
                    </a:lnTo>
                    <a:lnTo>
                      <a:pt x="117" y="367"/>
                    </a:lnTo>
                    <a:lnTo>
                      <a:pt x="121" y="363"/>
                    </a:lnTo>
                    <a:lnTo>
                      <a:pt x="125" y="359"/>
                    </a:lnTo>
                    <a:lnTo>
                      <a:pt x="130" y="355"/>
                    </a:lnTo>
                    <a:lnTo>
                      <a:pt x="135" y="352"/>
                    </a:lnTo>
                    <a:lnTo>
                      <a:pt x="135" y="352"/>
                    </a:lnTo>
                    <a:close/>
                    <a:moveTo>
                      <a:pt x="144" y="141"/>
                    </a:moveTo>
                    <a:lnTo>
                      <a:pt x="144" y="141"/>
                    </a:lnTo>
                    <a:lnTo>
                      <a:pt x="133" y="134"/>
                    </a:lnTo>
                    <a:lnTo>
                      <a:pt x="122" y="130"/>
                    </a:lnTo>
                    <a:lnTo>
                      <a:pt x="110" y="128"/>
                    </a:lnTo>
                    <a:lnTo>
                      <a:pt x="98" y="126"/>
                    </a:lnTo>
                    <a:lnTo>
                      <a:pt x="69" y="19"/>
                    </a:lnTo>
                    <a:lnTo>
                      <a:pt x="69" y="19"/>
                    </a:lnTo>
                    <a:lnTo>
                      <a:pt x="68" y="15"/>
                    </a:lnTo>
                    <a:lnTo>
                      <a:pt x="65" y="10"/>
                    </a:lnTo>
                    <a:lnTo>
                      <a:pt x="61" y="7"/>
                    </a:lnTo>
                    <a:lnTo>
                      <a:pt x="58" y="4"/>
                    </a:lnTo>
                    <a:lnTo>
                      <a:pt x="53" y="2"/>
                    </a:lnTo>
                    <a:lnTo>
                      <a:pt x="49" y="0"/>
                    </a:lnTo>
                    <a:lnTo>
                      <a:pt x="43" y="0"/>
                    </a:lnTo>
                    <a:lnTo>
                      <a:pt x="39" y="2"/>
                    </a:lnTo>
                    <a:lnTo>
                      <a:pt x="39" y="2"/>
                    </a:lnTo>
                    <a:lnTo>
                      <a:pt x="34" y="3"/>
                    </a:lnTo>
                    <a:lnTo>
                      <a:pt x="30" y="6"/>
                    </a:lnTo>
                    <a:lnTo>
                      <a:pt x="26" y="10"/>
                    </a:lnTo>
                    <a:lnTo>
                      <a:pt x="23" y="13"/>
                    </a:lnTo>
                    <a:lnTo>
                      <a:pt x="22" y="18"/>
                    </a:lnTo>
                    <a:lnTo>
                      <a:pt x="20" y="22"/>
                    </a:lnTo>
                    <a:lnTo>
                      <a:pt x="20" y="27"/>
                    </a:lnTo>
                    <a:lnTo>
                      <a:pt x="20" y="32"/>
                    </a:lnTo>
                    <a:lnTo>
                      <a:pt x="49" y="139"/>
                    </a:lnTo>
                    <a:lnTo>
                      <a:pt x="49" y="139"/>
                    </a:lnTo>
                    <a:lnTo>
                      <a:pt x="38" y="145"/>
                    </a:lnTo>
                    <a:lnTo>
                      <a:pt x="28" y="155"/>
                    </a:lnTo>
                    <a:lnTo>
                      <a:pt x="20" y="164"/>
                    </a:lnTo>
                    <a:lnTo>
                      <a:pt x="15" y="175"/>
                    </a:lnTo>
                    <a:lnTo>
                      <a:pt x="11" y="187"/>
                    </a:lnTo>
                    <a:lnTo>
                      <a:pt x="8" y="201"/>
                    </a:lnTo>
                    <a:lnTo>
                      <a:pt x="8" y="216"/>
                    </a:lnTo>
                    <a:lnTo>
                      <a:pt x="11" y="232"/>
                    </a:lnTo>
                    <a:lnTo>
                      <a:pt x="11" y="232"/>
                    </a:lnTo>
                    <a:lnTo>
                      <a:pt x="26" y="285"/>
                    </a:lnTo>
                    <a:lnTo>
                      <a:pt x="26" y="285"/>
                    </a:lnTo>
                    <a:lnTo>
                      <a:pt x="26" y="285"/>
                    </a:lnTo>
                    <a:lnTo>
                      <a:pt x="26" y="294"/>
                    </a:lnTo>
                    <a:lnTo>
                      <a:pt x="24" y="301"/>
                    </a:lnTo>
                    <a:lnTo>
                      <a:pt x="20" y="308"/>
                    </a:lnTo>
                    <a:lnTo>
                      <a:pt x="15" y="313"/>
                    </a:lnTo>
                    <a:lnTo>
                      <a:pt x="5" y="321"/>
                    </a:lnTo>
                    <a:lnTo>
                      <a:pt x="0" y="324"/>
                    </a:lnTo>
                    <a:lnTo>
                      <a:pt x="10" y="361"/>
                    </a:lnTo>
                    <a:lnTo>
                      <a:pt x="144" y="325"/>
                    </a:lnTo>
                    <a:lnTo>
                      <a:pt x="144" y="141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58" name="iṩḻiḑe">
                <a:extLst>
                  <a:ext uri="{FF2B5EF4-FFF2-40B4-BE49-F238E27FC236}">
                    <a16:creationId xmlns:a16="http://schemas.microsoft.com/office/drawing/2014/main" id="{406ABF1D-A692-1098-511D-839E3A78E5B3}"/>
                  </a:ext>
                </a:extLst>
              </p:cNvPr>
              <p:cNvSpPr/>
              <p:nvPr/>
            </p:nvSpPr>
            <p:spPr bwMode="auto">
              <a:xfrm>
                <a:off x="3353173" y="2723258"/>
                <a:ext cx="494873" cy="537907"/>
              </a:xfrm>
              <a:custGeom>
                <a:avLst/>
                <a:gdLst>
                  <a:gd name="T0" fmla="*/ 268 w 345"/>
                  <a:gd name="T1" fmla="*/ 172 h 375"/>
                  <a:gd name="T2" fmla="*/ 258 w 345"/>
                  <a:gd name="T3" fmla="*/ 130 h 375"/>
                  <a:gd name="T4" fmla="*/ 264 w 345"/>
                  <a:gd name="T5" fmla="*/ 252 h 375"/>
                  <a:gd name="T6" fmla="*/ 296 w 345"/>
                  <a:gd name="T7" fmla="*/ 291 h 375"/>
                  <a:gd name="T8" fmla="*/ 281 w 345"/>
                  <a:gd name="T9" fmla="*/ 295 h 375"/>
                  <a:gd name="T10" fmla="*/ 281 w 345"/>
                  <a:gd name="T11" fmla="*/ 50 h 375"/>
                  <a:gd name="T12" fmla="*/ 296 w 345"/>
                  <a:gd name="T13" fmla="*/ 53 h 375"/>
                  <a:gd name="T14" fmla="*/ 264 w 345"/>
                  <a:gd name="T15" fmla="*/ 94 h 375"/>
                  <a:gd name="T16" fmla="*/ 284 w 345"/>
                  <a:gd name="T17" fmla="*/ 172 h 375"/>
                  <a:gd name="T18" fmla="*/ 336 w 345"/>
                  <a:gd name="T19" fmla="*/ 164 h 375"/>
                  <a:gd name="T20" fmla="*/ 344 w 345"/>
                  <a:gd name="T21" fmla="*/ 176 h 375"/>
                  <a:gd name="T22" fmla="*/ 289 w 345"/>
                  <a:gd name="T23" fmla="*/ 180 h 375"/>
                  <a:gd name="T24" fmla="*/ 173 w 345"/>
                  <a:gd name="T25" fmla="*/ 77 h 375"/>
                  <a:gd name="T26" fmla="*/ 243 w 345"/>
                  <a:gd name="T27" fmla="*/ 108 h 375"/>
                  <a:gd name="T28" fmla="*/ 245 w 345"/>
                  <a:gd name="T29" fmla="*/ 236 h 375"/>
                  <a:gd name="T30" fmla="*/ 222 w 345"/>
                  <a:gd name="T31" fmla="*/ 345 h 375"/>
                  <a:gd name="T32" fmla="*/ 178 w 345"/>
                  <a:gd name="T33" fmla="*/ 375 h 375"/>
                  <a:gd name="T34" fmla="*/ 207 w 345"/>
                  <a:gd name="T35" fmla="*/ 242 h 375"/>
                  <a:gd name="T36" fmla="*/ 238 w 345"/>
                  <a:gd name="T37" fmla="*/ 211 h 375"/>
                  <a:gd name="T38" fmla="*/ 248 w 345"/>
                  <a:gd name="T39" fmla="*/ 157 h 375"/>
                  <a:gd name="T40" fmla="*/ 203 w 345"/>
                  <a:gd name="T41" fmla="*/ 103 h 375"/>
                  <a:gd name="T42" fmla="*/ 173 w 345"/>
                  <a:gd name="T43" fmla="*/ 77 h 375"/>
                  <a:gd name="T44" fmla="*/ 250 w 345"/>
                  <a:gd name="T45" fmla="*/ 91 h 375"/>
                  <a:gd name="T46" fmla="*/ 258 w 345"/>
                  <a:gd name="T47" fmla="*/ 73 h 375"/>
                  <a:gd name="T48" fmla="*/ 250 w 345"/>
                  <a:gd name="T49" fmla="*/ 255 h 375"/>
                  <a:gd name="T50" fmla="*/ 258 w 345"/>
                  <a:gd name="T51" fmla="*/ 249 h 375"/>
                  <a:gd name="T52" fmla="*/ 180 w 345"/>
                  <a:gd name="T53" fmla="*/ 6 h 375"/>
                  <a:gd name="T54" fmla="*/ 176 w 345"/>
                  <a:gd name="T55" fmla="*/ 60 h 375"/>
                  <a:gd name="T56" fmla="*/ 157 w 345"/>
                  <a:gd name="T57" fmla="*/ 374 h 375"/>
                  <a:gd name="T58" fmla="*/ 120 w 345"/>
                  <a:gd name="T59" fmla="*/ 337 h 375"/>
                  <a:gd name="T60" fmla="*/ 93 w 345"/>
                  <a:gd name="T61" fmla="*/ 224 h 375"/>
                  <a:gd name="T62" fmla="*/ 111 w 345"/>
                  <a:gd name="T63" fmla="*/ 100 h 375"/>
                  <a:gd name="T64" fmla="*/ 173 w 345"/>
                  <a:gd name="T65" fmla="*/ 96 h 375"/>
                  <a:gd name="T66" fmla="*/ 119 w 345"/>
                  <a:gd name="T67" fmla="*/ 119 h 375"/>
                  <a:gd name="T68" fmla="*/ 97 w 345"/>
                  <a:gd name="T69" fmla="*/ 183 h 375"/>
                  <a:gd name="T70" fmla="*/ 126 w 345"/>
                  <a:gd name="T71" fmla="*/ 232 h 375"/>
                  <a:gd name="T72" fmla="*/ 139 w 345"/>
                  <a:gd name="T73" fmla="*/ 290 h 375"/>
                  <a:gd name="T74" fmla="*/ 173 w 345"/>
                  <a:gd name="T75" fmla="*/ 60 h 375"/>
                  <a:gd name="T76" fmla="*/ 164 w 345"/>
                  <a:gd name="T77" fmla="*/ 54 h 375"/>
                  <a:gd name="T78" fmla="*/ 169 w 345"/>
                  <a:gd name="T79" fmla="*/ 0 h 375"/>
                  <a:gd name="T80" fmla="*/ 93 w 345"/>
                  <a:gd name="T81" fmla="*/ 264 h 375"/>
                  <a:gd name="T82" fmla="*/ 93 w 345"/>
                  <a:gd name="T83" fmla="*/ 252 h 375"/>
                  <a:gd name="T84" fmla="*/ 86 w 345"/>
                  <a:gd name="T85" fmla="*/ 96 h 375"/>
                  <a:gd name="T86" fmla="*/ 94 w 345"/>
                  <a:gd name="T87" fmla="*/ 84 h 375"/>
                  <a:gd name="T88" fmla="*/ 82 w 345"/>
                  <a:gd name="T89" fmla="*/ 203 h 375"/>
                  <a:gd name="T90" fmla="*/ 80 w 345"/>
                  <a:gd name="T91" fmla="*/ 152 h 375"/>
                  <a:gd name="T92" fmla="*/ 86 w 345"/>
                  <a:gd name="T93" fmla="*/ 96 h 375"/>
                  <a:gd name="T94" fmla="*/ 50 w 345"/>
                  <a:gd name="T95" fmla="*/ 64 h 375"/>
                  <a:gd name="T96" fmla="*/ 53 w 345"/>
                  <a:gd name="T97" fmla="*/ 49 h 375"/>
                  <a:gd name="T98" fmla="*/ 86 w 345"/>
                  <a:gd name="T99" fmla="*/ 249 h 375"/>
                  <a:gd name="T100" fmla="*/ 53 w 345"/>
                  <a:gd name="T101" fmla="*/ 297 h 375"/>
                  <a:gd name="T102" fmla="*/ 50 w 345"/>
                  <a:gd name="T103" fmla="*/ 282 h 375"/>
                  <a:gd name="T104" fmla="*/ 86 w 345"/>
                  <a:gd name="T105" fmla="*/ 249 h 375"/>
                  <a:gd name="T106" fmla="*/ 57 w 345"/>
                  <a:gd name="T107" fmla="*/ 167 h 375"/>
                  <a:gd name="T108" fmla="*/ 54 w 345"/>
                  <a:gd name="T109" fmla="*/ 180 h 375"/>
                  <a:gd name="T110" fmla="*/ 0 w 345"/>
                  <a:gd name="T111" fmla="*/ 176 h 375"/>
                  <a:gd name="T112" fmla="*/ 8 w 345"/>
                  <a:gd name="T113" fmla="*/ 164 h 3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45" h="375">
                    <a:moveTo>
                      <a:pt x="258" y="130"/>
                    </a:moveTo>
                    <a:lnTo>
                      <a:pt x="258" y="130"/>
                    </a:lnTo>
                    <a:lnTo>
                      <a:pt x="262" y="141"/>
                    </a:lnTo>
                    <a:lnTo>
                      <a:pt x="266" y="150"/>
                    </a:lnTo>
                    <a:lnTo>
                      <a:pt x="268" y="161"/>
                    </a:lnTo>
                    <a:lnTo>
                      <a:pt x="268" y="172"/>
                    </a:lnTo>
                    <a:lnTo>
                      <a:pt x="268" y="172"/>
                    </a:lnTo>
                    <a:lnTo>
                      <a:pt x="268" y="184"/>
                    </a:lnTo>
                    <a:lnTo>
                      <a:pt x="266" y="194"/>
                    </a:lnTo>
                    <a:lnTo>
                      <a:pt x="262" y="205"/>
                    </a:lnTo>
                    <a:lnTo>
                      <a:pt x="258" y="214"/>
                    </a:lnTo>
                    <a:lnTo>
                      <a:pt x="258" y="130"/>
                    </a:lnTo>
                    <a:lnTo>
                      <a:pt x="258" y="130"/>
                    </a:lnTo>
                    <a:close/>
                    <a:moveTo>
                      <a:pt x="258" y="272"/>
                    </a:moveTo>
                    <a:lnTo>
                      <a:pt x="258" y="249"/>
                    </a:lnTo>
                    <a:lnTo>
                      <a:pt x="258" y="249"/>
                    </a:lnTo>
                    <a:lnTo>
                      <a:pt x="261" y="251"/>
                    </a:lnTo>
                    <a:lnTo>
                      <a:pt x="264" y="252"/>
                    </a:lnTo>
                    <a:lnTo>
                      <a:pt x="264" y="252"/>
                    </a:lnTo>
                    <a:lnTo>
                      <a:pt x="295" y="282"/>
                    </a:lnTo>
                    <a:lnTo>
                      <a:pt x="295" y="282"/>
                    </a:lnTo>
                    <a:lnTo>
                      <a:pt x="296" y="286"/>
                    </a:lnTo>
                    <a:lnTo>
                      <a:pt x="296" y="289"/>
                    </a:lnTo>
                    <a:lnTo>
                      <a:pt x="296" y="291"/>
                    </a:lnTo>
                    <a:lnTo>
                      <a:pt x="295" y="295"/>
                    </a:lnTo>
                    <a:lnTo>
                      <a:pt x="295" y="295"/>
                    </a:lnTo>
                    <a:lnTo>
                      <a:pt x="291" y="297"/>
                    </a:lnTo>
                    <a:lnTo>
                      <a:pt x="288" y="298"/>
                    </a:lnTo>
                    <a:lnTo>
                      <a:pt x="284" y="297"/>
                    </a:lnTo>
                    <a:lnTo>
                      <a:pt x="281" y="295"/>
                    </a:lnTo>
                    <a:lnTo>
                      <a:pt x="258" y="272"/>
                    </a:lnTo>
                    <a:lnTo>
                      <a:pt x="258" y="272"/>
                    </a:lnTo>
                    <a:close/>
                    <a:moveTo>
                      <a:pt x="258" y="96"/>
                    </a:moveTo>
                    <a:lnTo>
                      <a:pt x="258" y="73"/>
                    </a:lnTo>
                    <a:lnTo>
                      <a:pt x="281" y="50"/>
                    </a:lnTo>
                    <a:lnTo>
                      <a:pt x="281" y="50"/>
                    </a:lnTo>
                    <a:lnTo>
                      <a:pt x="284" y="49"/>
                    </a:lnTo>
                    <a:lnTo>
                      <a:pt x="288" y="48"/>
                    </a:lnTo>
                    <a:lnTo>
                      <a:pt x="291" y="49"/>
                    </a:lnTo>
                    <a:lnTo>
                      <a:pt x="295" y="50"/>
                    </a:lnTo>
                    <a:lnTo>
                      <a:pt x="295" y="50"/>
                    </a:lnTo>
                    <a:lnTo>
                      <a:pt x="296" y="53"/>
                    </a:lnTo>
                    <a:lnTo>
                      <a:pt x="296" y="57"/>
                    </a:lnTo>
                    <a:lnTo>
                      <a:pt x="296" y="60"/>
                    </a:lnTo>
                    <a:lnTo>
                      <a:pt x="295" y="64"/>
                    </a:lnTo>
                    <a:lnTo>
                      <a:pt x="264" y="94"/>
                    </a:lnTo>
                    <a:lnTo>
                      <a:pt x="264" y="94"/>
                    </a:lnTo>
                    <a:lnTo>
                      <a:pt x="264" y="94"/>
                    </a:lnTo>
                    <a:lnTo>
                      <a:pt x="261" y="95"/>
                    </a:lnTo>
                    <a:lnTo>
                      <a:pt x="258" y="96"/>
                    </a:lnTo>
                    <a:lnTo>
                      <a:pt x="258" y="96"/>
                    </a:lnTo>
                    <a:close/>
                    <a:moveTo>
                      <a:pt x="284" y="172"/>
                    </a:moveTo>
                    <a:lnTo>
                      <a:pt x="284" y="172"/>
                    </a:lnTo>
                    <a:lnTo>
                      <a:pt x="284" y="172"/>
                    </a:lnTo>
                    <a:lnTo>
                      <a:pt x="285" y="169"/>
                    </a:lnTo>
                    <a:lnTo>
                      <a:pt x="287" y="167"/>
                    </a:lnTo>
                    <a:lnTo>
                      <a:pt x="289" y="164"/>
                    </a:lnTo>
                    <a:lnTo>
                      <a:pt x="294" y="164"/>
                    </a:lnTo>
                    <a:lnTo>
                      <a:pt x="336" y="164"/>
                    </a:lnTo>
                    <a:lnTo>
                      <a:pt x="336" y="164"/>
                    </a:lnTo>
                    <a:lnTo>
                      <a:pt x="340" y="164"/>
                    </a:lnTo>
                    <a:lnTo>
                      <a:pt x="342" y="167"/>
                    </a:lnTo>
                    <a:lnTo>
                      <a:pt x="344" y="169"/>
                    </a:lnTo>
                    <a:lnTo>
                      <a:pt x="345" y="172"/>
                    </a:lnTo>
                    <a:lnTo>
                      <a:pt x="345" y="172"/>
                    </a:lnTo>
                    <a:lnTo>
                      <a:pt x="344" y="176"/>
                    </a:lnTo>
                    <a:lnTo>
                      <a:pt x="342" y="179"/>
                    </a:lnTo>
                    <a:lnTo>
                      <a:pt x="340" y="180"/>
                    </a:lnTo>
                    <a:lnTo>
                      <a:pt x="336" y="182"/>
                    </a:lnTo>
                    <a:lnTo>
                      <a:pt x="294" y="182"/>
                    </a:lnTo>
                    <a:lnTo>
                      <a:pt x="294" y="182"/>
                    </a:lnTo>
                    <a:lnTo>
                      <a:pt x="289" y="180"/>
                    </a:lnTo>
                    <a:lnTo>
                      <a:pt x="287" y="179"/>
                    </a:lnTo>
                    <a:lnTo>
                      <a:pt x="285" y="176"/>
                    </a:lnTo>
                    <a:lnTo>
                      <a:pt x="284" y="172"/>
                    </a:lnTo>
                    <a:lnTo>
                      <a:pt x="284" y="172"/>
                    </a:lnTo>
                    <a:close/>
                    <a:moveTo>
                      <a:pt x="173" y="77"/>
                    </a:moveTo>
                    <a:lnTo>
                      <a:pt x="173" y="77"/>
                    </a:lnTo>
                    <a:lnTo>
                      <a:pt x="187" y="79"/>
                    </a:lnTo>
                    <a:lnTo>
                      <a:pt x="200" y="81"/>
                    </a:lnTo>
                    <a:lnTo>
                      <a:pt x="212" y="85"/>
                    </a:lnTo>
                    <a:lnTo>
                      <a:pt x="224" y="92"/>
                    </a:lnTo>
                    <a:lnTo>
                      <a:pt x="235" y="100"/>
                    </a:lnTo>
                    <a:lnTo>
                      <a:pt x="243" y="108"/>
                    </a:lnTo>
                    <a:lnTo>
                      <a:pt x="252" y="119"/>
                    </a:lnTo>
                    <a:lnTo>
                      <a:pt x="258" y="130"/>
                    </a:lnTo>
                    <a:lnTo>
                      <a:pt x="258" y="214"/>
                    </a:lnTo>
                    <a:lnTo>
                      <a:pt x="258" y="214"/>
                    </a:lnTo>
                    <a:lnTo>
                      <a:pt x="252" y="225"/>
                    </a:lnTo>
                    <a:lnTo>
                      <a:pt x="245" y="236"/>
                    </a:lnTo>
                    <a:lnTo>
                      <a:pt x="235" y="245"/>
                    </a:lnTo>
                    <a:lnTo>
                      <a:pt x="224" y="252"/>
                    </a:lnTo>
                    <a:lnTo>
                      <a:pt x="224" y="328"/>
                    </a:lnTo>
                    <a:lnTo>
                      <a:pt x="224" y="328"/>
                    </a:lnTo>
                    <a:lnTo>
                      <a:pt x="224" y="337"/>
                    </a:lnTo>
                    <a:lnTo>
                      <a:pt x="222" y="345"/>
                    </a:lnTo>
                    <a:lnTo>
                      <a:pt x="216" y="354"/>
                    </a:lnTo>
                    <a:lnTo>
                      <a:pt x="211" y="360"/>
                    </a:lnTo>
                    <a:lnTo>
                      <a:pt x="204" y="367"/>
                    </a:lnTo>
                    <a:lnTo>
                      <a:pt x="196" y="371"/>
                    </a:lnTo>
                    <a:lnTo>
                      <a:pt x="188" y="374"/>
                    </a:lnTo>
                    <a:lnTo>
                      <a:pt x="178" y="375"/>
                    </a:lnTo>
                    <a:lnTo>
                      <a:pt x="173" y="375"/>
                    </a:lnTo>
                    <a:lnTo>
                      <a:pt x="173" y="290"/>
                    </a:lnTo>
                    <a:lnTo>
                      <a:pt x="206" y="290"/>
                    </a:lnTo>
                    <a:lnTo>
                      <a:pt x="206" y="247"/>
                    </a:lnTo>
                    <a:lnTo>
                      <a:pt x="206" y="247"/>
                    </a:lnTo>
                    <a:lnTo>
                      <a:pt x="207" y="242"/>
                    </a:lnTo>
                    <a:lnTo>
                      <a:pt x="211" y="238"/>
                    </a:lnTo>
                    <a:lnTo>
                      <a:pt x="211" y="238"/>
                    </a:lnTo>
                    <a:lnTo>
                      <a:pt x="219" y="233"/>
                    </a:lnTo>
                    <a:lnTo>
                      <a:pt x="226" y="226"/>
                    </a:lnTo>
                    <a:lnTo>
                      <a:pt x="233" y="219"/>
                    </a:lnTo>
                    <a:lnTo>
                      <a:pt x="238" y="211"/>
                    </a:lnTo>
                    <a:lnTo>
                      <a:pt x="242" y="202"/>
                    </a:lnTo>
                    <a:lnTo>
                      <a:pt x="246" y="192"/>
                    </a:lnTo>
                    <a:lnTo>
                      <a:pt x="248" y="183"/>
                    </a:lnTo>
                    <a:lnTo>
                      <a:pt x="249" y="172"/>
                    </a:lnTo>
                    <a:lnTo>
                      <a:pt x="249" y="172"/>
                    </a:lnTo>
                    <a:lnTo>
                      <a:pt x="248" y="157"/>
                    </a:lnTo>
                    <a:lnTo>
                      <a:pt x="242" y="144"/>
                    </a:lnTo>
                    <a:lnTo>
                      <a:pt x="235" y="130"/>
                    </a:lnTo>
                    <a:lnTo>
                      <a:pt x="226" y="119"/>
                    </a:lnTo>
                    <a:lnTo>
                      <a:pt x="226" y="119"/>
                    </a:lnTo>
                    <a:lnTo>
                      <a:pt x="215" y="110"/>
                    </a:lnTo>
                    <a:lnTo>
                      <a:pt x="203" y="103"/>
                    </a:lnTo>
                    <a:lnTo>
                      <a:pt x="188" y="99"/>
                    </a:lnTo>
                    <a:lnTo>
                      <a:pt x="173" y="96"/>
                    </a:lnTo>
                    <a:lnTo>
                      <a:pt x="173" y="96"/>
                    </a:lnTo>
                    <a:lnTo>
                      <a:pt x="173" y="77"/>
                    </a:lnTo>
                    <a:lnTo>
                      <a:pt x="173" y="77"/>
                    </a:lnTo>
                    <a:lnTo>
                      <a:pt x="173" y="77"/>
                    </a:lnTo>
                    <a:close/>
                    <a:moveTo>
                      <a:pt x="258" y="73"/>
                    </a:moveTo>
                    <a:lnTo>
                      <a:pt x="252" y="81"/>
                    </a:lnTo>
                    <a:lnTo>
                      <a:pt x="252" y="81"/>
                    </a:lnTo>
                    <a:lnTo>
                      <a:pt x="250" y="84"/>
                    </a:lnTo>
                    <a:lnTo>
                      <a:pt x="249" y="87"/>
                    </a:lnTo>
                    <a:lnTo>
                      <a:pt x="250" y="91"/>
                    </a:lnTo>
                    <a:lnTo>
                      <a:pt x="252" y="94"/>
                    </a:lnTo>
                    <a:lnTo>
                      <a:pt x="252" y="94"/>
                    </a:lnTo>
                    <a:lnTo>
                      <a:pt x="254" y="95"/>
                    </a:lnTo>
                    <a:lnTo>
                      <a:pt x="258" y="96"/>
                    </a:lnTo>
                    <a:lnTo>
                      <a:pt x="258" y="73"/>
                    </a:lnTo>
                    <a:lnTo>
                      <a:pt x="258" y="73"/>
                    </a:lnTo>
                    <a:close/>
                    <a:moveTo>
                      <a:pt x="258" y="249"/>
                    </a:moveTo>
                    <a:lnTo>
                      <a:pt x="258" y="249"/>
                    </a:lnTo>
                    <a:lnTo>
                      <a:pt x="254" y="251"/>
                    </a:lnTo>
                    <a:lnTo>
                      <a:pt x="252" y="252"/>
                    </a:lnTo>
                    <a:lnTo>
                      <a:pt x="252" y="252"/>
                    </a:lnTo>
                    <a:lnTo>
                      <a:pt x="250" y="255"/>
                    </a:lnTo>
                    <a:lnTo>
                      <a:pt x="249" y="259"/>
                    </a:lnTo>
                    <a:lnTo>
                      <a:pt x="250" y="261"/>
                    </a:lnTo>
                    <a:lnTo>
                      <a:pt x="252" y="264"/>
                    </a:lnTo>
                    <a:lnTo>
                      <a:pt x="258" y="272"/>
                    </a:lnTo>
                    <a:lnTo>
                      <a:pt x="258" y="249"/>
                    </a:lnTo>
                    <a:lnTo>
                      <a:pt x="258" y="249"/>
                    </a:lnTo>
                    <a:close/>
                    <a:moveTo>
                      <a:pt x="173" y="60"/>
                    </a:moveTo>
                    <a:lnTo>
                      <a:pt x="173" y="0"/>
                    </a:lnTo>
                    <a:lnTo>
                      <a:pt x="173" y="0"/>
                    </a:lnTo>
                    <a:lnTo>
                      <a:pt x="176" y="1"/>
                    </a:lnTo>
                    <a:lnTo>
                      <a:pt x="178" y="3"/>
                    </a:lnTo>
                    <a:lnTo>
                      <a:pt x="180" y="6"/>
                    </a:lnTo>
                    <a:lnTo>
                      <a:pt x="181" y="8"/>
                    </a:lnTo>
                    <a:lnTo>
                      <a:pt x="181" y="52"/>
                    </a:lnTo>
                    <a:lnTo>
                      <a:pt x="181" y="52"/>
                    </a:lnTo>
                    <a:lnTo>
                      <a:pt x="180" y="54"/>
                    </a:lnTo>
                    <a:lnTo>
                      <a:pt x="178" y="57"/>
                    </a:lnTo>
                    <a:lnTo>
                      <a:pt x="176" y="60"/>
                    </a:lnTo>
                    <a:lnTo>
                      <a:pt x="173" y="60"/>
                    </a:lnTo>
                    <a:lnTo>
                      <a:pt x="173" y="60"/>
                    </a:lnTo>
                    <a:close/>
                    <a:moveTo>
                      <a:pt x="173" y="375"/>
                    </a:moveTo>
                    <a:lnTo>
                      <a:pt x="166" y="375"/>
                    </a:lnTo>
                    <a:lnTo>
                      <a:pt x="166" y="375"/>
                    </a:lnTo>
                    <a:lnTo>
                      <a:pt x="157" y="374"/>
                    </a:lnTo>
                    <a:lnTo>
                      <a:pt x="147" y="371"/>
                    </a:lnTo>
                    <a:lnTo>
                      <a:pt x="139" y="367"/>
                    </a:lnTo>
                    <a:lnTo>
                      <a:pt x="132" y="360"/>
                    </a:lnTo>
                    <a:lnTo>
                      <a:pt x="127" y="354"/>
                    </a:lnTo>
                    <a:lnTo>
                      <a:pt x="123" y="345"/>
                    </a:lnTo>
                    <a:lnTo>
                      <a:pt x="120" y="337"/>
                    </a:lnTo>
                    <a:lnTo>
                      <a:pt x="119" y="328"/>
                    </a:lnTo>
                    <a:lnTo>
                      <a:pt x="119" y="252"/>
                    </a:lnTo>
                    <a:lnTo>
                      <a:pt x="119" y="252"/>
                    </a:lnTo>
                    <a:lnTo>
                      <a:pt x="109" y="244"/>
                    </a:lnTo>
                    <a:lnTo>
                      <a:pt x="100" y="234"/>
                    </a:lnTo>
                    <a:lnTo>
                      <a:pt x="93" y="224"/>
                    </a:lnTo>
                    <a:lnTo>
                      <a:pt x="86" y="213"/>
                    </a:lnTo>
                    <a:lnTo>
                      <a:pt x="86" y="131"/>
                    </a:lnTo>
                    <a:lnTo>
                      <a:pt x="86" y="131"/>
                    </a:lnTo>
                    <a:lnTo>
                      <a:pt x="93" y="121"/>
                    </a:lnTo>
                    <a:lnTo>
                      <a:pt x="101" y="110"/>
                    </a:lnTo>
                    <a:lnTo>
                      <a:pt x="111" y="100"/>
                    </a:lnTo>
                    <a:lnTo>
                      <a:pt x="122" y="92"/>
                    </a:lnTo>
                    <a:lnTo>
                      <a:pt x="132" y="85"/>
                    </a:lnTo>
                    <a:lnTo>
                      <a:pt x="146" y="81"/>
                    </a:lnTo>
                    <a:lnTo>
                      <a:pt x="158" y="79"/>
                    </a:lnTo>
                    <a:lnTo>
                      <a:pt x="173" y="77"/>
                    </a:lnTo>
                    <a:lnTo>
                      <a:pt x="173" y="96"/>
                    </a:lnTo>
                    <a:lnTo>
                      <a:pt x="173" y="96"/>
                    </a:lnTo>
                    <a:lnTo>
                      <a:pt x="158" y="99"/>
                    </a:lnTo>
                    <a:lnTo>
                      <a:pt x="143" y="103"/>
                    </a:lnTo>
                    <a:lnTo>
                      <a:pt x="131" y="110"/>
                    </a:lnTo>
                    <a:lnTo>
                      <a:pt x="119" y="119"/>
                    </a:lnTo>
                    <a:lnTo>
                      <a:pt x="119" y="119"/>
                    </a:lnTo>
                    <a:lnTo>
                      <a:pt x="109" y="130"/>
                    </a:lnTo>
                    <a:lnTo>
                      <a:pt x="103" y="144"/>
                    </a:lnTo>
                    <a:lnTo>
                      <a:pt x="99" y="157"/>
                    </a:lnTo>
                    <a:lnTo>
                      <a:pt x="97" y="172"/>
                    </a:lnTo>
                    <a:lnTo>
                      <a:pt x="97" y="172"/>
                    </a:lnTo>
                    <a:lnTo>
                      <a:pt x="97" y="183"/>
                    </a:lnTo>
                    <a:lnTo>
                      <a:pt x="100" y="192"/>
                    </a:lnTo>
                    <a:lnTo>
                      <a:pt x="103" y="202"/>
                    </a:lnTo>
                    <a:lnTo>
                      <a:pt x="107" y="210"/>
                    </a:lnTo>
                    <a:lnTo>
                      <a:pt x="112" y="218"/>
                    </a:lnTo>
                    <a:lnTo>
                      <a:pt x="119" y="226"/>
                    </a:lnTo>
                    <a:lnTo>
                      <a:pt x="126" y="232"/>
                    </a:lnTo>
                    <a:lnTo>
                      <a:pt x="134" y="237"/>
                    </a:lnTo>
                    <a:lnTo>
                      <a:pt x="134" y="237"/>
                    </a:lnTo>
                    <a:lnTo>
                      <a:pt x="134" y="237"/>
                    </a:lnTo>
                    <a:lnTo>
                      <a:pt x="138" y="241"/>
                    </a:lnTo>
                    <a:lnTo>
                      <a:pt x="139" y="247"/>
                    </a:lnTo>
                    <a:lnTo>
                      <a:pt x="139" y="290"/>
                    </a:lnTo>
                    <a:lnTo>
                      <a:pt x="173" y="290"/>
                    </a:lnTo>
                    <a:lnTo>
                      <a:pt x="173" y="375"/>
                    </a:lnTo>
                    <a:lnTo>
                      <a:pt x="173" y="375"/>
                    </a:lnTo>
                    <a:close/>
                    <a:moveTo>
                      <a:pt x="173" y="0"/>
                    </a:moveTo>
                    <a:lnTo>
                      <a:pt x="173" y="60"/>
                    </a:lnTo>
                    <a:lnTo>
                      <a:pt x="173" y="60"/>
                    </a:lnTo>
                    <a:lnTo>
                      <a:pt x="172" y="60"/>
                    </a:lnTo>
                    <a:lnTo>
                      <a:pt x="172" y="60"/>
                    </a:lnTo>
                    <a:lnTo>
                      <a:pt x="172" y="60"/>
                    </a:lnTo>
                    <a:lnTo>
                      <a:pt x="169" y="60"/>
                    </a:lnTo>
                    <a:lnTo>
                      <a:pt x="166" y="58"/>
                    </a:lnTo>
                    <a:lnTo>
                      <a:pt x="164" y="54"/>
                    </a:lnTo>
                    <a:lnTo>
                      <a:pt x="164" y="52"/>
                    </a:lnTo>
                    <a:lnTo>
                      <a:pt x="164" y="8"/>
                    </a:lnTo>
                    <a:lnTo>
                      <a:pt x="164" y="8"/>
                    </a:lnTo>
                    <a:lnTo>
                      <a:pt x="164" y="6"/>
                    </a:lnTo>
                    <a:lnTo>
                      <a:pt x="166" y="3"/>
                    </a:lnTo>
                    <a:lnTo>
                      <a:pt x="169" y="0"/>
                    </a:lnTo>
                    <a:lnTo>
                      <a:pt x="172" y="0"/>
                    </a:lnTo>
                    <a:lnTo>
                      <a:pt x="172" y="0"/>
                    </a:lnTo>
                    <a:lnTo>
                      <a:pt x="173" y="0"/>
                    </a:lnTo>
                    <a:lnTo>
                      <a:pt x="173" y="0"/>
                    </a:lnTo>
                    <a:close/>
                    <a:moveTo>
                      <a:pt x="86" y="271"/>
                    </a:moveTo>
                    <a:lnTo>
                      <a:pt x="93" y="264"/>
                    </a:lnTo>
                    <a:lnTo>
                      <a:pt x="93" y="264"/>
                    </a:lnTo>
                    <a:lnTo>
                      <a:pt x="94" y="261"/>
                    </a:lnTo>
                    <a:lnTo>
                      <a:pt x="96" y="259"/>
                    </a:lnTo>
                    <a:lnTo>
                      <a:pt x="94" y="255"/>
                    </a:lnTo>
                    <a:lnTo>
                      <a:pt x="93" y="252"/>
                    </a:lnTo>
                    <a:lnTo>
                      <a:pt x="93" y="252"/>
                    </a:lnTo>
                    <a:lnTo>
                      <a:pt x="90" y="251"/>
                    </a:lnTo>
                    <a:lnTo>
                      <a:pt x="86" y="249"/>
                    </a:lnTo>
                    <a:lnTo>
                      <a:pt x="86" y="271"/>
                    </a:lnTo>
                    <a:lnTo>
                      <a:pt x="86" y="271"/>
                    </a:lnTo>
                    <a:close/>
                    <a:moveTo>
                      <a:pt x="86" y="96"/>
                    </a:moveTo>
                    <a:lnTo>
                      <a:pt x="86" y="96"/>
                    </a:lnTo>
                    <a:lnTo>
                      <a:pt x="90" y="95"/>
                    </a:lnTo>
                    <a:lnTo>
                      <a:pt x="93" y="94"/>
                    </a:lnTo>
                    <a:lnTo>
                      <a:pt x="93" y="94"/>
                    </a:lnTo>
                    <a:lnTo>
                      <a:pt x="94" y="91"/>
                    </a:lnTo>
                    <a:lnTo>
                      <a:pt x="96" y="87"/>
                    </a:lnTo>
                    <a:lnTo>
                      <a:pt x="94" y="84"/>
                    </a:lnTo>
                    <a:lnTo>
                      <a:pt x="93" y="81"/>
                    </a:lnTo>
                    <a:lnTo>
                      <a:pt x="86" y="75"/>
                    </a:lnTo>
                    <a:lnTo>
                      <a:pt x="86" y="96"/>
                    </a:lnTo>
                    <a:close/>
                    <a:moveTo>
                      <a:pt x="86" y="213"/>
                    </a:moveTo>
                    <a:lnTo>
                      <a:pt x="86" y="213"/>
                    </a:lnTo>
                    <a:lnTo>
                      <a:pt x="82" y="203"/>
                    </a:lnTo>
                    <a:lnTo>
                      <a:pt x="80" y="194"/>
                    </a:lnTo>
                    <a:lnTo>
                      <a:pt x="78" y="183"/>
                    </a:lnTo>
                    <a:lnTo>
                      <a:pt x="77" y="172"/>
                    </a:lnTo>
                    <a:lnTo>
                      <a:pt x="77" y="172"/>
                    </a:lnTo>
                    <a:lnTo>
                      <a:pt x="78" y="161"/>
                    </a:lnTo>
                    <a:lnTo>
                      <a:pt x="80" y="152"/>
                    </a:lnTo>
                    <a:lnTo>
                      <a:pt x="82" y="141"/>
                    </a:lnTo>
                    <a:lnTo>
                      <a:pt x="86" y="131"/>
                    </a:lnTo>
                    <a:lnTo>
                      <a:pt x="86" y="213"/>
                    </a:lnTo>
                    <a:lnTo>
                      <a:pt x="86" y="213"/>
                    </a:lnTo>
                    <a:close/>
                    <a:moveTo>
                      <a:pt x="86" y="75"/>
                    </a:moveTo>
                    <a:lnTo>
                      <a:pt x="86" y="96"/>
                    </a:lnTo>
                    <a:lnTo>
                      <a:pt x="86" y="96"/>
                    </a:lnTo>
                    <a:lnTo>
                      <a:pt x="84" y="95"/>
                    </a:lnTo>
                    <a:lnTo>
                      <a:pt x="80" y="94"/>
                    </a:lnTo>
                    <a:lnTo>
                      <a:pt x="80" y="94"/>
                    </a:lnTo>
                    <a:lnTo>
                      <a:pt x="50" y="64"/>
                    </a:lnTo>
                    <a:lnTo>
                      <a:pt x="50" y="64"/>
                    </a:lnTo>
                    <a:lnTo>
                      <a:pt x="48" y="60"/>
                    </a:lnTo>
                    <a:lnTo>
                      <a:pt x="47" y="57"/>
                    </a:lnTo>
                    <a:lnTo>
                      <a:pt x="48" y="53"/>
                    </a:lnTo>
                    <a:lnTo>
                      <a:pt x="50" y="50"/>
                    </a:lnTo>
                    <a:lnTo>
                      <a:pt x="50" y="50"/>
                    </a:lnTo>
                    <a:lnTo>
                      <a:pt x="53" y="49"/>
                    </a:lnTo>
                    <a:lnTo>
                      <a:pt x="57" y="48"/>
                    </a:lnTo>
                    <a:lnTo>
                      <a:pt x="59" y="49"/>
                    </a:lnTo>
                    <a:lnTo>
                      <a:pt x="62" y="50"/>
                    </a:lnTo>
                    <a:lnTo>
                      <a:pt x="86" y="75"/>
                    </a:lnTo>
                    <a:lnTo>
                      <a:pt x="86" y="75"/>
                    </a:lnTo>
                    <a:close/>
                    <a:moveTo>
                      <a:pt x="86" y="249"/>
                    </a:moveTo>
                    <a:lnTo>
                      <a:pt x="86" y="271"/>
                    </a:lnTo>
                    <a:lnTo>
                      <a:pt x="62" y="295"/>
                    </a:lnTo>
                    <a:lnTo>
                      <a:pt x="62" y="295"/>
                    </a:lnTo>
                    <a:lnTo>
                      <a:pt x="59" y="297"/>
                    </a:lnTo>
                    <a:lnTo>
                      <a:pt x="57" y="298"/>
                    </a:lnTo>
                    <a:lnTo>
                      <a:pt x="53" y="297"/>
                    </a:lnTo>
                    <a:lnTo>
                      <a:pt x="50" y="295"/>
                    </a:lnTo>
                    <a:lnTo>
                      <a:pt x="50" y="295"/>
                    </a:lnTo>
                    <a:lnTo>
                      <a:pt x="48" y="291"/>
                    </a:lnTo>
                    <a:lnTo>
                      <a:pt x="47" y="289"/>
                    </a:lnTo>
                    <a:lnTo>
                      <a:pt x="48" y="286"/>
                    </a:lnTo>
                    <a:lnTo>
                      <a:pt x="50" y="282"/>
                    </a:lnTo>
                    <a:lnTo>
                      <a:pt x="80" y="252"/>
                    </a:lnTo>
                    <a:lnTo>
                      <a:pt x="80" y="252"/>
                    </a:lnTo>
                    <a:lnTo>
                      <a:pt x="80" y="252"/>
                    </a:lnTo>
                    <a:lnTo>
                      <a:pt x="84" y="251"/>
                    </a:lnTo>
                    <a:lnTo>
                      <a:pt x="86" y="249"/>
                    </a:lnTo>
                    <a:lnTo>
                      <a:pt x="86" y="249"/>
                    </a:lnTo>
                    <a:close/>
                    <a:moveTo>
                      <a:pt x="8" y="164"/>
                    </a:moveTo>
                    <a:lnTo>
                      <a:pt x="8" y="164"/>
                    </a:lnTo>
                    <a:lnTo>
                      <a:pt x="51" y="164"/>
                    </a:lnTo>
                    <a:lnTo>
                      <a:pt x="51" y="164"/>
                    </a:lnTo>
                    <a:lnTo>
                      <a:pt x="54" y="164"/>
                    </a:lnTo>
                    <a:lnTo>
                      <a:pt x="57" y="167"/>
                    </a:lnTo>
                    <a:lnTo>
                      <a:pt x="59" y="169"/>
                    </a:lnTo>
                    <a:lnTo>
                      <a:pt x="59" y="172"/>
                    </a:lnTo>
                    <a:lnTo>
                      <a:pt x="59" y="172"/>
                    </a:lnTo>
                    <a:lnTo>
                      <a:pt x="59" y="176"/>
                    </a:lnTo>
                    <a:lnTo>
                      <a:pt x="57" y="179"/>
                    </a:lnTo>
                    <a:lnTo>
                      <a:pt x="54" y="180"/>
                    </a:lnTo>
                    <a:lnTo>
                      <a:pt x="51" y="182"/>
                    </a:lnTo>
                    <a:lnTo>
                      <a:pt x="8" y="182"/>
                    </a:lnTo>
                    <a:lnTo>
                      <a:pt x="8" y="182"/>
                    </a:lnTo>
                    <a:lnTo>
                      <a:pt x="5" y="180"/>
                    </a:lnTo>
                    <a:lnTo>
                      <a:pt x="2" y="179"/>
                    </a:lnTo>
                    <a:lnTo>
                      <a:pt x="0" y="176"/>
                    </a:lnTo>
                    <a:lnTo>
                      <a:pt x="0" y="172"/>
                    </a:lnTo>
                    <a:lnTo>
                      <a:pt x="0" y="172"/>
                    </a:lnTo>
                    <a:lnTo>
                      <a:pt x="0" y="169"/>
                    </a:lnTo>
                    <a:lnTo>
                      <a:pt x="2" y="167"/>
                    </a:lnTo>
                    <a:lnTo>
                      <a:pt x="5" y="164"/>
                    </a:lnTo>
                    <a:lnTo>
                      <a:pt x="8" y="164"/>
                    </a:lnTo>
                    <a:lnTo>
                      <a:pt x="8" y="164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59" name="íŝļîḋé">
                <a:extLst>
                  <a:ext uri="{FF2B5EF4-FFF2-40B4-BE49-F238E27FC236}">
                    <a16:creationId xmlns:a16="http://schemas.microsoft.com/office/drawing/2014/main" id="{903D8A83-1BDA-0BCA-FC85-4677AE116277}"/>
                  </a:ext>
                </a:extLst>
              </p:cNvPr>
              <p:cNvSpPr/>
              <p:nvPr/>
            </p:nvSpPr>
            <p:spPr bwMode="auto">
              <a:xfrm>
                <a:off x="1550111" y="1327572"/>
                <a:ext cx="466186" cy="456144"/>
              </a:xfrm>
              <a:custGeom>
                <a:avLst/>
                <a:gdLst>
                  <a:gd name="T0" fmla="*/ 200 w 325"/>
                  <a:gd name="T1" fmla="*/ 35 h 318"/>
                  <a:gd name="T2" fmla="*/ 214 w 325"/>
                  <a:gd name="T3" fmla="*/ 29 h 318"/>
                  <a:gd name="T4" fmla="*/ 215 w 325"/>
                  <a:gd name="T5" fmla="*/ 16 h 318"/>
                  <a:gd name="T6" fmla="*/ 321 w 325"/>
                  <a:gd name="T7" fmla="*/ 177 h 318"/>
                  <a:gd name="T8" fmla="*/ 325 w 325"/>
                  <a:gd name="T9" fmla="*/ 196 h 318"/>
                  <a:gd name="T10" fmla="*/ 314 w 325"/>
                  <a:gd name="T11" fmla="*/ 218 h 318"/>
                  <a:gd name="T12" fmla="*/ 291 w 325"/>
                  <a:gd name="T13" fmla="*/ 158 h 318"/>
                  <a:gd name="T14" fmla="*/ 293 w 325"/>
                  <a:gd name="T15" fmla="*/ 154 h 318"/>
                  <a:gd name="T16" fmla="*/ 194 w 325"/>
                  <a:gd name="T17" fmla="*/ 174 h 318"/>
                  <a:gd name="T18" fmla="*/ 276 w 325"/>
                  <a:gd name="T19" fmla="*/ 126 h 318"/>
                  <a:gd name="T20" fmla="*/ 194 w 325"/>
                  <a:gd name="T21" fmla="*/ 168 h 318"/>
                  <a:gd name="T22" fmla="*/ 261 w 325"/>
                  <a:gd name="T23" fmla="*/ 98 h 318"/>
                  <a:gd name="T24" fmla="*/ 257 w 325"/>
                  <a:gd name="T25" fmla="*/ 96 h 318"/>
                  <a:gd name="T26" fmla="*/ 244 w 325"/>
                  <a:gd name="T27" fmla="*/ 73 h 318"/>
                  <a:gd name="T28" fmla="*/ 244 w 325"/>
                  <a:gd name="T29" fmla="*/ 67 h 318"/>
                  <a:gd name="T30" fmla="*/ 15 w 325"/>
                  <a:gd name="T31" fmla="*/ 116 h 318"/>
                  <a:gd name="T32" fmla="*/ 16 w 325"/>
                  <a:gd name="T33" fmla="*/ 126 h 318"/>
                  <a:gd name="T34" fmla="*/ 34 w 325"/>
                  <a:gd name="T35" fmla="*/ 131 h 318"/>
                  <a:gd name="T36" fmla="*/ 41 w 325"/>
                  <a:gd name="T37" fmla="*/ 117 h 318"/>
                  <a:gd name="T38" fmla="*/ 31 w 325"/>
                  <a:gd name="T39" fmla="*/ 107 h 318"/>
                  <a:gd name="T40" fmla="*/ 51 w 325"/>
                  <a:gd name="T41" fmla="*/ 107 h 318"/>
                  <a:gd name="T42" fmla="*/ 64 w 325"/>
                  <a:gd name="T43" fmla="*/ 113 h 318"/>
                  <a:gd name="T44" fmla="*/ 76 w 325"/>
                  <a:gd name="T45" fmla="*/ 104 h 318"/>
                  <a:gd name="T46" fmla="*/ 70 w 325"/>
                  <a:gd name="T47" fmla="*/ 89 h 318"/>
                  <a:gd name="T48" fmla="*/ 85 w 325"/>
                  <a:gd name="T49" fmla="*/ 81 h 318"/>
                  <a:gd name="T50" fmla="*/ 95 w 325"/>
                  <a:gd name="T51" fmla="*/ 93 h 318"/>
                  <a:gd name="T52" fmla="*/ 108 w 325"/>
                  <a:gd name="T53" fmla="*/ 88 h 318"/>
                  <a:gd name="T54" fmla="*/ 110 w 325"/>
                  <a:gd name="T55" fmla="*/ 74 h 318"/>
                  <a:gd name="T56" fmla="*/ 121 w 325"/>
                  <a:gd name="T57" fmla="*/ 56 h 318"/>
                  <a:gd name="T58" fmla="*/ 125 w 325"/>
                  <a:gd name="T59" fmla="*/ 71 h 318"/>
                  <a:gd name="T60" fmla="*/ 140 w 325"/>
                  <a:gd name="T61" fmla="*/ 73 h 318"/>
                  <a:gd name="T62" fmla="*/ 145 w 325"/>
                  <a:gd name="T63" fmla="*/ 54 h 318"/>
                  <a:gd name="T64" fmla="*/ 156 w 325"/>
                  <a:gd name="T65" fmla="*/ 38 h 318"/>
                  <a:gd name="T66" fmla="*/ 157 w 325"/>
                  <a:gd name="T67" fmla="*/ 47 h 318"/>
                  <a:gd name="T68" fmla="*/ 175 w 325"/>
                  <a:gd name="T69" fmla="*/ 52 h 318"/>
                  <a:gd name="T70" fmla="*/ 181 w 325"/>
                  <a:gd name="T71" fmla="*/ 40 h 318"/>
                  <a:gd name="T72" fmla="*/ 172 w 325"/>
                  <a:gd name="T73" fmla="*/ 28 h 318"/>
                  <a:gd name="T74" fmla="*/ 192 w 325"/>
                  <a:gd name="T75" fmla="*/ 28 h 318"/>
                  <a:gd name="T76" fmla="*/ 47 w 325"/>
                  <a:gd name="T77" fmla="*/ 174 h 318"/>
                  <a:gd name="T78" fmla="*/ 46 w 325"/>
                  <a:gd name="T79" fmla="*/ 178 h 318"/>
                  <a:gd name="T80" fmla="*/ 194 w 325"/>
                  <a:gd name="T81" fmla="*/ 100 h 318"/>
                  <a:gd name="T82" fmla="*/ 62 w 325"/>
                  <a:gd name="T83" fmla="*/ 204 h 318"/>
                  <a:gd name="T84" fmla="*/ 66 w 325"/>
                  <a:gd name="T85" fmla="*/ 208 h 318"/>
                  <a:gd name="T86" fmla="*/ 80 w 325"/>
                  <a:gd name="T87" fmla="*/ 231 h 318"/>
                  <a:gd name="T88" fmla="*/ 79 w 325"/>
                  <a:gd name="T89" fmla="*/ 235 h 318"/>
                  <a:gd name="T90" fmla="*/ 194 w 325"/>
                  <a:gd name="T91" fmla="*/ 174 h 318"/>
                  <a:gd name="T92" fmla="*/ 93 w 325"/>
                  <a:gd name="T93" fmla="*/ 261 h 318"/>
                  <a:gd name="T94" fmla="*/ 98 w 325"/>
                  <a:gd name="T95" fmla="*/ 265 h 318"/>
                  <a:gd name="T96" fmla="*/ 142 w 325"/>
                  <a:gd name="T97" fmla="*/ 314 h 318"/>
                  <a:gd name="T98" fmla="*/ 123 w 325"/>
                  <a:gd name="T99" fmla="*/ 318 h 318"/>
                  <a:gd name="T100" fmla="*/ 102 w 325"/>
                  <a:gd name="T101" fmla="*/ 306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325" h="318">
                    <a:moveTo>
                      <a:pt x="194" y="31"/>
                    </a:moveTo>
                    <a:lnTo>
                      <a:pt x="194" y="31"/>
                    </a:lnTo>
                    <a:lnTo>
                      <a:pt x="196" y="33"/>
                    </a:lnTo>
                    <a:lnTo>
                      <a:pt x="200" y="35"/>
                    </a:lnTo>
                    <a:lnTo>
                      <a:pt x="206" y="35"/>
                    </a:lnTo>
                    <a:lnTo>
                      <a:pt x="210" y="33"/>
                    </a:lnTo>
                    <a:lnTo>
                      <a:pt x="210" y="33"/>
                    </a:lnTo>
                    <a:lnTo>
                      <a:pt x="214" y="29"/>
                    </a:lnTo>
                    <a:lnTo>
                      <a:pt x="215" y="25"/>
                    </a:lnTo>
                    <a:lnTo>
                      <a:pt x="217" y="20"/>
                    </a:lnTo>
                    <a:lnTo>
                      <a:pt x="215" y="16"/>
                    </a:lnTo>
                    <a:lnTo>
                      <a:pt x="215" y="16"/>
                    </a:lnTo>
                    <a:lnTo>
                      <a:pt x="211" y="12"/>
                    </a:lnTo>
                    <a:lnTo>
                      <a:pt x="207" y="9"/>
                    </a:lnTo>
                    <a:lnTo>
                      <a:pt x="223" y="0"/>
                    </a:lnTo>
                    <a:lnTo>
                      <a:pt x="321" y="177"/>
                    </a:lnTo>
                    <a:lnTo>
                      <a:pt x="321" y="177"/>
                    </a:lnTo>
                    <a:lnTo>
                      <a:pt x="324" y="182"/>
                    </a:lnTo>
                    <a:lnTo>
                      <a:pt x="325" y="189"/>
                    </a:lnTo>
                    <a:lnTo>
                      <a:pt x="325" y="196"/>
                    </a:lnTo>
                    <a:lnTo>
                      <a:pt x="324" y="201"/>
                    </a:lnTo>
                    <a:lnTo>
                      <a:pt x="322" y="208"/>
                    </a:lnTo>
                    <a:lnTo>
                      <a:pt x="318" y="212"/>
                    </a:lnTo>
                    <a:lnTo>
                      <a:pt x="314" y="218"/>
                    </a:lnTo>
                    <a:lnTo>
                      <a:pt x="309" y="222"/>
                    </a:lnTo>
                    <a:lnTo>
                      <a:pt x="194" y="285"/>
                    </a:lnTo>
                    <a:lnTo>
                      <a:pt x="194" y="212"/>
                    </a:lnTo>
                    <a:lnTo>
                      <a:pt x="291" y="158"/>
                    </a:lnTo>
                    <a:lnTo>
                      <a:pt x="291" y="158"/>
                    </a:lnTo>
                    <a:lnTo>
                      <a:pt x="293" y="155"/>
                    </a:lnTo>
                    <a:lnTo>
                      <a:pt x="293" y="154"/>
                    </a:lnTo>
                    <a:lnTo>
                      <a:pt x="293" y="154"/>
                    </a:lnTo>
                    <a:lnTo>
                      <a:pt x="291" y="153"/>
                    </a:lnTo>
                    <a:lnTo>
                      <a:pt x="288" y="153"/>
                    </a:lnTo>
                    <a:lnTo>
                      <a:pt x="194" y="205"/>
                    </a:lnTo>
                    <a:lnTo>
                      <a:pt x="194" y="174"/>
                    </a:lnTo>
                    <a:lnTo>
                      <a:pt x="275" y="130"/>
                    </a:lnTo>
                    <a:lnTo>
                      <a:pt x="275" y="130"/>
                    </a:lnTo>
                    <a:lnTo>
                      <a:pt x="276" y="127"/>
                    </a:lnTo>
                    <a:lnTo>
                      <a:pt x="276" y="126"/>
                    </a:lnTo>
                    <a:lnTo>
                      <a:pt x="276" y="126"/>
                    </a:lnTo>
                    <a:lnTo>
                      <a:pt x="275" y="124"/>
                    </a:lnTo>
                    <a:lnTo>
                      <a:pt x="272" y="124"/>
                    </a:lnTo>
                    <a:lnTo>
                      <a:pt x="194" y="168"/>
                    </a:lnTo>
                    <a:lnTo>
                      <a:pt x="194" y="138"/>
                    </a:lnTo>
                    <a:lnTo>
                      <a:pt x="260" y="101"/>
                    </a:lnTo>
                    <a:lnTo>
                      <a:pt x="260" y="101"/>
                    </a:lnTo>
                    <a:lnTo>
                      <a:pt x="261" y="98"/>
                    </a:lnTo>
                    <a:lnTo>
                      <a:pt x="261" y="97"/>
                    </a:lnTo>
                    <a:lnTo>
                      <a:pt x="261" y="97"/>
                    </a:lnTo>
                    <a:lnTo>
                      <a:pt x="259" y="96"/>
                    </a:lnTo>
                    <a:lnTo>
                      <a:pt x="257" y="96"/>
                    </a:lnTo>
                    <a:lnTo>
                      <a:pt x="194" y="131"/>
                    </a:lnTo>
                    <a:lnTo>
                      <a:pt x="194" y="100"/>
                    </a:lnTo>
                    <a:lnTo>
                      <a:pt x="244" y="73"/>
                    </a:lnTo>
                    <a:lnTo>
                      <a:pt x="244" y="73"/>
                    </a:lnTo>
                    <a:lnTo>
                      <a:pt x="245" y="70"/>
                    </a:lnTo>
                    <a:lnTo>
                      <a:pt x="245" y="69"/>
                    </a:lnTo>
                    <a:lnTo>
                      <a:pt x="245" y="69"/>
                    </a:lnTo>
                    <a:lnTo>
                      <a:pt x="244" y="67"/>
                    </a:lnTo>
                    <a:lnTo>
                      <a:pt x="241" y="67"/>
                    </a:lnTo>
                    <a:lnTo>
                      <a:pt x="194" y="93"/>
                    </a:lnTo>
                    <a:lnTo>
                      <a:pt x="194" y="31"/>
                    </a:lnTo>
                    <a:close/>
                    <a:moveTo>
                      <a:pt x="15" y="116"/>
                    </a:moveTo>
                    <a:lnTo>
                      <a:pt x="15" y="116"/>
                    </a:lnTo>
                    <a:lnTo>
                      <a:pt x="15" y="120"/>
                    </a:lnTo>
                    <a:lnTo>
                      <a:pt x="16" y="126"/>
                    </a:lnTo>
                    <a:lnTo>
                      <a:pt x="16" y="126"/>
                    </a:lnTo>
                    <a:lnTo>
                      <a:pt x="19" y="130"/>
                    </a:lnTo>
                    <a:lnTo>
                      <a:pt x="24" y="132"/>
                    </a:lnTo>
                    <a:lnTo>
                      <a:pt x="28" y="132"/>
                    </a:lnTo>
                    <a:lnTo>
                      <a:pt x="34" y="131"/>
                    </a:lnTo>
                    <a:lnTo>
                      <a:pt x="34" y="131"/>
                    </a:lnTo>
                    <a:lnTo>
                      <a:pt x="38" y="127"/>
                    </a:lnTo>
                    <a:lnTo>
                      <a:pt x="41" y="123"/>
                    </a:lnTo>
                    <a:lnTo>
                      <a:pt x="41" y="117"/>
                    </a:lnTo>
                    <a:lnTo>
                      <a:pt x="39" y="113"/>
                    </a:lnTo>
                    <a:lnTo>
                      <a:pt x="39" y="113"/>
                    </a:lnTo>
                    <a:lnTo>
                      <a:pt x="35" y="109"/>
                    </a:lnTo>
                    <a:lnTo>
                      <a:pt x="31" y="107"/>
                    </a:lnTo>
                    <a:lnTo>
                      <a:pt x="50" y="96"/>
                    </a:lnTo>
                    <a:lnTo>
                      <a:pt x="50" y="96"/>
                    </a:lnTo>
                    <a:lnTo>
                      <a:pt x="50" y="101"/>
                    </a:lnTo>
                    <a:lnTo>
                      <a:pt x="51" y="107"/>
                    </a:lnTo>
                    <a:lnTo>
                      <a:pt x="51" y="107"/>
                    </a:lnTo>
                    <a:lnTo>
                      <a:pt x="54" y="111"/>
                    </a:lnTo>
                    <a:lnTo>
                      <a:pt x="60" y="112"/>
                    </a:lnTo>
                    <a:lnTo>
                      <a:pt x="64" y="113"/>
                    </a:lnTo>
                    <a:lnTo>
                      <a:pt x="69" y="111"/>
                    </a:lnTo>
                    <a:lnTo>
                      <a:pt x="69" y="111"/>
                    </a:lnTo>
                    <a:lnTo>
                      <a:pt x="73" y="108"/>
                    </a:lnTo>
                    <a:lnTo>
                      <a:pt x="76" y="104"/>
                    </a:lnTo>
                    <a:lnTo>
                      <a:pt x="76" y="98"/>
                    </a:lnTo>
                    <a:lnTo>
                      <a:pt x="75" y="93"/>
                    </a:lnTo>
                    <a:lnTo>
                      <a:pt x="75" y="93"/>
                    </a:lnTo>
                    <a:lnTo>
                      <a:pt x="70" y="89"/>
                    </a:lnTo>
                    <a:lnTo>
                      <a:pt x="66" y="88"/>
                    </a:lnTo>
                    <a:lnTo>
                      <a:pt x="85" y="77"/>
                    </a:lnTo>
                    <a:lnTo>
                      <a:pt x="85" y="77"/>
                    </a:lnTo>
                    <a:lnTo>
                      <a:pt x="85" y="81"/>
                    </a:lnTo>
                    <a:lnTo>
                      <a:pt x="87" y="86"/>
                    </a:lnTo>
                    <a:lnTo>
                      <a:pt x="87" y="86"/>
                    </a:lnTo>
                    <a:lnTo>
                      <a:pt x="89" y="90"/>
                    </a:lnTo>
                    <a:lnTo>
                      <a:pt x="95" y="93"/>
                    </a:lnTo>
                    <a:lnTo>
                      <a:pt x="99" y="93"/>
                    </a:lnTo>
                    <a:lnTo>
                      <a:pt x="104" y="92"/>
                    </a:lnTo>
                    <a:lnTo>
                      <a:pt x="104" y="92"/>
                    </a:lnTo>
                    <a:lnTo>
                      <a:pt x="108" y="88"/>
                    </a:lnTo>
                    <a:lnTo>
                      <a:pt x="111" y="84"/>
                    </a:lnTo>
                    <a:lnTo>
                      <a:pt x="111" y="78"/>
                    </a:lnTo>
                    <a:lnTo>
                      <a:pt x="110" y="74"/>
                    </a:lnTo>
                    <a:lnTo>
                      <a:pt x="110" y="74"/>
                    </a:lnTo>
                    <a:lnTo>
                      <a:pt x="106" y="70"/>
                    </a:lnTo>
                    <a:lnTo>
                      <a:pt x="102" y="67"/>
                    </a:lnTo>
                    <a:lnTo>
                      <a:pt x="121" y="56"/>
                    </a:lnTo>
                    <a:lnTo>
                      <a:pt x="121" y="56"/>
                    </a:lnTo>
                    <a:lnTo>
                      <a:pt x="121" y="62"/>
                    </a:lnTo>
                    <a:lnTo>
                      <a:pt x="122" y="67"/>
                    </a:lnTo>
                    <a:lnTo>
                      <a:pt x="122" y="67"/>
                    </a:lnTo>
                    <a:lnTo>
                      <a:pt x="125" y="71"/>
                    </a:lnTo>
                    <a:lnTo>
                      <a:pt x="130" y="73"/>
                    </a:lnTo>
                    <a:lnTo>
                      <a:pt x="134" y="74"/>
                    </a:lnTo>
                    <a:lnTo>
                      <a:pt x="140" y="73"/>
                    </a:lnTo>
                    <a:lnTo>
                      <a:pt x="140" y="73"/>
                    </a:lnTo>
                    <a:lnTo>
                      <a:pt x="144" y="69"/>
                    </a:lnTo>
                    <a:lnTo>
                      <a:pt x="146" y="65"/>
                    </a:lnTo>
                    <a:lnTo>
                      <a:pt x="146" y="59"/>
                    </a:lnTo>
                    <a:lnTo>
                      <a:pt x="145" y="54"/>
                    </a:lnTo>
                    <a:lnTo>
                      <a:pt x="145" y="54"/>
                    </a:lnTo>
                    <a:lnTo>
                      <a:pt x="141" y="50"/>
                    </a:lnTo>
                    <a:lnTo>
                      <a:pt x="137" y="48"/>
                    </a:lnTo>
                    <a:lnTo>
                      <a:pt x="156" y="38"/>
                    </a:lnTo>
                    <a:lnTo>
                      <a:pt x="156" y="38"/>
                    </a:lnTo>
                    <a:lnTo>
                      <a:pt x="154" y="43"/>
                    </a:lnTo>
                    <a:lnTo>
                      <a:pt x="157" y="47"/>
                    </a:lnTo>
                    <a:lnTo>
                      <a:pt x="157" y="47"/>
                    </a:lnTo>
                    <a:lnTo>
                      <a:pt x="160" y="51"/>
                    </a:lnTo>
                    <a:lnTo>
                      <a:pt x="164" y="54"/>
                    </a:lnTo>
                    <a:lnTo>
                      <a:pt x="169" y="54"/>
                    </a:lnTo>
                    <a:lnTo>
                      <a:pt x="175" y="52"/>
                    </a:lnTo>
                    <a:lnTo>
                      <a:pt x="175" y="52"/>
                    </a:lnTo>
                    <a:lnTo>
                      <a:pt x="179" y="50"/>
                    </a:lnTo>
                    <a:lnTo>
                      <a:pt x="180" y="44"/>
                    </a:lnTo>
                    <a:lnTo>
                      <a:pt x="181" y="40"/>
                    </a:lnTo>
                    <a:lnTo>
                      <a:pt x="180" y="35"/>
                    </a:lnTo>
                    <a:lnTo>
                      <a:pt x="180" y="35"/>
                    </a:lnTo>
                    <a:lnTo>
                      <a:pt x="176" y="31"/>
                    </a:lnTo>
                    <a:lnTo>
                      <a:pt x="172" y="28"/>
                    </a:lnTo>
                    <a:lnTo>
                      <a:pt x="191" y="19"/>
                    </a:lnTo>
                    <a:lnTo>
                      <a:pt x="191" y="19"/>
                    </a:lnTo>
                    <a:lnTo>
                      <a:pt x="190" y="23"/>
                    </a:lnTo>
                    <a:lnTo>
                      <a:pt x="192" y="28"/>
                    </a:lnTo>
                    <a:lnTo>
                      <a:pt x="192" y="28"/>
                    </a:lnTo>
                    <a:lnTo>
                      <a:pt x="194" y="31"/>
                    </a:lnTo>
                    <a:lnTo>
                      <a:pt x="194" y="93"/>
                    </a:lnTo>
                    <a:lnTo>
                      <a:pt x="47" y="174"/>
                    </a:lnTo>
                    <a:lnTo>
                      <a:pt x="47" y="174"/>
                    </a:lnTo>
                    <a:lnTo>
                      <a:pt x="46" y="176"/>
                    </a:lnTo>
                    <a:lnTo>
                      <a:pt x="46" y="178"/>
                    </a:lnTo>
                    <a:lnTo>
                      <a:pt x="46" y="178"/>
                    </a:lnTo>
                    <a:lnTo>
                      <a:pt x="49" y="180"/>
                    </a:lnTo>
                    <a:lnTo>
                      <a:pt x="50" y="180"/>
                    </a:lnTo>
                    <a:lnTo>
                      <a:pt x="50" y="180"/>
                    </a:lnTo>
                    <a:lnTo>
                      <a:pt x="194" y="100"/>
                    </a:lnTo>
                    <a:lnTo>
                      <a:pt x="194" y="131"/>
                    </a:lnTo>
                    <a:lnTo>
                      <a:pt x="64" y="203"/>
                    </a:lnTo>
                    <a:lnTo>
                      <a:pt x="64" y="203"/>
                    </a:lnTo>
                    <a:lnTo>
                      <a:pt x="62" y="204"/>
                    </a:lnTo>
                    <a:lnTo>
                      <a:pt x="62" y="207"/>
                    </a:lnTo>
                    <a:lnTo>
                      <a:pt x="62" y="207"/>
                    </a:lnTo>
                    <a:lnTo>
                      <a:pt x="64" y="208"/>
                    </a:lnTo>
                    <a:lnTo>
                      <a:pt x="66" y="208"/>
                    </a:lnTo>
                    <a:lnTo>
                      <a:pt x="66" y="208"/>
                    </a:lnTo>
                    <a:lnTo>
                      <a:pt x="194" y="138"/>
                    </a:lnTo>
                    <a:lnTo>
                      <a:pt x="194" y="168"/>
                    </a:lnTo>
                    <a:lnTo>
                      <a:pt x="80" y="231"/>
                    </a:lnTo>
                    <a:lnTo>
                      <a:pt x="80" y="231"/>
                    </a:lnTo>
                    <a:lnTo>
                      <a:pt x="77" y="233"/>
                    </a:lnTo>
                    <a:lnTo>
                      <a:pt x="79" y="235"/>
                    </a:lnTo>
                    <a:lnTo>
                      <a:pt x="79" y="235"/>
                    </a:lnTo>
                    <a:lnTo>
                      <a:pt x="80" y="237"/>
                    </a:lnTo>
                    <a:lnTo>
                      <a:pt x="83" y="237"/>
                    </a:lnTo>
                    <a:lnTo>
                      <a:pt x="83" y="237"/>
                    </a:lnTo>
                    <a:lnTo>
                      <a:pt x="194" y="174"/>
                    </a:lnTo>
                    <a:lnTo>
                      <a:pt x="194" y="205"/>
                    </a:lnTo>
                    <a:lnTo>
                      <a:pt x="95" y="260"/>
                    </a:lnTo>
                    <a:lnTo>
                      <a:pt x="95" y="260"/>
                    </a:lnTo>
                    <a:lnTo>
                      <a:pt x="93" y="261"/>
                    </a:lnTo>
                    <a:lnTo>
                      <a:pt x="93" y="264"/>
                    </a:lnTo>
                    <a:lnTo>
                      <a:pt x="93" y="264"/>
                    </a:lnTo>
                    <a:lnTo>
                      <a:pt x="96" y="265"/>
                    </a:lnTo>
                    <a:lnTo>
                      <a:pt x="98" y="265"/>
                    </a:lnTo>
                    <a:lnTo>
                      <a:pt x="98" y="265"/>
                    </a:lnTo>
                    <a:lnTo>
                      <a:pt x="194" y="212"/>
                    </a:lnTo>
                    <a:lnTo>
                      <a:pt x="194" y="285"/>
                    </a:lnTo>
                    <a:lnTo>
                      <a:pt x="142" y="314"/>
                    </a:lnTo>
                    <a:lnTo>
                      <a:pt x="142" y="314"/>
                    </a:lnTo>
                    <a:lnTo>
                      <a:pt x="137" y="316"/>
                    </a:lnTo>
                    <a:lnTo>
                      <a:pt x="130" y="318"/>
                    </a:lnTo>
                    <a:lnTo>
                      <a:pt x="123" y="318"/>
                    </a:lnTo>
                    <a:lnTo>
                      <a:pt x="118" y="316"/>
                    </a:lnTo>
                    <a:lnTo>
                      <a:pt x="111" y="314"/>
                    </a:lnTo>
                    <a:lnTo>
                      <a:pt x="107" y="311"/>
                    </a:lnTo>
                    <a:lnTo>
                      <a:pt x="102" y="306"/>
                    </a:lnTo>
                    <a:lnTo>
                      <a:pt x="98" y="300"/>
                    </a:lnTo>
                    <a:lnTo>
                      <a:pt x="0" y="124"/>
                    </a:lnTo>
                    <a:lnTo>
                      <a:pt x="15" y="116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60" name="íṡļïḋè">
                <a:extLst>
                  <a:ext uri="{FF2B5EF4-FFF2-40B4-BE49-F238E27FC236}">
                    <a16:creationId xmlns:a16="http://schemas.microsoft.com/office/drawing/2014/main" id="{6422481E-6E6C-2A85-60F4-3044860AA46B}"/>
                  </a:ext>
                </a:extLst>
              </p:cNvPr>
              <p:cNvSpPr/>
              <p:nvPr/>
            </p:nvSpPr>
            <p:spPr bwMode="auto">
              <a:xfrm>
                <a:off x="2582891" y="2406253"/>
                <a:ext cx="712905" cy="466185"/>
              </a:xfrm>
              <a:custGeom>
                <a:avLst/>
                <a:gdLst>
                  <a:gd name="T0" fmla="*/ 497 w 497"/>
                  <a:gd name="T1" fmla="*/ 0 h 325"/>
                  <a:gd name="T2" fmla="*/ 386 w 497"/>
                  <a:gd name="T3" fmla="*/ 37 h 325"/>
                  <a:gd name="T4" fmla="*/ 386 w 497"/>
                  <a:gd name="T5" fmla="*/ 210 h 325"/>
                  <a:gd name="T6" fmla="*/ 386 w 497"/>
                  <a:gd name="T7" fmla="*/ 210 h 325"/>
                  <a:gd name="T8" fmla="*/ 397 w 497"/>
                  <a:gd name="T9" fmla="*/ 209 h 325"/>
                  <a:gd name="T10" fmla="*/ 405 w 497"/>
                  <a:gd name="T11" fmla="*/ 206 h 325"/>
                  <a:gd name="T12" fmla="*/ 409 w 497"/>
                  <a:gd name="T13" fmla="*/ 204 h 325"/>
                  <a:gd name="T14" fmla="*/ 411 w 497"/>
                  <a:gd name="T15" fmla="*/ 201 h 325"/>
                  <a:gd name="T16" fmla="*/ 413 w 497"/>
                  <a:gd name="T17" fmla="*/ 197 h 325"/>
                  <a:gd name="T18" fmla="*/ 413 w 497"/>
                  <a:gd name="T19" fmla="*/ 194 h 325"/>
                  <a:gd name="T20" fmla="*/ 413 w 497"/>
                  <a:gd name="T21" fmla="*/ 118 h 325"/>
                  <a:gd name="T22" fmla="*/ 399 w 497"/>
                  <a:gd name="T23" fmla="*/ 118 h 325"/>
                  <a:gd name="T24" fmla="*/ 399 w 497"/>
                  <a:gd name="T25" fmla="*/ 86 h 325"/>
                  <a:gd name="T26" fmla="*/ 413 w 497"/>
                  <a:gd name="T27" fmla="*/ 86 h 325"/>
                  <a:gd name="T28" fmla="*/ 447 w 497"/>
                  <a:gd name="T29" fmla="*/ 86 h 325"/>
                  <a:gd name="T30" fmla="*/ 462 w 497"/>
                  <a:gd name="T31" fmla="*/ 86 h 325"/>
                  <a:gd name="T32" fmla="*/ 462 w 497"/>
                  <a:gd name="T33" fmla="*/ 118 h 325"/>
                  <a:gd name="T34" fmla="*/ 447 w 497"/>
                  <a:gd name="T35" fmla="*/ 118 h 325"/>
                  <a:gd name="T36" fmla="*/ 447 w 497"/>
                  <a:gd name="T37" fmla="*/ 194 h 325"/>
                  <a:gd name="T38" fmla="*/ 447 w 497"/>
                  <a:gd name="T39" fmla="*/ 194 h 325"/>
                  <a:gd name="T40" fmla="*/ 446 w 497"/>
                  <a:gd name="T41" fmla="*/ 204 h 325"/>
                  <a:gd name="T42" fmla="*/ 442 w 497"/>
                  <a:gd name="T43" fmla="*/ 212 h 325"/>
                  <a:gd name="T44" fmla="*/ 436 w 497"/>
                  <a:gd name="T45" fmla="*/ 220 h 325"/>
                  <a:gd name="T46" fmla="*/ 430 w 497"/>
                  <a:gd name="T47" fmla="*/ 227 h 325"/>
                  <a:gd name="T48" fmla="*/ 420 w 497"/>
                  <a:gd name="T49" fmla="*/ 232 h 325"/>
                  <a:gd name="T50" fmla="*/ 411 w 497"/>
                  <a:gd name="T51" fmla="*/ 236 h 325"/>
                  <a:gd name="T52" fmla="*/ 399 w 497"/>
                  <a:gd name="T53" fmla="*/ 239 h 325"/>
                  <a:gd name="T54" fmla="*/ 386 w 497"/>
                  <a:gd name="T55" fmla="*/ 239 h 325"/>
                  <a:gd name="T56" fmla="*/ 386 w 497"/>
                  <a:gd name="T57" fmla="*/ 289 h 325"/>
                  <a:gd name="T58" fmla="*/ 497 w 497"/>
                  <a:gd name="T59" fmla="*/ 325 h 325"/>
                  <a:gd name="T60" fmla="*/ 497 w 497"/>
                  <a:gd name="T61" fmla="*/ 0 h 325"/>
                  <a:gd name="T62" fmla="*/ 386 w 497"/>
                  <a:gd name="T63" fmla="*/ 37 h 325"/>
                  <a:gd name="T64" fmla="*/ 0 w 497"/>
                  <a:gd name="T65" fmla="*/ 163 h 325"/>
                  <a:gd name="T66" fmla="*/ 386 w 497"/>
                  <a:gd name="T67" fmla="*/ 289 h 325"/>
                  <a:gd name="T68" fmla="*/ 386 w 497"/>
                  <a:gd name="T69" fmla="*/ 239 h 325"/>
                  <a:gd name="T70" fmla="*/ 386 w 497"/>
                  <a:gd name="T71" fmla="*/ 239 h 325"/>
                  <a:gd name="T72" fmla="*/ 374 w 497"/>
                  <a:gd name="T73" fmla="*/ 239 h 325"/>
                  <a:gd name="T74" fmla="*/ 363 w 497"/>
                  <a:gd name="T75" fmla="*/ 236 h 325"/>
                  <a:gd name="T76" fmla="*/ 353 w 497"/>
                  <a:gd name="T77" fmla="*/ 232 h 325"/>
                  <a:gd name="T78" fmla="*/ 343 w 497"/>
                  <a:gd name="T79" fmla="*/ 227 h 325"/>
                  <a:gd name="T80" fmla="*/ 336 w 497"/>
                  <a:gd name="T81" fmla="*/ 220 h 325"/>
                  <a:gd name="T82" fmla="*/ 331 w 497"/>
                  <a:gd name="T83" fmla="*/ 212 h 325"/>
                  <a:gd name="T84" fmla="*/ 327 w 497"/>
                  <a:gd name="T85" fmla="*/ 204 h 325"/>
                  <a:gd name="T86" fmla="*/ 325 w 497"/>
                  <a:gd name="T87" fmla="*/ 194 h 325"/>
                  <a:gd name="T88" fmla="*/ 325 w 497"/>
                  <a:gd name="T89" fmla="*/ 118 h 325"/>
                  <a:gd name="T90" fmla="*/ 311 w 497"/>
                  <a:gd name="T91" fmla="*/ 118 h 325"/>
                  <a:gd name="T92" fmla="*/ 311 w 497"/>
                  <a:gd name="T93" fmla="*/ 86 h 325"/>
                  <a:gd name="T94" fmla="*/ 325 w 497"/>
                  <a:gd name="T95" fmla="*/ 86 h 325"/>
                  <a:gd name="T96" fmla="*/ 359 w 497"/>
                  <a:gd name="T97" fmla="*/ 86 h 325"/>
                  <a:gd name="T98" fmla="*/ 376 w 497"/>
                  <a:gd name="T99" fmla="*/ 86 h 325"/>
                  <a:gd name="T100" fmla="*/ 376 w 497"/>
                  <a:gd name="T101" fmla="*/ 118 h 325"/>
                  <a:gd name="T102" fmla="*/ 359 w 497"/>
                  <a:gd name="T103" fmla="*/ 118 h 325"/>
                  <a:gd name="T104" fmla="*/ 359 w 497"/>
                  <a:gd name="T105" fmla="*/ 194 h 325"/>
                  <a:gd name="T106" fmla="*/ 359 w 497"/>
                  <a:gd name="T107" fmla="*/ 194 h 325"/>
                  <a:gd name="T108" fmla="*/ 361 w 497"/>
                  <a:gd name="T109" fmla="*/ 197 h 325"/>
                  <a:gd name="T110" fmla="*/ 362 w 497"/>
                  <a:gd name="T111" fmla="*/ 201 h 325"/>
                  <a:gd name="T112" fmla="*/ 365 w 497"/>
                  <a:gd name="T113" fmla="*/ 204 h 325"/>
                  <a:gd name="T114" fmla="*/ 367 w 497"/>
                  <a:gd name="T115" fmla="*/ 206 h 325"/>
                  <a:gd name="T116" fmla="*/ 376 w 497"/>
                  <a:gd name="T117" fmla="*/ 209 h 325"/>
                  <a:gd name="T118" fmla="*/ 386 w 497"/>
                  <a:gd name="T119" fmla="*/ 210 h 325"/>
                  <a:gd name="T120" fmla="*/ 386 w 497"/>
                  <a:gd name="T121" fmla="*/ 37 h 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97" h="325">
                    <a:moveTo>
                      <a:pt x="497" y="0"/>
                    </a:moveTo>
                    <a:lnTo>
                      <a:pt x="386" y="37"/>
                    </a:lnTo>
                    <a:lnTo>
                      <a:pt x="386" y="210"/>
                    </a:lnTo>
                    <a:lnTo>
                      <a:pt x="386" y="210"/>
                    </a:lnTo>
                    <a:lnTo>
                      <a:pt x="397" y="209"/>
                    </a:lnTo>
                    <a:lnTo>
                      <a:pt x="405" y="206"/>
                    </a:lnTo>
                    <a:lnTo>
                      <a:pt x="409" y="204"/>
                    </a:lnTo>
                    <a:lnTo>
                      <a:pt x="411" y="201"/>
                    </a:lnTo>
                    <a:lnTo>
                      <a:pt x="413" y="197"/>
                    </a:lnTo>
                    <a:lnTo>
                      <a:pt x="413" y="194"/>
                    </a:lnTo>
                    <a:lnTo>
                      <a:pt x="413" y="118"/>
                    </a:lnTo>
                    <a:lnTo>
                      <a:pt x="399" y="118"/>
                    </a:lnTo>
                    <a:lnTo>
                      <a:pt x="399" y="86"/>
                    </a:lnTo>
                    <a:lnTo>
                      <a:pt x="413" y="86"/>
                    </a:lnTo>
                    <a:lnTo>
                      <a:pt x="447" y="86"/>
                    </a:lnTo>
                    <a:lnTo>
                      <a:pt x="462" y="86"/>
                    </a:lnTo>
                    <a:lnTo>
                      <a:pt x="462" y="118"/>
                    </a:lnTo>
                    <a:lnTo>
                      <a:pt x="447" y="118"/>
                    </a:lnTo>
                    <a:lnTo>
                      <a:pt x="447" y="194"/>
                    </a:lnTo>
                    <a:lnTo>
                      <a:pt x="447" y="194"/>
                    </a:lnTo>
                    <a:lnTo>
                      <a:pt x="446" y="204"/>
                    </a:lnTo>
                    <a:lnTo>
                      <a:pt x="442" y="212"/>
                    </a:lnTo>
                    <a:lnTo>
                      <a:pt x="436" y="220"/>
                    </a:lnTo>
                    <a:lnTo>
                      <a:pt x="430" y="227"/>
                    </a:lnTo>
                    <a:lnTo>
                      <a:pt x="420" y="232"/>
                    </a:lnTo>
                    <a:lnTo>
                      <a:pt x="411" y="236"/>
                    </a:lnTo>
                    <a:lnTo>
                      <a:pt x="399" y="239"/>
                    </a:lnTo>
                    <a:lnTo>
                      <a:pt x="386" y="239"/>
                    </a:lnTo>
                    <a:lnTo>
                      <a:pt x="386" y="289"/>
                    </a:lnTo>
                    <a:lnTo>
                      <a:pt x="497" y="325"/>
                    </a:lnTo>
                    <a:lnTo>
                      <a:pt x="497" y="0"/>
                    </a:lnTo>
                    <a:close/>
                    <a:moveTo>
                      <a:pt x="386" y="37"/>
                    </a:moveTo>
                    <a:lnTo>
                      <a:pt x="0" y="163"/>
                    </a:lnTo>
                    <a:lnTo>
                      <a:pt x="386" y="289"/>
                    </a:lnTo>
                    <a:lnTo>
                      <a:pt x="386" y="239"/>
                    </a:lnTo>
                    <a:lnTo>
                      <a:pt x="386" y="239"/>
                    </a:lnTo>
                    <a:lnTo>
                      <a:pt x="374" y="239"/>
                    </a:lnTo>
                    <a:lnTo>
                      <a:pt x="363" y="236"/>
                    </a:lnTo>
                    <a:lnTo>
                      <a:pt x="353" y="232"/>
                    </a:lnTo>
                    <a:lnTo>
                      <a:pt x="343" y="227"/>
                    </a:lnTo>
                    <a:lnTo>
                      <a:pt x="336" y="220"/>
                    </a:lnTo>
                    <a:lnTo>
                      <a:pt x="331" y="212"/>
                    </a:lnTo>
                    <a:lnTo>
                      <a:pt x="327" y="204"/>
                    </a:lnTo>
                    <a:lnTo>
                      <a:pt x="325" y="194"/>
                    </a:lnTo>
                    <a:lnTo>
                      <a:pt x="325" y="118"/>
                    </a:lnTo>
                    <a:lnTo>
                      <a:pt x="311" y="118"/>
                    </a:lnTo>
                    <a:lnTo>
                      <a:pt x="311" y="86"/>
                    </a:lnTo>
                    <a:lnTo>
                      <a:pt x="325" y="86"/>
                    </a:lnTo>
                    <a:lnTo>
                      <a:pt x="359" y="86"/>
                    </a:lnTo>
                    <a:lnTo>
                      <a:pt x="376" y="86"/>
                    </a:lnTo>
                    <a:lnTo>
                      <a:pt x="376" y="118"/>
                    </a:lnTo>
                    <a:lnTo>
                      <a:pt x="359" y="118"/>
                    </a:lnTo>
                    <a:lnTo>
                      <a:pt x="359" y="194"/>
                    </a:lnTo>
                    <a:lnTo>
                      <a:pt x="359" y="194"/>
                    </a:lnTo>
                    <a:lnTo>
                      <a:pt x="361" y="197"/>
                    </a:lnTo>
                    <a:lnTo>
                      <a:pt x="362" y="201"/>
                    </a:lnTo>
                    <a:lnTo>
                      <a:pt x="365" y="204"/>
                    </a:lnTo>
                    <a:lnTo>
                      <a:pt x="367" y="206"/>
                    </a:lnTo>
                    <a:lnTo>
                      <a:pt x="376" y="209"/>
                    </a:lnTo>
                    <a:lnTo>
                      <a:pt x="386" y="210"/>
                    </a:lnTo>
                    <a:lnTo>
                      <a:pt x="386" y="37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61" name="îşľídê">
                <a:extLst>
                  <a:ext uri="{FF2B5EF4-FFF2-40B4-BE49-F238E27FC236}">
                    <a16:creationId xmlns:a16="http://schemas.microsoft.com/office/drawing/2014/main" id="{1EC83769-BDBF-1BE8-9BFA-F60BA54DC021}"/>
                  </a:ext>
                </a:extLst>
              </p:cNvPr>
              <p:cNvSpPr/>
              <p:nvPr/>
            </p:nvSpPr>
            <p:spPr bwMode="auto">
              <a:xfrm>
                <a:off x="1555848" y="2919774"/>
                <a:ext cx="167827" cy="289752"/>
              </a:xfrm>
              <a:custGeom>
                <a:avLst/>
                <a:gdLst>
                  <a:gd name="T0" fmla="*/ 112713 w 117"/>
                  <a:gd name="T1" fmla="*/ 269875 h 202"/>
                  <a:gd name="T2" fmla="*/ 127000 w 117"/>
                  <a:gd name="T3" fmla="*/ 274638 h 202"/>
                  <a:gd name="T4" fmla="*/ 134938 w 117"/>
                  <a:gd name="T5" fmla="*/ 287338 h 202"/>
                  <a:gd name="T6" fmla="*/ 134938 w 117"/>
                  <a:gd name="T7" fmla="*/ 298450 h 202"/>
                  <a:gd name="T8" fmla="*/ 127000 w 117"/>
                  <a:gd name="T9" fmla="*/ 315913 h 202"/>
                  <a:gd name="T10" fmla="*/ 119063 w 117"/>
                  <a:gd name="T11" fmla="*/ 320675 h 202"/>
                  <a:gd name="T12" fmla="*/ 112713 w 117"/>
                  <a:gd name="T13" fmla="*/ 269875 h 202"/>
                  <a:gd name="T14" fmla="*/ 112713 w 117"/>
                  <a:gd name="T15" fmla="*/ 249238 h 202"/>
                  <a:gd name="T16" fmla="*/ 112713 w 117"/>
                  <a:gd name="T17" fmla="*/ 107950 h 202"/>
                  <a:gd name="T18" fmla="*/ 127000 w 117"/>
                  <a:gd name="T19" fmla="*/ 122238 h 202"/>
                  <a:gd name="T20" fmla="*/ 134938 w 117"/>
                  <a:gd name="T21" fmla="*/ 144463 h 202"/>
                  <a:gd name="T22" fmla="*/ 146050 w 117"/>
                  <a:gd name="T23" fmla="*/ 184150 h 202"/>
                  <a:gd name="T24" fmla="*/ 149225 w 117"/>
                  <a:gd name="T25" fmla="*/ 190500 h 202"/>
                  <a:gd name="T26" fmla="*/ 158750 w 117"/>
                  <a:gd name="T27" fmla="*/ 200025 h 202"/>
                  <a:gd name="T28" fmla="*/ 174625 w 117"/>
                  <a:gd name="T29" fmla="*/ 201613 h 202"/>
                  <a:gd name="T30" fmla="*/ 185738 w 117"/>
                  <a:gd name="T31" fmla="*/ 230188 h 202"/>
                  <a:gd name="T32" fmla="*/ 104775 w 117"/>
                  <a:gd name="T33" fmla="*/ 269875 h 202"/>
                  <a:gd name="T34" fmla="*/ 112713 w 117"/>
                  <a:gd name="T35" fmla="*/ 269875 h 202"/>
                  <a:gd name="T36" fmla="*/ 112713 w 117"/>
                  <a:gd name="T37" fmla="*/ 320675 h 202"/>
                  <a:gd name="T38" fmla="*/ 96838 w 117"/>
                  <a:gd name="T39" fmla="*/ 315913 h 202"/>
                  <a:gd name="T40" fmla="*/ 88900 w 117"/>
                  <a:gd name="T41" fmla="*/ 300038 h 202"/>
                  <a:gd name="T42" fmla="*/ 88900 w 117"/>
                  <a:gd name="T43" fmla="*/ 292100 h 202"/>
                  <a:gd name="T44" fmla="*/ 96838 w 117"/>
                  <a:gd name="T45" fmla="*/ 274638 h 202"/>
                  <a:gd name="T46" fmla="*/ 104775 w 117"/>
                  <a:gd name="T47" fmla="*/ 269875 h 202"/>
                  <a:gd name="T48" fmla="*/ 112713 w 117"/>
                  <a:gd name="T49" fmla="*/ 107950 h 202"/>
                  <a:gd name="T50" fmla="*/ 95250 w 117"/>
                  <a:gd name="T51" fmla="*/ 98425 h 202"/>
                  <a:gd name="T52" fmla="*/ 74613 w 117"/>
                  <a:gd name="T53" fmla="*/ 96838 h 202"/>
                  <a:gd name="T54" fmla="*/ 53975 w 117"/>
                  <a:gd name="T55" fmla="*/ 12700 h 202"/>
                  <a:gd name="T56" fmla="*/ 46038 w 117"/>
                  <a:gd name="T57" fmla="*/ 1588 h 202"/>
                  <a:gd name="T58" fmla="*/ 30163 w 117"/>
                  <a:gd name="T59" fmla="*/ 0 h 202"/>
                  <a:gd name="T60" fmla="*/ 23813 w 117"/>
                  <a:gd name="T61" fmla="*/ 1588 h 202"/>
                  <a:gd name="T62" fmla="*/ 15875 w 117"/>
                  <a:gd name="T63" fmla="*/ 14288 h 202"/>
                  <a:gd name="T64" fmla="*/ 38100 w 117"/>
                  <a:gd name="T65" fmla="*/ 104775 h 202"/>
                  <a:gd name="T66" fmla="*/ 30163 w 117"/>
                  <a:gd name="T67" fmla="*/ 111125 h 202"/>
                  <a:gd name="T68" fmla="*/ 17463 w 117"/>
                  <a:gd name="T69" fmla="*/ 123825 h 202"/>
                  <a:gd name="T70" fmla="*/ 9525 w 117"/>
                  <a:gd name="T71" fmla="*/ 144463 h 202"/>
                  <a:gd name="T72" fmla="*/ 6350 w 117"/>
                  <a:gd name="T73" fmla="*/ 165100 h 202"/>
                  <a:gd name="T74" fmla="*/ 9525 w 117"/>
                  <a:gd name="T75" fmla="*/ 176213 h 202"/>
                  <a:gd name="T76" fmla="*/ 19050 w 117"/>
                  <a:gd name="T77" fmla="*/ 219075 h 202"/>
                  <a:gd name="T78" fmla="*/ 19050 w 117"/>
                  <a:gd name="T79" fmla="*/ 225425 h 202"/>
                  <a:gd name="T80" fmla="*/ 15875 w 117"/>
                  <a:gd name="T81" fmla="*/ 236538 h 202"/>
                  <a:gd name="T82" fmla="*/ 4763 w 117"/>
                  <a:gd name="T83" fmla="*/ 247650 h 202"/>
                  <a:gd name="T84" fmla="*/ 9525 w 117"/>
                  <a:gd name="T85" fmla="*/ 277813 h 202"/>
                  <a:gd name="T86" fmla="*/ 112713 w 117"/>
                  <a:gd name="T87" fmla="*/ 107950 h 20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117" h="202">
                    <a:moveTo>
                      <a:pt x="71" y="170"/>
                    </a:moveTo>
                    <a:lnTo>
                      <a:pt x="71" y="170"/>
                    </a:lnTo>
                    <a:lnTo>
                      <a:pt x="76" y="170"/>
                    </a:lnTo>
                    <a:lnTo>
                      <a:pt x="80" y="173"/>
                    </a:lnTo>
                    <a:lnTo>
                      <a:pt x="84" y="177"/>
                    </a:lnTo>
                    <a:lnTo>
                      <a:pt x="85" y="181"/>
                    </a:lnTo>
                    <a:lnTo>
                      <a:pt x="85" y="188"/>
                    </a:lnTo>
                    <a:lnTo>
                      <a:pt x="84" y="193"/>
                    </a:lnTo>
                    <a:lnTo>
                      <a:pt x="80" y="199"/>
                    </a:lnTo>
                    <a:lnTo>
                      <a:pt x="75" y="202"/>
                    </a:lnTo>
                    <a:lnTo>
                      <a:pt x="71" y="202"/>
                    </a:lnTo>
                    <a:lnTo>
                      <a:pt x="71" y="170"/>
                    </a:lnTo>
                    <a:close/>
                    <a:moveTo>
                      <a:pt x="71" y="157"/>
                    </a:moveTo>
                    <a:lnTo>
                      <a:pt x="71" y="68"/>
                    </a:lnTo>
                    <a:lnTo>
                      <a:pt x="76" y="72"/>
                    </a:lnTo>
                    <a:lnTo>
                      <a:pt x="80" y="77"/>
                    </a:lnTo>
                    <a:lnTo>
                      <a:pt x="83" y="84"/>
                    </a:lnTo>
                    <a:lnTo>
                      <a:pt x="85" y="91"/>
                    </a:lnTo>
                    <a:lnTo>
                      <a:pt x="92" y="116"/>
                    </a:lnTo>
                    <a:lnTo>
                      <a:pt x="94" y="120"/>
                    </a:lnTo>
                    <a:lnTo>
                      <a:pt x="96" y="123"/>
                    </a:lnTo>
                    <a:lnTo>
                      <a:pt x="100" y="126"/>
                    </a:lnTo>
                    <a:lnTo>
                      <a:pt x="103" y="127"/>
                    </a:lnTo>
                    <a:lnTo>
                      <a:pt x="110" y="127"/>
                    </a:lnTo>
                    <a:lnTo>
                      <a:pt x="112" y="127"/>
                    </a:lnTo>
                    <a:lnTo>
                      <a:pt x="117" y="145"/>
                    </a:lnTo>
                    <a:lnTo>
                      <a:pt x="71" y="157"/>
                    </a:lnTo>
                    <a:close/>
                    <a:moveTo>
                      <a:pt x="66" y="170"/>
                    </a:moveTo>
                    <a:lnTo>
                      <a:pt x="66" y="170"/>
                    </a:lnTo>
                    <a:lnTo>
                      <a:pt x="71" y="170"/>
                    </a:lnTo>
                    <a:lnTo>
                      <a:pt x="71" y="202"/>
                    </a:lnTo>
                    <a:lnTo>
                      <a:pt x="65" y="200"/>
                    </a:lnTo>
                    <a:lnTo>
                      <a:pt x="61" y="199"/>
                    </a:lnTo>
                    <a:lnTo>
                      <a:pt x="57" y="195"/>
                    </a:lnTo>
                    <a:lnTo>
                      <a:pt x="56" y="189"/>
                    </a:lnTo>
                    <a:lnTo>
                      <a:pt x="56" y="184"/>
                    </a:lnTo>
                    <a:lnTo>
                      <a:pt x="57" y="179"/>
                    </a:lnTo>
                    <a:lnTo>
                      <a:pt x="61" y="173"/>
                    </a:lnTo>
                    <a:lnTo>
                      <a:pt x="66" y="170"/>
                    </a:lnTo>
                    <a:close/>
                    <a:moveTo>
                      <a:pt x="71" y="68"/>
                    </a:moveTo>
                    <a:lnTo>
                      <a:pt x="71" y="68"/>
                    </a:lnTo>
                    <a:lnTo>
                      <a:pt x="65" y="65"/>
                    </a:lnTo>
                    <a:lnTo>
                      <a:pt x="60" y="62"/>
                    </a:lnTo>
                    <a:lnTo>
                      <a:pt x="54" y="61"/>
                    </a:lnTo>
                    <a:lnTo>
                      <a:pt x="47" y="61"/>
                    </a:lnTo>
                    <a:lnTo>
                      <a:pt x="34" y="8"/>
                    </a:lnTo>
                    <a:lnTo>
                      <a:pt x="31" y="4"/>
                    </a:lnTo>
                    <a:lnTo>
                      <a:pt x="29" y="1"/>
                    </a:lnTo>
                    <a:lnTo>
                      <a:pt x="24" y="0"/>
                    </a:lnTo>
                    <a:lnTo>
                      <a:pt x="19" y="0"/>
                    </a:lnTo>
                    <a:lnTo>
                      <a:pt x="15" y="1"/>
                    </a:lnTo>
                    <a:lnTo>
                      <a:pt x="12" y="5"/>
                    </a:lnTo>
                    <a:lnTo>
                      <a:pt x="10" y="9"/>
                    </a:lnTo>
                    <a:lnTo>
                      <a:pt x="11" y="15"/>
                    </a:lnTo>
                    <a:lnTo>
                      <a:pt x="24" y="66"/>
                    </a:lnTo>
                    <a:lnTo>
                      <a:pt x="19" y="70"/>
                    </a:lnTo>
                    <a:lnTo>
                      <a:pt x="15" y="74"/>
                    </a:lnTo>
                    <a:lnTo>
                      <a:pt x="11" y="78"/>
                    </a:lnTo>
                    <a:lnTo>
                      <a:pt x="7" y="84"/>
                    </a:lnTo>
                    <a:lnTo>
                      <a:pt x="6" y="91"/>
                    </a:lnTo>
                    <a:lnTo>
                      <a:pt x="4" y="96"/>
                    </a:lnTo>
                    <a:lnTo>
                      <a:pt x="4" y="104"/>
                    </a:lnTo>
                    <a:lnTo>
                      <a:pt x="6" y="111"/>
                    </a:lnTo>
                    <a:lnTo>
                      <a:pt x="12" y="138"/>
                    </a:lnTo>
                    <a:lnTo>
                      <a:pt x="12" y="142"/>
                    </a:lnTo>
                    <a:lnTo>
                      <a:pt x="12" y="146"/>
                    </a:lnTo>
                    <a:lnTo>
                      <a:pt x="10" y="149"/>
                    </a:lnTo>
                    <a:lnTo>
                      <a:pt x="8" y="152"/>
                    </a:lnTo>
                    <a:lnTo>
                      <a:pt x="3" y="156"/>
                    </a:lnTo>
                    <a:lnTo>
                      <a:pt x="0" y="157"/>
                    </a:lnTo>
                    <a:lnTo>
                      <a:pt x="6" y="175"/>
                    </a:lnTo>
                    <a:lnTo>
                      <a:pt x="71" y="157"/>
                    </a:lnTo>
                    <a:lnTo>
                      <a:pt x="71" y="68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 fontScale="8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62" name="iṡliḋe">
                <a:extLst>
                  <a:ext uri="{FF2B5EF4-FFF2-40B4-BE49-F238E27FC236}">
                    <a16:creationId xmlns:a16="http://schemas.microsoft.com/office/drawing/2014/main" id="{7B056996-265B-32BE-3442-A9DF5423BD0D}"/>
                  </a:ext>
                </a:extLst>
              </p:cNvPr>
              <p:cNvSpPr/>
              <p:nvPr/>
            </p:nvSpPr>
            <p:spPr bwMode="auto">
              <a:xfrm>
                <a:off x="2851127" y="1917116"/>
                <a:ext cx="334219" cy="411678"/>
              </a:xfrm>
              <a:custGeom>
                <a:avLst/>
                <a:gdLst>
                  <a:gd name="T0" fmla="*/ 260350 w 233"/>
                  <a:gd name="T1" fmla="*/ 0 h 287"/>
                  <a:gd name="T2" fmla="*/ 369888 w 233"/>
                  <a:gd name="T3" fmla="*/ 393700 h 287"/>
                  <a:gd name="T4" fmla="*/ 342900 w 233"/>
                  <a:gd name="T5" fmla="*/ 444500 h 287"/>
                  <a:gd name="T6" fmla="*/ 260350 w 233"/>
                  <a:gd name="T7" fmla="*/ 358775 h 287"/>
                  <a:gd name="T8" fmla="*/ 284163 w 233"/>
                  <a:gd name="T9" fmla="*/ 346075 h 287"/>
                  <a:gd name="T10" fmla="*/ 307975 w 233"/>
                  <a:gd name="T11" fmla="*/ 303213 h 287"/>
                  <a:gd name="T12" fmla="*/ 307975 w 233"/>
                  <a:gd name="T13" fmla="*/ 249238 h 287"/>
                  <a:gd name="T14" fmla="*/ 282575 w 233"/>
                  <a:gd name="T15" fmla="*/ 234950 h 287"/>
                  <a:gd name="T16" fmla="*/ 260350 w 233"/>
                  <a:gd name="T17" fmla="*/ 187325 h 287"/>
                  <a:gd name="T18" fmla="*/ 265113 w 233"/>
                  <a:gd name="T19" fmla="*/ 333375 h 287"/>
                  <a:gd name="T20" fmla="*/ 285750 w 233"/>
                  <a:gd name="T21" fmla="*/ 277813 h 287"/>
                  <a:gd name="T22" fmla="*/ 277813 w 233"/>
                  <a:gd name="T23" fmla="*/ 254000 h 287"/>
                  <a:gd name="T24" fmla="*/ 260350 w 233"/>
                  <a:gd name="T25" fmla="*/ 254000 h 287"/>
                  <a:gd name="T26" fmla="*/ 211138 w 233"/>
                  <a:gd name="T27" fmla="*/ 22225 h 287"/>
                  <a:gd name="T28" fmla="*/ 260350 w 233"/>
                  <a:gd name="T29" fmla="*/ 187325 h 287"/>
                  <a:gd name="T30" fmla="*/ 215900 w 233"/>
                  <a:gd name="T31" fmla="*/ 176213 h 287"/>
                  <a:gd name="T32" fmla="*/ 211138 w 233"/>
                  <a:gd name="T33" fmla="*/ 455613 h 287"/>
                  <a:gd name="T34" fmla="*/ 222250 w 233"/>
                  <a:gd name="T35" fmla="*/ 355600 h 287"/>
                  <a:gd name="T36" fmla="*/ 260350 w 233"/>
                  <a:gd name="T37" fmla="*/ 455613 h 287"/>
                  <a:gd name="T38" fmla="*/ 242888 w 233"/>
                  <a:gd name="T39" fmla="*/ 319088 h 287"/>
                  <a:gd name="T40" fmla="*/ 247650 w 233"/>
                  <a:gd name="T41" fmla="*/ 333375 h 287"/>
                  <a:gd name="T42" fmla="*/ 260350 w 233"/>
                  <a:gd name="T43" fmla="*/ 254000 h 287"/>
                  <a:gd name="T44" fmla="*/ 152400 w 233"/>
                  <a:gd name="T45" fmla="*/ 0 h 287"/>
                  <a:gd name="T46" fmla="*/ 211138 w 233"/>
                  <a:gd name="T47" fmla="*/ 174625 h 287"/>
                  <a:gd name="T48" fmla="*/ 163513 w 233"/>
                  <a:gd name="T49" fmla="*/ 182563 h 287"/>
                  <a:gd name="T50" fmla="*/ 152400 w 233"/>
                  <a:gd name="T51" fmla="*/ 455613 h 287"/>
                  <a:gd name="T52" fmla="*/ 209550 w 233"/>
                  <a:gd name="T53" fmla="*/ 314325 h 287"/>
                  <a:gd name="T54" fmla="*/ 211138 w 233"/>
                  <a:gd name="T55" fmla="*/ 346075 h 287"/>
                  <a:gd name="T56" fmla="*/ 160338 w 233"/>
                  <a:gd name="T57" fmla="*/ 268288 h 287"/>
                  <a:gd name="T58" fmla="*/ 152400 w 233"/>
                  <a:gd name="T59" fmla="*/ 254000 h 287"/>
                  <a:gd name="T60" fmla="*/ 152400 w 233"/>
                  <a:gd name="T61" fmla="*/ 211138 h 287"/>
                  <a:gd name="T62" fmla="*/ 130175 w 233"/>
                  <a:gd name="T63" fmla="*/ 22225 h 287"/>
                  <a:gd name="T64" fmla="*/ 152400 w 233"/>
                  <a:gd name="T65" fmla="*/ 192088 h 287"/>
                  <a:gd name="T66" fmla="*/ 130175 w 233"/>
                  <a:gd name="T67" fmla="*/ 79375 h 287"/>
                  <a:gd name="T68" fmla="*/ 130175 w 233"/>
                  <a:gd name="T69" fmla="*/ 260350 h 287"/>
                  <a:gd name="T70" fmla="*/ 152400 w 233"/>
                  <a:gd name="T71" fmla="*/ 358775 h 287"/>
                  <a:gd name="T72" fmla="*/ 142875 w 233"/>
                  <a:gd name="T73" fmla="*/ 228600 h 287"/>
                  <a:gd name="T74" fmla="*/ 63500 w 233"/>
                  <a:gd name="T75" fmla="*/ 0 h 287"/>
                  <a:gd name="T76" fmla="*/ 42863 w 233"/>
                  <a:gd name="T77" fmla="*/ 23813 h 287"/>
                  <a:gd name="T78" fmla="*/ 26988 w 233"/>
                  <a:gd name="T79" fmla="*/ 49213 h 287"/>
                  <a:gd name="T80" fmla="*/ 130175 w 233"/>
                  <a:gd name="T81" fmla="*/ 79375 h 287"/>
                  <a:gd name="T82" fmla="*/ 96838 w 233"/>
                  <a:gd name="T83" fmla="*/ 246063 h 287"/>
                  <a:gd name="T84" fmla="*/ 60325 w 233"/>
                  <a:gd name="T85" fmla="*/ 254000 h 287"/>
                  <a:gd name="T86" fmla="*/ 46038 w 233"/>
                  <a:gd name="T87" fmla="*/ 276225 h 287"/>
                  <a:gd name="T88" fmla="*/ 63500 w 233"/>
                  <a:gd name="T89" fmla="*/ 290513 h 287"/>
                  <a:gd name="T90" fmla="*/ 73025 w 233"/>
                  <a:gd name="T91" fmla="*/ 284163 h 287"/>
                  <a:gd name="T92" fmla="*/ 71438 w 233"/>
                  <a:gd name="T93" fmla="*/ 273050 h 287"/>
                  <a:gd name="T94" fmla="*/ 90488 w 233"/>
                  <a:gd name="T95" fmla="*/ 260350 h 287"/>
                  <a:gd name="T96" fmla="*/ 76200 w 233"/>
                  <a:gd name="T97" fmla="*/ 309563 h 287"/>
                  <a:gd name="T98" fmla="*/ 65088 w 233"/>
                  <a:gd name="T99" fmla="*/ 369888 h 287"/>
                  <a:gd name="T100" fmla="*/ 84138 w 233"/>
                  <a:gd name="T101" fmla="*/ 387350 h 287"/>
                  <a:gd name="T102" fmla="*/ 95250 w 233"/>
                  <a:gd name="T103" fmla="*/ 374650 h 287"/>
                  <a:gd name="T104" fmla="*/ 115888 w 233"/>
                  <a:gd name="T105" fmla="*/ 284163 h 287"/>
                  <a:gd name="T106" fmla="*/ 63500 w 233"/>
                  <a:gd name="T107" fmla="*/ 455613 h 287"/>
                  <a:gd name="T108" fmla="*/ 20638 w 233"/>
                  <a:gd name="T109" fmla="*/ 436563 h 287"/>
                  <a:gd name="T110" fmla="*/ 0 w 233"/>
                  <a:gd name="T111" fmla="*/ 61913 h 287"/>
                  <a:gd name="T112" fmla="*/ 20638 w 233"/>
                  <a:gd name="T113" fmla="*/ 19050 h 287"/>
                  <a:gd name="T114" fmla="*/ 63500 w 233"/>
                  <a:gd name="T115" fmla="*/ 0 h 287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0" t="0" r="r" b="b"/>
                <a:pathLst>
                  <a:path w="233" h="287">
                    <a:moveTo>
                      <a:pt x="164" y="0"/>
                    </a:moveTo>
                    <a:lnTo>
                      <a:pt x="233" y="0"/>
                    </a:lnTo>
                    <a:lnTo>
                      <a:pt x="233" y="14"/>
                    </a:lnTo>
                    <a:lnTo>
                      <a:pt x="164" y="14"/>
                    </a:lnTo>
                    <a:lnTo>
                      <a:pt x="164" y="0"/>
                    </a:lnTo>
                    <a:close/>
                    <a:moveTo>
                      <a:pt x="164" y="50"/>
                    </a:moveTo>
                    <a:lnTo>
                      <a:pt x="233" y="50"/>
                    </a:lnTo>
                    <a:lnTo>
                      <a:pt x="233" y="248"/>
                    </a:lnTo>
                    <a:lnTo>
                      <a:pt x="232" y="256"/>
                    </a:lnTo>
                    <a:lnTo>
                      <a:pt x="229" y="263"/>
                    </a:lnTo>
                    <a:lnTo>
                      <a:pt x="226" y="270"/>
                    </a:lnTo>
                    <a:lnTo>
                      <a:pt x="221" y="275"/>
                    </a:lnTo>
                    <a:lnTo>
                      <a:pt x="216" y="280"/>
                    </a:lnTo>
                    <a:lnTo>
                      <a:pt x="209" y="285"/>
                    </a:lnTo>
                    <a:lnTo>
                      <a:pt x="202" y="286"/>
                    </a:lnTo>
                    <a:lnTo>
                      <a:pt x="194" y="287"/>
                    </a:lnTo>
                    <a:lnTo>
                      <a:pt x="164" y="287"/>
                    </a:lnTo>
                    <a:lnTo>
                      <a:pt x="164" y="226"/>
                    </a:lnTo>
                    <a:lnTo>
                      <a:pt x="168" y="225"/>
                    </a:lnTo>
                    <a:lnTo>
                      <a:pt x="174" y="222"/>
                    </a:lnTo>
                    <a:lnTo>
                      <a:pt x="179" y="218"/>
                    </a:lnTo>
                    <a:lnTo>
                      <a:pt x="183" y="213"/>
                    </a:lnTo>
                    <a:lnTo>
                      <a:pt x="187" y="207"/>
                    </a:lnTo>
                    <a:lnTo>
                      <a:pt x="191" y="199"/>
                    </a:lnTo>
                    <a:lnTo>
                      <a:pt x="194" y="191"/>
                    </a:lnTo>
                    <a:lnTo>
                      <a:pt x="195" y="183"/>
                    </a:lnTo>
                    <a:lnTo>
                      <a:pt x="195" y="175"/>
                    </a:lnTo>
                    <a:lnTo>
                      <a:pt x="195" y="163"/>
                    </a:lnTo>
                    <a:lnTo>
                      <a:pt x="194" y="157"/>
                    </a:lnTo>
                    <a:lnTo>
                      <a:pt x="191" y="155"/>
                    </a:lnTo>
                    <a:lnTo>
                      <a:pt x="189" y="151"/>
                    </a:lnTo>
                    <a:lnTo>
                      <a:pt x="186" y="149"/>
                    </a:lnTo>
                    <a:lnTo>
                      <a:pt x="182" y="148"/>
                    </a:lnTo>
                    <a:lnTo>
                      <a:pt x="178" y="148"/>
                    </a:lnTo>
                    <a:lnTo>
                      <a:pt x="171" y="149"/>
                    </a:lnTo>
                    <a:lnTo>
                      <a:pt x="164" y="152"/>
                    </a:lnTo>
                    <a:lnTo>
                      <a:pt x="172" y="117"/>
                    </a:lnTo>
                    <a:lnTo>
                      <a:pt x="164" y="118"/>
                    </a:lnTo>
                    <a:lnTo>
                      <a:pt x="164" y="50"/>
                    </a:lnTo>
                    <a:close/>
                    <a:moveTo>
                      <a:pt x="164" y="211"/>
                    </a:moveTo>
                    <a:lnTo>
                      <a:pt x="164" y="211"/>
                    </a:lnTo>
                    <a:lnTo>
                      <a:pt x="167" y="210"/>
                    </a:lnTo>
                    <a:lnTo>
                      <a:pt x="170" y="207"/>
                    </a:lnTo>
                    <a:lnTo>
                      <a:pt x="175" y="199"/>
                    </a:lnTo>
                    <a:lnTo>
                      <a:pt x="179" y="187"/>
                    </a:lnTo>
                    <a:lnTo>
                      <a:pt x="180" y="175"/>
                    </a:lnTo>
                    <a:lnTo>
                      <a:pt x="179" y="165"/>
                    </a:lnTo>
                    <a:lnTo>
                      <a:pt x="178" y="163"/>
                    </a:lnTo>
                    <a:lnTo>
                      <a:pt x="175" y="160"/>
                    </a:lnTo>
                    <a:lnTo>
                      <a:pt x="172" y="159"/>
                    </a:lnTo>
                    <a:lnTo>
                      <a:pt x="167" y="159"/>
                    </a:lnTo>
                    <a:lnTo>
                      <a:pt x="164" y="160"/>
                    </a:lnTo>
                    <a:lnTo>
                      <a:pt x="164" y="211"/>
                    </a:lnTo>
                    <a:close/>
                    <a:moveTo>
                      <a:pt x="133" y="0"/>
                    </a:moveTo>
                    <a:lnTo>
                      <a:pt x="164" y="0"/>
                    </a:lnTo>
                    <a:lnTo>
                      <a:pt x="164" y="14"/>
                    </a:lnTo>
                    <a:lnTo>
                      <a:pt x="133" y="14"/>
                    </a:lnTo>
                    <a:lnTo>
                      <a:pt x="133" y="0"/>
                    </a:lnTo>
                    <a:close/>
                    <a:moveTo>
                      <a:pt x="133" y="50"/>
                    </a:moveTo>
                    <a:lnTo>
                      <a:pt x="164" y="50"/>
                    </a:lnTo>
                    <a:lnTo>
                      <a:pt x="164" y="118"/>
                    </a:lnTo>
                    <a:lnTo>
                      <a:pt x="149" y="119"/>
                    </a:lnTo>
                    <a:lnTo>
                      <a:pt x="133" y="192"/>
                    </a:lnTo>
                    <a:lnTo>
                      <a:pt x="133" y="122"/>
                    </a:lnTo>
                    <a:lnTo>
                      <a:pt x="136" y="111"/>
                    </a:lnTo>
                    <a:lnTo>
                      <a:pt x="133" y="110"/>
                    </a:lnTo>
                    <a:lnTo>
                      <a:pt x="133" y="50"/>
                    </a:lnTo>
                    <a:close/>
                    <a:moveTo>
                      <a:pt x="164" y="287"/>
                    </a:moveTo>
                    <a:lnTo>
                      <a:pt x="133" y="287"/>
                    </a:lnTo>
                    <a:lnTo>
                      <a:pt x="133" y="218"/>
                    </a:lnTo>
                    <a:lnTo>
                      <a:pt x="137" y="222"/>
                    </a:lnTo>
                    <a:lnTo>
                      <a:pt x="140" y="224"/>
                    </a:lnTo>
                    <a:lnTo>
                      <a:pt x="143" y="226"/>
                    </a:lnTo>
                    <a:lnTo>
                      <a:pt x="152" y="228"/>
                    </a:lnTo>
                    <a:lnTo>
                      <a:pt x="164" y="226"/>
                    </a:lnTo>
                    <a:lnTo>
                      <a:pt x="164" y="287"/>
                    </a:lnTo>
                    <a:close/>
                    <a:moveTo>
                      <a:pt x="164" y="160"/>
                    </a:moveTo>
                    <a:lnTo>
                      <a:pt x="164" y="160"/>
                    </a:lnTo>
                    <a:lnTo>
                      <a:pt x="163" y="161"/>
                    </a:lnTo>
                    <a:lnTo>
                      <a:pt x="153" y="201"/>
                    </a:lnTo>
                    <a:lnTo>
                      <a:pt x="153" y="205"/>
                    </a:lnTo>
                    <a:lnTo>
                      <a:pt x="153" y="207"/>
                    </a:lnTo>
                    <a:lnTo>
                      <a:pt x="156" y="210"/>
                    </a:lnTo>
                    <a:lnTo>
                      <a:pt x="159" y="211"/>
                    </a:lnTo>
                    <a:lnTo>
                      <a:pt x="161" y="211"/>
                    </a:lnTo>
                    <a:lnTo>
                      <a:pt x="164" y="211"/>
                    </a:lnTo>
                    <a:lnTo>
                      <a:pt x="164" y="160"/>
                    </a:lnTo>
                    <a:close/>
                    <a:moveTo>
                      <a:pt x="96" y="0"/>
                    </a:moveTo>
                    <a:lnTo>
                      <a:pt x="133" y="0"/>
                    </a:lnTo>
                    <a:lnTo>
                      <a:pt x="133" y="14"/>
                    </a:lnTo>
                    <a:lnTo>
                      <a:pt x="96" y="14"/>
                    </a:lnTo>
                    <a:lnTo>
                      <a:pt x="96" y="0"/>
                    </a:lnTo>
                    <a:close/>
                    <a:moveTo>
                      <a:pt x="96" y="50"/>
                    </a:moveTo>
                    <a:lnTo>
                      <a:pt x="133" y="50"/>
                    </a:lnTo>
                    <a:lnTo>
                      <a:pt x="133" y="110"/>
                    </a:lnTo>
                    <a:lnTo>
                      <a:pt x="124" y="109"/>
                    </a:lnTo>
                    <a:lnTo>
                      <a:pt x="117" y="110"/>
                    </a:lnTo>
                    <a:lnTo>
                      <a:pt x="110" y="111"/>
                    </a:lnTo>
                    <a:lnTo>
                      <a:pt x="103" y="115"/>
                    </a:lnTo>
                    <a:lnTo>
                      <a:pt x="96" y="121"/>
                    </a:lnTo>
                    <a:lnTo>
                      <a:pt x="96" y="50"/>
                    </a:lnTo>
                    <a:close/>
                    <a:moveTo>
                      <a:pt x="133" y="287"/>
                    </a:moveTo>
                    <a:lnTo>
                      <a:pt x="96" y="287"/>
                    </a:lnTo>
                    <a:lnTo>
                      <a:pt x="96" y="226"/>
                    </a:lnTo>
                    <a:lnTo>
                      <a:pt x="111" y="226"/>
                    </a:lnTo>
                    <a:lnTo>
                      <a:pt x="133" y="122"/>
                    </a:lnTo>
                    <a:lnTo>
                      <a:pt x="133" y="192"/>
                    </a:lnTo>
                    <a:lnTo>
                      <a:pt x="132" y="198"/>
                    </a:lnTo>
                    <a:lnTo>
                      <a:pt x="132" y="207"/>
                    </a:lnTo>
                    <a:lnTo>
                      <a:pt x="132" y="213"/>
                    </a:lnTo>
                    <a:lnTo>
                      <a:pt x="133" y="218"/>
                    </a:lnTo>
                    <a:lnTo>
                      <a:pt x="133" y="287"/>
                    </a:lnTo>
                    <a:close/>
                    <a:moveTo>
                      <a:pt x="96" y="186"/>
                    </a:moveTo>
                    <a:lnTo>
                      <a:pt x="101" y="169"/>
                    </a:lnTo>
                    <a:lnTo>
                      <a:pt x="96" y="168"/>
                    </a:lnTo>
                    <a:lnTo>
                      <a:pt x="96" y="186"/>
                    </a:lnTo>
                    <a:close/>
                    <a:moveTo>
                      <a:pt x="96" y="160"/>
                    </a:moveTo>
                    <a:lnTo>
                      <a:pt x="96" y="160"/>
                    </a:lnTo>
                    <a:lnTo>
                      <a:pt x="102" y="163"/>
                    </a:lnTo>
                    <a:lnTo>
                      <a:pt x="111" y="119"/>
                    </a:lnTo>
                    <a:lnTo>
                      <a:pt x="105" y="125"/>
                    </a:lnTo>
                    <a:lnTo>
                      <a:pt x="96" y="133"/>
                    </a:lnTo>
                    <a:lnTo>
                      <a:pt x="96" y="160"/>
                    </a:lnTo>
                    <a:close/>
                    <a:moveTo>
                      <a:pt x="82" y="0"/>
                    </a:moveTo>
                    <a:lnTo>
                      <a:pt x="96" y="0"/>
                    </a:lnTo>
                    <a:lnTo>
                      <a:pt x="96" y="14"/>
                    </a:lnTo>
                    <a:lnTo>
                      <a:pt x="82" y="14"/>
                    </a:lnTo>
                    <a:lnTo>
                      <a:pt x="82" y="0"/>
                    </a:lnTo>
                    <a:close/>
                    <a:moveTo>
                      <a:pt x="82" y="50"/>
                    </a:moveTo>
                    <a:lnTo>
                      <a:pt x="96" y="50"/>
                    </a:lnTo>
                    <a:lnTo>
                      <a:pt x="96" y="121"/>
                    </a:lnTo>
                    <a:lnTo>
                      <a:pt x="96" y="122"/>
                    </a:lnTo>
                    <a:lnTo>
                      <a:pt x="82" y="137"/>
                    </a:lnTo>
                    <a:lnTo>
                      <a:pt x="82" y="50"/>
                    </a:lnTo>
                    <a:close/>
                    <a:moveTo>
                      <a:pt x="96" y="287"/>
                    </a:moveTo>
                    <a:lnTo>
                      <a:pt x="82" y="287"/>
                    </a:lnTo>
                    <a:lnTo>
                      <a:pt x="82" y="164"/>
                    </a:lnTo>
                    <a:lnTo>
                      <a:pt x="90" y="165"/>
                    </a:lnTo>
                    <a:lnTo>
                      <a:pt x="96" y="168"/>
                    </a:lnTo>
                    <a:lnTo>
                      <a:pt x="96" y="186"/>
                    </a:lnTo>
                    <a:lnTo>
                      <a:pt x="88" y="226"/>
                    </a:lnTo>
                    <a:lnTo>
                      <a:pt x="96" y="226"/>
                    </a:lnTo>
                    <a:lnTo>
                      <a:pt x="96" y="287"/>
                    </a:lnTo>
                    <a:close/>
                    <a:moveTo>
                      <a:pt x="96" y="133"/>
                    </a:moveTo>
                    <a:lnTo>
                      <a:pt x="96" y="133"/>
                    </a:lnTo>
                    <a:lnTo>
                      <a:pt x="90" y="144"/>
                    </a:lnTo>
                    <a:lnTo>
                      <a:pt x="83" y="157"/>
                    </a:lnTo>
                    <a:lnTo>
                      <a:pt x="96" y="160"/>
                    </a:lnTo>
                    <a:lnTo>
                      <a:pt x="96" y="133"/>
                    </a:lnTo>
                    <a:close/>
                    <a:moveTo>
                      <a:pt x="40" y="0"/>
                    </a:moveTo>
                    <a:lnTo>
                      <a:pt x="82" y="0"/>
                    </a:lnTo>
                    <a:lnTo>
                      <a:pt x="82" y="14"/>
                    </a:lnTo>
                    <a:lnTo>
                      <a:pt x="36" y="14"/>
                    </a:lnTo>
                    <a:lnTo>
                      <a:pt x="27" y="15"/>
                    </a:lnTo>
                    <a:lnTo>
                      <a:pt x="22" y="19"/>
                    </a:lnTo>
                    <a:lnTo>
                      <a:pt x="18" y="25"/>
                    </a:lnTo>
                    <a:lnTo>
                      <a:pt x="17" y="31"/>
                    </a:lnTo>
                    <a:lnTo>
                      <a:pt x="18" y="39"/>
                    </a:lnTo>
                    <a:lnTo>
                      <a:pt x="22" y="45"/>
                    </a:lnTo>
                    <a:lnTo>
                      <a:pt x="27" y="49"/>
                    </a:lnTo>
                    <a:lnTo>
                      <a:pt x="36" y="50"/>
                    </a:lnTo>
                    <a:lnTo>
                      <a:pt x="82" y="50"/>
                    </a:lnTo>
                    <a:lnTo>
                      <a:pt x="82" y="137"/>
                    </a:lnTo>
                    <a:lnTo>
                      <a:pt x="69" y="155"/>
                    </a:lnTo>
                    <a:lnTo>
                      <a:pt x="61" y="155"/>
                    </a:lnTo>
                    <a:lnTo>
                      <a:pt x="48" y="156"/>
                    </a:lnTo>
                    <a:lnTo>
                      <a:pt x="42" y="157"/>
                    </a:lnTo>
                    <a:lnTo>
                      <a:pt x="38" y="160"/>
                    </a:lnTo>
                    <a:lnTo>
                      <a:pt x="34" y="163"/>
                    </a:lnTo>
                    <a:lnTo>
                      <a:pt x="31" y="167"/>
                    </a:lnTo>
                    <a:lnTo>
                      <a:pt x="29" y="169"/>
                    </a:lnTo>
                    <a:lnTo>
                      <a:pt x="29" y="174"/>
                    </a:lnTo>
                    <a:lnTo>
                      <a:pt x="29" y="178"/>
                    </a:lnTo>
                    <a:lnTo>
                      <a:pt x="31" y="180"/>
                    </a:lnTo>
                    <a:lnTo>
                      <a:pt x="34" y="182"/>
                    </a:lnTo>
                    <a:lnTo>
                      <a:pt x="40" y="183"/>
                    </a:lnTo>
                    <a:lnTo>
                      <a:pt x="42" y="183"/>
                    </a:lnTo>
                    <a:lnTo>
                      <a:pt x="45" y="182"/>
                    </a:lnTo>
                    <a:lnTo>
                      <a:pt x="46" y="179"/>
                    </a:lnTo>
                    <a:lnTo>
                      <a:pt x="48" y="178"/>
                    </a:lnTo>
                    <a:lnTo>
                      <a:pt x="46" y="174"/>
                    </a:lnTo>
                    <a:lnTo>
                      <a:pt x="45" y="172"/>
                    </a:lnTo>
                    <a:lnTo>
                      <a:pt x="48" y="168"/>
                    </a:lnTo>
                    <a:lnTo>
                      <a:pt x="52" y="165"/>
                    </a:lnTo>
                    <a:lnTo>
                      <a:pt x="57" y="164"/>
                    </a:lnTo>
                    <a:lnTo>
                      <a:pt x="64" y="164"/>
                    </a:lnTo>
                    <a:lnTo>
                      <a:pt x="54" y="182"/>
                    </a:lnTo>
                    <a:lnTo>
                      <a:pt x="48" y="195"/>
                    </a:lnTo>
                    <a:lnTo>
                      <a:pt x="44" y="207"/>
                    </a:lnTo>
                    <a:lnTo>
                      <a:pt x="41" y="218"/>
                    </a:lnTo>
                    <a:lnTo>
                      <a:pt x="41" y="228"/>
                    </a:lnTo>
                    <a:lnTo>
                      <a:pt x="41" y="233"/>
                    </a:lnTo>
                    <a:lnTo>
                      <a:pt x="42" y="237"/>
                    </a:lnTo>
                    <a:lnTo>
                      <a:pt x="45" y="240"/>
                    </a:lnTo>
                    <a:lnTo>
                      <a:pt x="49" y="243"/>
                    </a:lnTo>
                    <a:lnTo>
                      <a:pt x="53" y="244"/>
                    </a:lnTo>
                    <a:lnTo>
                      <a:pt x="61" y="244"/>
                    </a:lnTo>
                    <a:lnTo>
                      <a:pt x="60" y="240"/>
                    </a:lnTo>
                    <a:lnTo>
                      <a:pt x="60" y="236"/>
                    </a:lnTo>
                    <a:lnTo>
                      <a:pt x="61" y="221"/>
                    </a:lnTo>
                    <a:lnTo>
                      <a:pt x="64" y="207"/>
                    </a:lnTo>
                    <a:lnTo>
                      <a:pt x="68" y="194"/>
                    </a:lnTo>
                    <a:lnTo>
                      <a:pt x="73" y="179"/>
                    </a:lnTo>
                    <a:lnTo>
                      <a:pt x="80" y="164"/>
                    </a:lnTo>
                    <a:lnTo>
                      <a:pt x="82" y="164"/>
                    </a:lnTo>
                    <a:lnTo>
                      <a:pt x="82" y="287"/>
                    </a:lnTo>
                    <a:lnTo>
                      <a:pt x="40" y="287"/>
                    </a:lnTo>
                    <a:lnTo>
                      <a:pt x="31" y="286"/>
                    </a:lnTo>
                    <a:lnTo>
                      <a:pt x="25" y="285"/>
                    </a:lnTo>
                    <a:lnTo>
                      <a:pt x="18" y="280"/>
                    </a:lnTo>
                    <a:lnTo>
                      <a:pt x="13" y="275"/>
                    </a:lnTo>
                    <a:lnTo>
                      <a:pt x="7" y="270"/>
                    </a:lnTo>
                    <a:lnTo>
                      <a:pt x="4" y="263"/>
                    </a:lnTo>
                    <a:lnTo>
                      <a:pt x="2" y="256"/>
                    </a:lnTo>
                    <a:lnTo>
                      <a:pt x="0" y="248"/>
                    </a:lnTo>
                    <a:lnTo>
                      <a:pt x="0" y="39"/>
                    </a:lnTo>
                    <a:lnTo>
                      <a:pt x="2" y="31"/>
                    </a:lnTo>
                    <a:lnTo>
                      <a:pt x="4" y="25"/>
                    </a:lnTo>
                    <a:lnTo>
                      <a:pt x="7" y="18"/>
                    </a:lnTo>
                    <a:lnTo>
                      <a:pt x="13" y="12"/>
                    </a:lnTo>
                    <a:lnTo>
                      <a:pt x="18" y="7"/>
                    </a:lnTo>
                    <a:lnTo>
                      <a:pt x="25" y="4"/>
                    </a:lnTo>
                    <a:lnTo>
                      <a:pt x="31" y="2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63" name="íślïdé">
                <a:extLst>
                  <a:ext uri="{FF2B5EF4-FFF2-40B4-BE49-F238E27FC236}">
                    <a16:creationId xmlns:a16="http://schemas.microsoft.com/office/drawing/2014/main" id="{2339581B-24B9-58AD-952C-6424E7B826CD}"/>
                  </a:ext>
                </a:extLst>
              </p:cNvPr>
              <p:cNvSpPr/>
              <p:nvPr/>
            </p:nvSpPr>
            <p:spPr bwMode="auto">
              <a:xfrm>
                <a:off x="2027772" y="2348876"/>
                <a:ext cx="507783" cy="510652"/>
              </a:xfrm>
              <a:custGeom>
                <a:avLst/>
                <a:gdLst>
                  <a:gd name="T0" fmla="*/ 534988 w 354"/>
                  <a:gd name="T1" fmla="*/ 474663 h 356"/>
                  <a:gd name="T2" fmla="*/ 558800 w 354"/>
                  <a:gd name="T3" fmla="*/ 144463 h 356"/>
                  <a:gd name="T4" fmla="*/ 538163 w 354"/>
                  <a:gd name="T5" fmla="*/ 244475 h 356"/>
                  <a:gd name="T6" fmla="*/ 528638 w 354"/>
                  <a:gd name="T7" fmla="*/ 238125 h 356"/>
                  <a:gd name="T8" fmla="*/ 528638 w 354"/>
                  <a:gd name="T9" fmla="*/ 327025 h 356"/>
                  <a:gd name="T10" fmla="*/ 458788 w 354"/>
                  <a:gd name="T11" fmla="*/ 350838 h 356"/>
                  <a:gd name="T12" fmla="*/ 485775 w 354"/>
                  <a:gd name="T13" fmla="*/ 387350 h 356"/>
                  <a:gd name="T14" fmla="*/ 449263 w 354"/>
                  <a:gd name="T15" fmla="*/ 423863 h 356"/>
                  <a:gd name="T16" fmla="*/ 485775 w 354"/>
                  <a:gd name="T17" fmla="*/ 536575 h 356"/>
                  <a:gd name="T18" fmla="*/ 449263 w 354"/>
                  <a:gd name="T19" fmla="*/ 93663 h 356"/>
                  <a:gd name="T20" fmla="*/ 503238 w 354"/>
                  <a:gd name="T21" fmla="*/ 93663 h 356"/>
                  <a:gd name="T22" fmla="*/ 430213 w 354"/>
                  <a:gd name="T23" fmla="*/ 74613 h 356"/>
                  <a:gd name="T24" fmla="*/ 417513 w 354"/>
                  <a:gd name="T25" fmla="*/ 19050 h 356"/>
                  <a:gd name="T26" fmla="*/ 431800 w 354"/>
                  <a:gd name="T27" fmla="*/ 354013 h 356"/>
                  <a:gd name="T28" fmla="*/ 449263 w 354"/>
                  <a:gd name="T29" fmla="*/ 107950 h 356"/>
                  <a:gd name="T30" fmla="*/ 431800 w 354"/>
                  <a:gd name="T31" fmla="*/ 419100 h 356"/>
                  <a:gd name="T32" fmla="*/ 434975 w 354"/>
                  <a:gd name="T33" fmla="*/ 565150 h 356"/>
                  <a:gd name="T34" fmla="*/ 417513 w 354"/>
                  <a:gd name="T35" fmla="*/ 44450 h 356"/>
                  <a:gd name="T36" fmla="*/ 411163 w 354"/>
                  <a:gd name="T37" fmla="*/ 79375 h 356"/>
                  <a:gd name="T38" fmla="*/ 374650 w 354"/>
                  <a:gd name="T39" fmla="*/ 79375 h 356"/>
                  <a:gd name="T40" fmla="*/ 365125 w 354"/>
                  <a:gd name="T41" fmla="*/ 44450 h 356"/>
                  <a:gd name="T42" fmla="*/ 417513 w 354"/>
                  <a:gd name="T43" fmla="*/ 107950 h 356"/>
                  <a:gd name="T44" fmla="*/ 417513 w 354"/>
                  <a:gd name="T45" fmla="*/ 366713 h 356"/>
                  <a:gd name="T46" fmla="*/ 361950 w 354"/>
                  <a:gd name="T47" fmla="*/ 427038 h 356"/>
                  <a:gd name="T48" fmla="*/ 361950 w 354"/>
                  <a:gd name="T49" fmla="*/ 342900 h 356"/>
                  <a:gd name="T50" fmla="*/ 417513 w 354"/>
                  <a:gd name="T51" fmla="*/ 552450 h 356"/>
                  <a:gd name="T52" fmla="*/ 361950 w 354"/>
                  <a:gd name="T53" fmla="*/ 44450 h 356"/>
                  <a:gd name="T54" fmla="*/ 357188 w 354"/>
                  <a:gd name="T55" fmla="*/ 77788 h 356"/>
                  <a:gd name="T56" fmla="*/ 361950 w 354"/>
                  <a:gd name="T57" fmla="*/ 6350 h 356"/>
                  <a:gd name="T58" fmla="*/ 284163 w 354"/>
                  <a:gd name="T59" fmla="*/ 107950 h 356"/>
                  <a:gd name="T60" fmla="*/ 361950 w 354"/>
                  <a:gd name="T61" fmla="*/ 342900 h 356"/>
                  <a:gd name="T62" fmla="*/ 361950 w 354"/>
                  <a:gd name="T63" fmla="*/ 474663 h 356"/>
                  <a:gd name="T64" fmla="*/ 211138 w 354"/>
                  <a:gd name="T65" fmla="*/ 68263 h 356"/>
                  <a:gd name="T66" fmla="*/ 200025 w 354"/>
                  <a:gd name="T67" fmla="*/ 6350 h 356"/>
                  <a:gd name="T68" fmla="*/ 284163 w 354"/>
                  <a:gd name="T69" fmla="*/ 107950 h 356"/>
                  <a:gd name="T70" fmla="*/ 284163 w 354"/>
                  <a:gd name="T71" fmla="*/ 384175 h 356"/>
                  <a:gd name="T72" fmla="*/ 271463 w 354"/>
                  <a:gd name="T73" fmla="*/ 257175 h 356"/>
                  <a:gd name="T74" fmla="*/ 182563 w 354"/>
                  <a:gd name="T75" fmla="*/ 49213 h 356"/>
                  <a:gd name="T76" fmla="*/ 195263 w 354"/>
                  <a:gd name="T77" fmla="*/ 79375 h 356"/>
                  <a:gd name="T78" fmla="*/ 158750 w 354"/>
                  <a:gd name="T79" fmla="*/ 68263 h 356"/>
                  <a:gd name="T80" fmla="*/ 142875 w 354"/>
                  <a:gd name="T81" fmla="*/ 19050 h 356"/>
                  <a:gd name="T82" fmla="*/ 200025 w 354"/>
                  <a:gd name="T83" fmla="*/ 152400 h 356"/>
                  <a:gd name="T84" fmla="*/ 142875 w 354"/>
                  <a:gd name="T85" fmla="*/ 406400 h 356"/>
                  <a:gd name="T86" fmla="*/ 200025 w 354"/>
                  <a:gd name="T87" fmla="*/ 257175 h 356"/>
                  <a:gd name="T88" fmla="*/ 142875 w 354"/>
                  <a:gd name="T89" fmla="*/ 552450 h 356"/>
                  <a:gd name="T90" fmla="*/ 125413 w 354"/>
                  <a:gd name="T91" fmla="*/ 61913 h 356"/>
                  <a:gd name="T92" fmla="*/ 112713 w 354"/>
                  <a:gd name="T93" fmla="*/ 31750 h 356"/>
                  <a:gd name="T94" fmla="*/ 142875 w 354"/>
                  <a:gd name="T95" fmla="*/ 257175 h 356"/>
                  <a:gd name="T96" fmla="*/ 142875 w 354"/>
                  <a:gd name="T97" fmla="*/ 107950 h 356"/>
                  <a:gd name="T98" fmla="*/ 128588 w 354"/>
                  <a:gd name="T99" fmla="*/ 419100 h 356"/>
                  <a:gd name="T100" fmla="*/ 133350 w 354"/>
                  <a:gd name="T101" fmla="*/ 560388 h 356"/>
                  <a:gd name="T102" fmla="*/ 58738 w 354"/>
                  <a:gd name="T103" fmla="*/ 93663 h 356"/>
                  <a:gd name="T104" fmla="*/ 112713 w 354"/>
                  <a:gd name="T105" fmla="*/ 31750 h 356"/>
                  <a:gd name="T106" fmla="*/ 85725 w 354"/>
                  <a:gd name="T107" fmla="*/ 360363 h 356"/>
                  <a:gd name="T108" fmla="*/ 79375 w 354"/>
                  <a:gd name="T109" fmla="*/ 407988 h 356"/>
                  <a:gd name="T110" fmla="*/ 25400 w 354"/>
                  <a:gd name="T111" fmla="*/ 474663 h 356"/>
                  <a:gd name="T112" fmla="*/ 112713 w 354"/>
                  <a:gd name="T113" fmla="*/ 107950 h 356"/>
                  <a:gd name="T114" fmla="*/ 77788 w 354"/>
                  <a:gd name="T115" fmla="*/ 547688 h 356"/>
                  <a:gd name="T116" fmla="*/ 31750 w 354"/>
                  <a:gd name="T117" fmla="*/ 238125 h 356"/>
                  <a:gd name="T118" fmla="*/ 25400 w 354"/>
                  <a:gd name="T119" fmla="*/ 244475 h 356"/>
                  <a:gd name="T120" fmla="*/ 0 w 354"/>
                  <a:gd name="T121" fmla="*/ 150813 h 356"/>
                  <a:gd name="T122" fmla="*/ 25400 w 354"/>
                  <a:gd name="T123" fmla="*/ 152400 h 356"/>
                  <a:gd name="T124" fmla="*/ 25400 w 354"/>
                  <a:gd name="T125" fmla="*/ 333375 h 35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354" h="356">
                    <a:moveTo>
                      <a:pt x="337" y="299"/>
                    </a:moveTo>
                    <a:lnTo>
                      <a:pt x="337" y="210"/>
                    </a:lnTo>
                    <a:lnTo>
                      <a:pt x="340" y="215"/>
                    </a:lnTo>
                    <a:lnTo>
                      <a:pt x="341" y="222"/>
                    </a:lnTo>
                    <a:lnTo>
                      <a:pt x="341" y="299"/>
                    </a:lnTo>
                    <a:lnTo>
                      <a:pt x="337" y="299"/>
                    </a:lnTo>
                    <a:close/>
                    <a:moveTo>
                      <a:pt x="337" y="154"/>
                    </a:moveTo>
                    <a:lnTo>
                      <a:pt x="337" y="96"/>
                    </a:lnTo>
                    <a:lnTo>
                      <a:pt x="339" y="95"/>
                    </a:lnTo>
                    <a:lnTo>
                      <a:pt x="348" y="91"/>
                    </a:lnTo>
                    <a:lnTo>
                      <a:pt x="350" y="91"/>
                    </a:lnTo>
                    <a:lnTo>
                      <a:pt x="352" y="91"/>
                    </a:lnTo>
                    <a:lnTo>
                      <a:pt x="354" y="93"/>
                    </a:lnTo>
                    <a:lnTo>
                      <a:pt x="354" y="95"/>
                    </a:lnTo>
                    <a:lnTo>
                      <a:pt x="354" y="142"/>
                    </a:lnTo>
                    <a:lnTo>
                      <a:pt x="352" y="147"/>
                    </a:lnTo>
                    <a:lnTo>
                      <a:pt x="350" y="149"/>
                    </a:lnTo>
                    <a:lnTo>
                      <a:pt x="348" y="150"/>
                    </a:lnTo>
                    <a:lnTo>
                      <a:pt x="339" y="154"/>
                    </a:lnTo>
                    <a:lnTo>
                      <a:pt x="337" y="154"/>
                    </a:lnTo>
                    <a:close/>
                    <a:moveTo>
                      <a:pt x="337" y="96"/>
                    </a:moveTo>
                    <a:lnTo>
                      <a:pt x="337" y="154"/>
                    </a:lnTo>
                    <a:lnTo>
                      <a:pt x="335" y="153"/>
                    </a:lnTo>
                    <a:lnTo>
                      <a:pt x="333" y="150"/>
                    </a:lnTo>
                    <a:lnTo>
                      <a:pt x="333" y="103"/>
                    </a:lnTo>
                    <a:lnTo>
                      <a:pt x="335" y="99"/>
                    </a:lnTo>
                    <a:lnTo>
                      <a:pt x="337" y="96"/>
                    </a:lnTo>
                    <a:close/>
                    <a:moveTo>
                      <a:pt x="337" y="210"/>
                    </a:moveTo>
                    <a:lnTo>
                      <a:pt x="337" y="210"/>
                    </a:lnTo>
                    <a:lnTo>
                      <a:pt x="333" y="206"/>
                    </a:lnTo>
                    <a:lnTo>
                      <a:pt x="329" y="202"/>
                    </a:lnTo>
                    <a:lnTo>
                      <a:pt x="324" y="199"/>
                    </a:lnTo>
                    <a:lnTo>
                      <a:pt x="317" y="199"/>
                    </a:lnTo>
                    <a:lnTo>
                      <a:pt x="317" y="68"/>
                    </a:lnTo>
                    <a:lnTo>
                      <a:pt x="283" y="68"/>
                    </a:lnTo>
                    <a:lnTo>
                      <a:pt x="283" y="221"/>
                    </a:lnTo>
                    <a:lnTo>
                      <a:pt x="289" y="221"/>
                    </a:lnTo>
                    <a:lnTo>
                      <a:pt x="293" y="222"/>
                    </a:lnTo>
                    <a:lnTo>
                      <a:pt x="297" y="225"/>
                    </a:lnTo>
                    <a:lnTo>
                      <a:pt x="299" y="227"/>
                    </a:lnTo>
                    <a:lnTo>
                      <a:pt x="302" y="230"/>
                    </a:lnTo>
                    <a:lnTo>
                      <a:pt x="305" y="234"/>
                    </a:lnTo>
                    <a:lnTo>
                      <a:pt x="306" y="239"/>
                    </a:lnTo>
                    <a:lnTo>
                      <a:pt x="306" y="244"/>
                    </a:lnTo>
                    <a:lnTo>
                      <a:pt x="306" y="248"/>
                    </a:lnTo>
                    <a:lnTo>
                      <a:pt x="305" y="253"/>
                    </a:lnTo>
                    <a:lnTo>
                      <a:pt x="302" y="257"/>
                    </a:lnTo>
                    <a:lnTo>
                      <a:pt x="299" y="260"/>
                    </a:lnTo>
                    <a:lnTo>
                      <a:pt x="297" y="262"/>
                    </a:lnTo>
                    <a:lnTo>
                      <a:pt x="293" y="265"/>
                    </a:lnTo>
                    <a:lnTo>
                      <a:pt x="289" y="267"/>
                    </a:lnTo>
                    <a:lnTo>
                      <a:pt x="283" y="267"/>
                    </a:lnTo>
                    <a:lnTo>
                      <a:pt x="283" y="299"/>
                    </a:lnTo>
                    <a:lnTo>
                      <a:pt x="337" y="299"/>
                    </a:lnTo>
                    <a:lnTo>
                      <a:pt x="337" y="210"/>
                    </a:lnTo>
                    <a:close/>
                    <a:moveTo>
                      <a:pt x="283" y="356"/>
                    </a:moveTo>
                    <a:lnTo>
                      <a:pt x="283" y="314"/>
                    </a:lnTo>
                    <a:lnTo>
                      <a:pt x="306" y="314"/>
                    </a:lnTo>
                    <a:lnTo>
                      <a:pt x="306" y="338"/>
                    </a:lnTo>
                    <a:lnTo>
                      <a:pt x="305" y="345"/>
                    </a:lnTo>
                    <a:lnTo>
                      <a:pt x="301" y="350"/>
                    </a:lnTo>
                    <a:lnTo>
                      <a:pt x="295" y="355"/>
                    </a:lnTo>
                    <a:lnTo>
                      <a:pt x="289" y="356"/>
                    </a:lnTo>
                    <a:lnTo>
                      <a:pt x="283" y="356"/>
                    </a:lnTo>
                    <a:close/>
                    <a:moveTo>
                      <a:pt x="283" y="59"/>
                    </a:moveTo>
                    <a:lnTo>
                      <a:pt x="283" y="20"/>
                    </a:lnTo>
                    <a:lnTo>
                      <a:pt x="298" y="30"/>
                    </a:lnTo>
                    <a:lnTo>
                      <a:pt x="309" y="38"/>
                    </a:lnTo>
                    <a:lnTo>
                      <a:pt x="313" y="43"/>
                    </a:lnTo>
                    <a:lnTo>
                      <a:pt x="316" y="49"/>
                    </a:lnTo>
                    <a:lnTo>
                      <a:pt x="317" y="54"/>
                    </a:lnTo>
                    <a:lnTo>
                      <a:pt x="317" y="59"/>
                    </a:lnTo>
                    <a:lnTo>
                      <a:pt x="283" y="59"/>
                    </a:lnTo>
                    <a:close/>
                    <a:moveTo>
                      <a:pt x="283" y="20"/>
                    </a:moveTo>
                    <a:lnTo>
                      <a:pt x="283" y="59"/>
                    </a:lnTo>
                    <a:lnTo>
                      <a:pt x="263" y="59"/>
                    </a:lnTo>
                    <a:lnTo>
                      <a:pt x="263" y="50"/>
                    </a:lnTo>
                    <a:lnTo>
                      <a:pt x="268" y="50"/>
                    </a:lnTo>
                    <a:lnTo>
                      <a:pt x="271" y="47"/>
                    </a:lnTo>
                    <a:lnTo>
                      <a:pt x="274" y="43"/>
                    </a:lnTo>
                    <a:lnTo>
                      <a:pt x="275" y="39"/>
                    </a:lnTo>
                    <a:lnTo>
                      <a:pt x="274" y="35"/>
                    </a:lnTo>
                    <a:lnTo>
                      <a:pt x="271" y="31"/>
                    </a:lnTo>
                    <a:lnTo>
                      <a:pt x="268" y="28"/>
                    </a:lnTo>
                    <a:lnTo>
                      <a:pt x="263" y="28"/>
                    </a:lnTo>
                    <a:lnTo>
                      <a:pt x="263" y="12"/>
                    </a:lnTo>
                    <a:lnTo>
                      <a:pt x="283" y="20"/>
                    </a:lnTo>
                    <a:close/>
                    <a:moveTo>
                      <a:pt x="283" y="68"/>
                    </a:moveTo>
                    <a:lnTo>
                      <a:pt x="283" y="221"/>
                    </a:lnTo>
                    <a:lnTo>
                      <a:pt x="278" y="221"/>
                    </a:lnTo>
                    <a:lnTo>
                      <a:pt x="272" y="223"/>
                    </a:lnTo>
                    <a:lnTo>
                      <a:pt x="267" y="227"/>
                    </a:lnTo>
                    <a:lnTo>
                      <a:pt x="263" y="231"/>
                    </a:lnTo>
                    <a:lnTo>
                      <a:pt x="263" y="162"/>
                    </a:lnTo>
                    <a:lnTo>
                      <a:pt x="272" y="162"/>
                    </a:lnTo>
                    <a:lnTo>
                      <a:pt x="272" y="96"/>
                    </a:lnTo>
                    <a:lnTo>
                      <a:pt x="263" y="96"/>
                    </a:lnTo>
                    <a:lnTo>
                      <a:pt x="263" y="68"/>
                    </a:lnTo>
                    <a:lnTo>
                      <a:pt x="283" y="68"/>
                    </a:lnTo>
                    <a:close/>
                    <a:moveTo>
                      <a:pt x="283" y="267"/>
                    </a:moveTo>
                    <a:lnTo>
                      <a:pt x="283" y="299"/>
                    </a:lnTo>
                    <a:lnTo>
                      <a:pt x="263" y="299"/>
                    </a:lnTo>
                    <a:lnTo>
                      <a:pt x="263" y="256"/>
                    </a:lnTo>
                    <a:lnTo>
                      <a:pt x="267" y="260"/>
                    </a:lnTo>
                    <a:lnTo>
                      <a:pt x="272" y="264"/>
                    </a:lnTo>
                    <a:lnTo>
                      <a:pt x="278" y="267"/>
                    </a:lnTo>
                    <a:lnTo>
                      <a:pt x="283" y="267"/>
                    </a:lnTo>
                    <a:close/>
                    <a:moveTo>
                      <a:pt x="283" y="314"/>
                    </a:moveTo>
                    <a:lnTo>
                      <a:pt x="283" y="356"/>
                    </a:lnTo>
                    <a:lnTo>
                      <a:pt x="278" y="356"/>
                    </a:lnTo>
                    <a:lnTo>
                      <a:pt x="274" y="356"/>
                    </a:lnTo>
                    <a:lnTo>
                      <a:pt x="270" y="353"/>
                    </a:lnTo>
                    <a:lnTo>
                      <a:pt x="267" y="352"/>
                    </a:lnTo>
                    <a:lnTo>
                      <a:pt x="263" y="348"/>
                    </a:lnTo>
                    <a:lnTo>
                      <a:pt x="263" y="314"/>
                    </a:lnTo>
                    <a:lnTo>
                      <a:pt x="283" y="314"/>
                    </a:lnTo>
                    <a:close/>
                    <a:moveTo>
                      <a:pt x="263" y="12"/>
                    </a:moveTo>
                    <a:lnTo>
                      <a:pt x="263" y="28"/>
                    </a:lnTo>
                    <a:lnTo>
                      <a:pt x="259" y="28"/>
                    </a:lnTo>
                    <a:lnTo>
                      <a:pt x="256" y="31"/>
                    </a:lnTo>
                    <a:lnTo>
                      <a:pt x="253" y="35"/>
                    </a:lnTo>
                    <a:lnTo>
                      <a:pt x="252" y="39"/>
                    </a:lnTo>
                    <a:lnTo>
                      <a:pt x="253" y="43"/>
                    </a:lnTo>
                    <a:lnTo>
                      <a:pt x="256" y="47"/>
                    </a:lnTo>
                    <a:lnTo>
                      <a:pt x="259" y="50"/>
                    </a:lnTo>
                    <a:lnTo>
                      <a:pt x="263" y="50"/>
                    </a:lnTo>
                    <a:lnTo>
                      <a:pt x="263" y="59"/>
                    </a:lnTo>
                    <a:lnTo>
                      <a:pt x="228" y="59"/>
                    </a:lnTo>
                    <a:lnTo>
                      <a:pt x="228" y="50"/>
                    </a:lnTo>
                    <a:lnTo>
                      <a:pt x="230" y="50"/>
                    </a:lnTo>
                    <a:lnTo>
                      <a:pt x="236" y="50"/>
                    </a:lnTo>
                    <a:lnTo>
                      <a:pt x="238" y="47"/>
                    </a:lnTo>
                    <a:lnTo>
                      <a:pt x="241" y="43"/>
                    </a:lnTo>
                    <a:lnTo>
                      <a:pt x="243" y="39"/>
                    </a:lnTo>
                    <a:lnTo>
                      <a:pt x="241" y="35"/>
                    </a:lnTo>
                    <a:lnTo>
                      <a:pt x="238" y="31"/>
                    </a:lnTo>
                    <a:lnTo>
                      <a:pt x="236" y="28"/>
                    </a:lnTo>
                    <a:lnTo>
                      <a:pt x="230" y="28"/>
                    </a:lnTo>
                    <a:lnTo>
                      <a:pt x="228" y="28"/>
                    </a:lnTo>
                    <a:lnTo>
                      <a:pt x="228" y="4"/>
                    </a:lnTo>
                    <a:lnTo>
                      <a:pt x="247" y="8"/>
                    </a:lnTo>
                    <a:lnTo>
                      <a:pt x="263" y="12"/>
                    </a:lnTo>
                    <a:close/>
                    <a:moveTo>
                      <a:pt x="263" y="68"/>
                    </a:moveTo>
                    <a:lnTo>
                      <a:pt x="263" y="96"/>
                    </a:lnTo>
                    <a:lnTo>
                      <a:pt x="228" y="96"/>
                    </a:lnTo>
                    <a:lnTo>
                      <a:pt x="228" y="68"/>
                    </a:lnTo>
                    <a:lnTo>
                      <a:pt x="263" y="68"/>
                    </a:lnTo>
                    <a:close/>
                    <a:moveTo>
                      <a:pt x="263" y="162"/>
                    </a:moveTo>
                    <a:lnTo>
                      <a:pt x="263" y="231"/>
                    </a:lnTo>
                    <a:lnTo>
                      <a:pt x="262" y="237"/>
                    </a:lnTo>
                    <a:lnTo>
                      <a:pt x="260" y="244"/>
                    </a:lnTo>
                    <a:lnTo>
                      <a:pt x="262" y="250"/>
                    </a:lnTo>
                    <a:lnTo>
                      <a:pt x="263" y="256"/>
                    </a:lnTo>
                    <a:lnTo>
                      <a:pt x="263" y="299"/>
                    </a:lnTo>
                    <a:lnTo>
                      <a:pt x="228" y="299"/>
                    </a:lnTo>
                    <a:lnTo>
                      <a:pt x="228" y="269"/>
                    </a:lnTo>
                    <a:lnTo>
                      <a:pt x="229" y="269"/>
                    </a:lnTo>
                    <a:lnTo>
                      <a:pt x="229" y="253"/>
                    </a:lnTo>
                    <a:lnTo>
                      <a:pt x="228" y="253"/>
                    </a:lnTo>
                    <a:lnTo>
                      <a:pt x="228" y="242"/>
                    </a:lnTo>
                    <a:lnTo>
                      <a:pt x="229" y="242"/>
                    </a:lnTo>
                    <a:lnTo>
                      <a:pt x="229" y="227"/>
                    </a:lnTo>
                    <a:lnTo>
                      <a:pt x="228" y="227"/>
                    </a:lnTo>
                    <a:lnTo>
                      <a:pt x="228" y="216"/>
                    </a:lnTo>
                    <a:lnTo>
                      <a:pt x="229" y="216"/>
                    </a:lnTo>
                    <a:lnTo>
                      <a:pt x="229" y="200"/>
                    </a:lnTo>
                    <a:lnTo>
                      <a:pt x="228" y="200"/>
                    </a:lnTo>
                    <a:lnTo>
                      <a:pt x="228" y="162"/>
                    </a:lnTo>
                    <a:lnTo>
                      <a:pt x="263" y="162"/>
                    </a:lnTo>
                    <a:close/>
                    <a:moveTo>
                      <a:pt x="263" y="314"/>
                    </a:moveTo>
                    <a:lnTo>
                      <a:pt x="263" y="348"/>
                    </a:lnTo>
                    <a:lnTo>
                      <a:pt x="262" y="344"/>
                    </a:lnTo>
                    <a:lnTo>
                      <a:pt x="260" y="338"/>
                    </a:lnTo>
                    <a:lnTo>
                      <a:pt x="260" y="314"/>
                    </a:lnTo>
                    <a:lnTo>
                      <a:pt x="263" y="314"/>
                    </a:lnTo>
                    <a:close/>
                    <a:moveTo>
                      <a:pt x="228" y="4"/>
                    </a:moveTo>
                    <a:lnTo>
                      <a:pt x="228" y="28"/>
                    </a:lnTo>
                    <a:lnTo>
                      <a:pt x="225" y="30"/>
                    </a:lnTo>
                    <a:lnTo>
                      <a:pt x="222" y="32"/>
                    </a:lnTo>
                    <a:lnTo>
                      <a:pt x="221" y="35"/>
                    </a:lnTo>
                    <a:lnTo>
                      <a:pt x="220" y="39"/>
                    </a:lnTo>
                    <a:lnTo>
                      <a:pt x="221" y="43"/>
                    </a:lnTo>
                    <a:lnTo>
                      <a:pt x="222" y="46"/>
                    </a:lnTo>
                    <a:lnTo>
                      <a:pt x="225" y="49"/>
                    </a:lnTo>
                    <a:lnTo>
                      <a:pt x="228" y="50"/>
                    </a:lnTo>
                    <a:lnTo>
                      <a:pt x="228" y="59"/>
                    </a:lnTo>
                    <a:lnTo>
                      <a:pt x="179" y="59"/>
                    </a:lnTo>
                    <a:lnTo>
                      <a:pt x="179" y="0"/>
                    </a:lnTo>
                    <a:lnTo>
                      <a:pt x="203" y="1"/>
                    </a:lnTo>
                    <a:lnTo>
                      <a:pt x="228" y="4"/>
                    </a:lnTo>
                    <a:close/>
                    <a:moveTo>
                      <a:pt x="228" y="68"/>
                    </a:moveTo>
                    <a:lnTo>
                      <a:pt x="228" y="96"/>
                    </a:lnTo>
                    <a:lnTo>
                      <a:pt x="183" y="96"/>
                    </a:lnTo>
                    <a:lnTo>
                      <a:pt x="183" y="162"/>
                    </a:lnTo>
                    <a:lnTo>
                      <a:pt x="228" y="162"/>
                    </a:lnTo>
                    <a:lnTo>
                      <a:pt x="228" y="200"/>
                    </a:lnTo>
                    <a:lnTo>
                      <a:pt x="179" y="200"/>
                    </a:lnTo>
                    <a:lnTo>
                      <a:pt x="179" y="68"/>
                    </a:lnTo>
                    <a:lnTo>
                      <a:pt x="228" y="68"/>
                    </a:lnTo>
                    <a:close/>
                    <a:moveTo>
                      <a:pt x="228" y="216"/>
                    </a:moveTo>
                    <a:lnTo>
                      <a:pt x="228" y="227"/>
                    </a:lnTo>
                    <a:lnTo>
                      <a:pt x="179" y="227"/>
                    </a:lnTo>
                    <a:lnTo>
                      <a:pt x="179" y="216"/>
                    </a:lnTo>
                    <a:lnTo>
                      <a:pt x="228" y="216"/>
                    </a:lnTo>
                    <a:close/>
                    <a:moveTo>
                      <a:pt x="228" y="242"/>
                    </a:moveTo>
                    <a:lnTo>
                      <a:pt x="228" y="253"/>
                    </a:lnTo>
                    <a:lnTo>
                      <a:pt x="179" y="253"/>
                    </a:lnTo>
                    <a:lnTo>
                      <a:pt x="179" y="242"/>
                    </a:lnTo>
                    <a:lnTo>
                      <a:pt x="228" y="242"/>
                    </a:lnTo>
                    <a:close/>
                    <a:moveTo>
                      <a:pt x="228" y="269"/>
                    </a:moveTo>
                    <a:lnTo>
                      <a:pt x="228" y="299"/>
                    </a:lnTo>
                    <a:lnTo>
                      <a:pt x="179" y="299"/>
                    </a:lnTo>
                    <a:lnTo>
                      <a:pt x="179" y="269"/>
                    </a:lnTo>
                    <a:lnTo>
                      <a:pt x="228" y="269"/>
                    </a:lnTo>
                    <a:close/>
                    <a:moveTo>
                      <a:pt x="126" y="50"/>
                    </a:moveTo>
                    <a:lnTo>
                      <a:pt x="126" y="50"/>
                    </a:lnTo>
                    <a:lnTo>
                      <a:pt x="129" y="49"/>
                    </a:lnTo>
                    <a:lnTo>
                      <a:pt x="132" y="46"/>
                    </a:lnTo>
                    <a:lnTo>
                      <a:pt x="133" y="43"/>
                    </a:lnTo>
                    <a:lnTo>
                      <a:pt x="134" y="39"/>
                    </a:lnTo>
                    <a:lnTo>
                      <a:pt x="133" y="35"/>
                    </a:lnTo>
                    <a:lnTo>
                      <a:pt x="132" y="32"/>
                    </a:lnTo>
                    <a:lnTo>
                      <a:pt x="129" y="30"/>
                    </a:lnTo>
                    <a:lnTo>
                      <a:pt x="126" y="28"/>
                    </a:lnTo>
                    <a:lnTo>
                      <a:pt x="126" y="4"/>
                    </a:lnTo>
                    <a:lnTo>
                      <a:pt x="150" y="1"/>
                    </a:lnTo>
                    <a:lnTo>
                      <a:pt x="176" y="0"/>
                    </a:lnTo>
                    <a:lnTo>
                      <a:pt x="179" y="0"/>
                    </a:lnTo>
                    <a:lnTo>
                      <a:pt x="179" y="59"/>
                    </a:lnTo>
                    <a:lnTo>
                      <a:pt x="126" y="59"/>
                    </a:lnTo>
                    <a:lnTo>
                      <a:pt x="126" y="50"/>
                    </a:lnTo>
                    <a:close/>
                    <a:moveTo>
                      <a:pt x="179" y="68"/>
                    </a:moveTo>
                    <a:lnTo>
                      <a:pt x="179" y="200"/>
                    </a:lnTo>
                    <a:lnTo>
                      <a:pt x="127" y="200"/>
                    </a:lnTo>
                    <a:lnTo>
                      <a:pt x="127" y="216"/>
                    </a:lnTo>
                    <a:lnTo>
                      <a:pt x="179" y="216"/>
                    </a:lnTo>
                    <a:lnTo>
                      <a:pt x="179" y="227"/>
                    </a:lnTo>
                    <a:lnTo>
                      <a:pt x="127" y="227"/>
                    </a:lnTo>
                    <a:lnTo>
                      <a:pt x="127" y="242"/>
                    </a:lnTo>
                    <a:lnTo>
                      <a:pt x="179" y="242"/>
                    </a:lnTo>
                    <a:lnTo>
                      <a:pt x="179" y="253"/>
                    </a:lnTo>
                    <a:lnTo>
                      <a:pt x="127" y="253"/>
                    </a:lnTo>
                    <a:lnTo>
                      <a:pt x="127" y="269"/>
                    </a:lnTo>
                    <a:lnTo>
                      <a:pt x="179" y="269"/>
                    </a:lnTo>
                    <a:lnTo>
                      <a:pt x="179" y="299"/>
                    </a:lnTo>
                    <a:lnTo>
                      <a:pt x="126" y="299"/>
                    </a:lnTo>
                    <a:lnTo>
                      <a:pt x="126" y="162"/>
                    </a:lnTo>
                    <a:lnTo>
                      <a:pt x="171" y="162"/>
                    </a:lnTo>
                    <a:lnTo>
                      <a:pt x="171" y="96"/>
                    </a:lnTo>
                    <a:lnTo>
                      <a:pt x="126" y="96"/>
                    </a:lnTo>
                    <a:lnTo>
                      <a:pt x="126" y="68"/>
                    </a:lnTo>
                    <a:lnTo>
                      <a:pt x="179" y="68"/>
                    </a:lnTo>
                    <a:close/>
                    <a:moveTo>
                      <a:pt x="123" y="28"/>
                    </a:moveTo>
                    <a:lnTo>
                      <a:pt x="123" y="28"/>
                    </a:lnTo>
                    <a:lnTo>
                      <a:pt x="118" y="28"/>
                    </a:lnTo>
                    <a:lnTo>
                      <a:pt x="115" y="31"/>
                    </a:lnTo>
                    <a:lnTo>
                      <a:pt x="113" y="35"/>
                    </a:lnTo>
                    <a:lnTo>
                      <a:pt x="111" y="39"/>
                    </a:lnTo>
                    <a:lnTo>
                      <a:pt x="113" y="43"/>
                    </a:lnTo>
                    <a:lnTo>
                      <a:pt x="115" y="47"/>
                    </a:lnTo>
                    <a:lnTo>
                      <a:pt x="118" y="50"/>
                    </a:lnTo>
                    <a:lnTo>
                      <a:pt x="123" y="50"/>
                    </a:lnTo>
                    <a:lnTo>
                      <a:pt x="126" y="50"/>
                    </a:lnTo>
                    <a:lnTo>
                      <a:pt x="126" y="59"/>
                    </a:lnTo>
                    <a:lnTo>
                      <a:pt x="90" y="59"/>
                    </a:lnTo>
                    <a:lnTo>
                      <a:pt x="90" y="50"/>
                    </a:lnTo>
                    <a:lnTo>
                      <a:pt x="95" y="50"/>
                    </a:lnTo>
                    <a:lnTo>
                      <a:pt x="98" y="47"/>
                    </a:lnTo>
                    <a:lnTo>
                      <a:pt x="100" y="43"/>
                    </a:lnTo>
                    <a:lnTo>
                      <a:pt x="102" y="39"/>
                    </a:lnTo>
                    <a:lnTo>
                      <a:pt x="100" y="35"/>
                    </a:lnTo>
                    <a:lnTo>
                      <a:pt x="98" y="31"/>
                    </a:lnTo>
                    <a:lnTo>
                      <a:pt x="95" y="28"/>
                    </a:lnTo>
                    <a:lnTo>
                      <a:pt x="90" y="28"/>
                    </a:lnTo>
                    <a:lnTo>
                      <a:pt x="90" y="12"/>
                    </a:lnTo>
                    <a:lnTo>
                      <a:pt x="107" y="8"/>
                    </a:lnTo>
                    <a:lnTo>
                      <a:pt x="126" y="4"/>
                    </a:lnTo>
                    <a:lnTo>
                      <a:pt x="126" y="28"/>
                    </a:lnTo>
                    <a:lnTo>
                      <a:pt x="123" y="28"/>
                    </a:lnTo>
                    <a:close/>
                    <a:moveTo>
                      <a:pt x="126" y="68"/>
                    </a:moveTo>
                    <a:lnTo>
                      <a:pt x="126" y="96"/>
                    </a:lnTo>
                    <a:lnTo>
                      <a:pt x="90" y="96"/>
                    </a:lnTo>
                    <a:lnTo>
                      <a:pt x="90" y="68"/>
                    </a:lnTo>
                    <a:lnTo>
                      <a:pt x="126" y="68"/>
                    </a:lnTo>
                    <a:close/>
                    <a:moveTo>
                      <a:pt x="126" y="162"/>
                    </a:moveTo>
                    <a:lnTo>
                      <a:pt x="126" y="299"/>
                    </a:lnTo>
                    <a:lnTo>
                      <a:pt x="90" y="299"/>
                    </a:lnTo>
                    <a:lnTo>
                      <a:pt x="90" y="256"/>
                    </a:lnTo>
                    <a:lnTo>
                      <a:pt x="92" y="250"/>
                    </a:lnTo>
                    <a:lnTo>
                      <a:pt x="94" y="244"/>
                    </a:lnTo>
                    <a:lnTo>
                      <a:pt x="92" y="237"/>
                    </a:lnTo>
                    <a:lnTo>
                      <a:pt x="90" y="231"/>
                    </a:lnTo>
                    <a:lnTo>
                      <a:pt x="90" y="162"/>
                    </a:lnTo>
                    <a:lnTo>
                      <a:pt x="126" y="162"/>
                    </a:lnTo>
                    <a:close/>
                    <a:moveTo>
                      <a:pt x="90" y="348"/>
                    </a:moveTo>
                    <a:lnTo>
                      <a:pt x="90" y="314"/>
                    </a:lnTo>
                    <a:lnTo>
                      <a:pt x="94" y="314"/>
                    </a:lnTo>
                    <a:lnTo>
                      <a:pt x="94" y="338"/>
                    </a:lnTo>
                    <a:lnTo>
                      <a:pt x="92" y="344"/>
                    </a:lnTo>
                    <a:lnTo>
                      <a:pt x="90" y="348"/>
                    </a:lnTo>
                    <a:close/>
                    <a:moveTo>
                      <a:pt x="90" y="12"/>
                    </a:moveTo>
                    <a:lnTo>
                      <a:pt x="90" y="28"/>
                    </a:lnTo>
                    <a:lnTo>
                      <a:pt x="85" y="28"/>
                    </a:lnTo>
                    <a:lnTo>
                      <a:pt x="83" y="31"/>
                    </a:lnTo>
                    <a:lnTo>
                      <a:pt x="80" y="35"/>
                    </a:lnTo>
                    <a:lnTo>
                      <a:pt x="79" y="39"/>
                    </a:lnTo>
                    <a:lnTo>
                      <a:pt x="80" y="43"/>
                    </a:lnTo>
                    <a:lnTo>
                      <a:pt x="83" y="47"/>
                    </a:lnTo>
                    <a:lnTo>
                      <a:pt x="85" y="50"/>
                    </a:lnTo>
                    <a:lnTo>
                      <a:pt x="90" y="50"/>
                    </a:lnTo>
                    <a:lnTo>
                      <a:pt x="90" y="59"/>
                    </a:lnTo>
                    <a:lnTo>
                      <a:pt x="71" y="59"/>
                    </a:lnTo>
                    <a:lnTo>
                      <a:pt x="71" y="20"/>
                    </a:lnTo>
                    <a:lnTo>
                      <a:pt x="90" y="12"/>
                    </a:lnTo>
                    <a:close/>
                    <a:moveTo>
                      <a:pt x="90" y="68"/>
                    </a:moveTo>
                    <a:lnTo>
                      <a:pt x="90" y="96"/>
                    </a:lnTo>
                    <a:lnTo>
                      <a:pt x="81" y="96"/>
                    </a:lnTo>
                    <a:lnTo>
                      <a:pt x="81" y="162"/>
                    </a:lnTo>
                    <a:lnTo>
                      <a:pt x="90" y="162"/>
                    </a:lnTo>
                    <a:lnTo>
                      <a:pt x="90" y="231"/>
                    </a:lnTo>
                    <a:lnTo>
                      <a:pt x="87" y="227"/>
                    </a:lnTo>
                    <a:lnTo>
                      <a:pt x="81" y="223"/>
                    </a:lnTo>
                    <a:lnTo>
                      <a:pt x="76" y="221"/>
                    </a:lnTo>
                    <a:lnTo>
                      <a:pt x="71" y="221"/>
                    </a:lnTo>
                    <a:lnTo>
                      <a:pt x="71" y="68"/>
                    </a:lnTo>
                    <a:lnTo>
                      <a:pt x="90" y="68"/>
                    </a:lnTo>
                    <a:close/>
                    <a:moveTo>
                      <a:pt x="90" y="256"/>
                    </a:moveTo>
                    <a:lnTo>
                      <a:pt x="90" y="299"/>
                    </a:lnTo>
                    <a:lnTo>
                      <a:pt x="71" y="299"/>
                    </a:lnTo>
                    <a:lnTo>
                      <a:pt x="71" y="267"/>
                    </a:lnTo>
                    <a:lnTo>
                      <a:pt x="76" y="267"/>
                    </a:lnTo>
                    <a:lnTo>
                      <a:pt x="81" y="264"/>
                    </a:lnTo>
                    <a:lnTo>
                      <a:pt x="87" y="260"/>
                    </a:lnTo>
                    <a:lnTo>
                      <a:pt x="90" y="256"/>
                    </a:lnTo>
                    <a:close/>
                    <a:moveTo>
                      <a:pt x="90" y="314"/>
                    </a:moveTo>
                    <a:lnTo>
                      <a:pt x="90" y="348"/>
                    </a:lnTo>
                    <a:lnTo>
                      <a:pt x="87" y="352"/>
                    </a:lnTo>
                    <a:lnTo>
                      <a:pt x="84" y="353"/>
                    </a:lnTo>
                    <a:lnTo>
                      <a:pt x="80" y="356"/>
                    </a:lnTo>
                    <a:lnTo>
                      <a:pt x="75" y="356"/>
                    </a:lnTo>
                    <a:lnTo>
                      <a:pt x="71" y="356"/>
                    </a:lnTo>
                    <a:lnTo>
                      <a:pt x="71" y="314"/>
                    </a:lnTo>
                    <a:lnTo>
                      <a:pt x="90" y="314"/>
                    </a:lnTo>
                    <a:close/>
                    <a:moveTo>
                      <a:pt x="71" y="20"/>
                    </a:moveTo>
                    <a:lnTo>
                      <a:pt x="71" y="59"/>
                    </a:lnTo>
                    <a:lnTo>
                      <a:pt x="37" y="59"/>
                    </a:lnTo>
                    <a:lnTo>
                      <a:pt x="37" y="54"/>
                    </a:lnTo>
                    <a:lnTo>
                      <a:pt x="38" y="49"/>
                    </a:lnTo>
                    <a:lnTo>
                      <a:pt x="41" y="43"/>
                    </a:lnTo>
                    <a:lnTo>
                      <a:pt x="45" y="38"/>
                    </a:lnTo>
                    <a:lnTo>
                      <a:pt x="56" y="30"/>
                    </a:lnTo>
                    <a:lnTo>
                      <a:pt x="71" y="20"/>
                    </a:lnTo>
                    <a:close/>
                    <a:moveTo>
                      <a:pt x="71" y="68"/>
                    </a:moveTo>
                    <a:lnTo>
                      <a:pt x="71" y="221"/>
                    </a:lnTo>
                    <a:lnTo>
                      <a:pt x="65" y="221"/>
                    </a:lnTo>
                    <a:lnTo>
                      <a:pt x="61" y="222"/>
                    </a:lnTo>
                    <a:lnTo>
                      <a:pt x="57" y="225"/>
                    </a:lnTo>
                    <a:lnTo>
                      <a:pt x="54" y="227"/>
                    </a:lnTo>
                    <a:lnTo>
                      <a:pt x="50" y="230"/>
                    </a:lnTo>
                    <a:lnTo>
                      <a:pt x="49" y="234"/>
                    </a:lnTo>
                    <a:lnTo>
                      <a:pt x="48" y="239"/>
                    </a:lnTo>
                    <a:lnTo>
                      <a:pt x="48" y="244"/>
                    </a:lnTo>
                    <a:lnTo>
                      <a:pt x="48" y="248"/>
                    </a:lnTo>
                    <a:lnTo>
                      <a:pt x="49" y="253"/>
                    </a:lnTo>
                    <a:lnTo>
                      <a:pt x="50" y="257"/>
                    </a:lnTo>
                    <a:lnTo>
                      <a:pt x="54" y="260"/>
                    </a:lnTo>
                    <a:lnTo>
                      <a:pt x="57" y="262"/>
                    </a:lnTo>
                    <a:lnTo>
                      <a:pt x="61" y="265"/>
                    </a:lnTo>
                    <a:lnTo>
                      <a:pt x="65" y="267"/>
                    </a:lnTo>
                    <a:lnTo>
                      <a:pt x="71" y="267"/>
                    </a:lnTo>
                    <a:lnTo>
                      <a:pt x="71" y="299"/>
                    </a:lnTo>
                    <a:lnTo>
                      <a:pt x="16" y="299"/>
                    </a:lnTo>
                    <a:lnTo>
                      <a:pt x="16" y="210"/>
                    </a:lnTo>
                    <a:lnTo>
                      <a:pt x="20" y="206"/>
                    </a:lnTo>
                    <a:lnTo>
                      <a:pt x="25" y="202"/>
                    </a:lnTo>
                    <a:lnTo>
                      <a:pt x="30" y="199"/>
                    </a:lnTo>
                    <a:lnTo>
                      <a:pt x="37" y="199"/>
                    </a:lnTo>
                    <a:lnTo>
                      <a:pt x="37" y="68"/>
                    </a:lnTo>
                    <a:lnTo>
                      <a:pt x="71" y="68"/>
                    </a:lnTo>
                    <a:close/>
                    <a:moveTo>
                      <a:pt x="71" y="314"/>
                    </a:moveTo>
                    <a:lnTo>
                      <a:pt x="71" y="356"/>
                    </a:lnTo>
                    <a:lnTo>
                      <a:pt x="65" y="356"/>
                    </a:lnTo>
                    <a:lnTo>
                      <a:pt x="58" y="355"/>
                    </a:lnTo>
                    <a:lnTo>
                      <a:pt x="53" y="350"/>
                    </a:lnTo>
                    <a:lnTo>
                      <a:pt x="49" y="345"/>
                    </a:lnTo>
                    <a:lnTo>
                      <a:pt x="48" y="338"/>
                    </a:lnTo>
                    <a:lnTo>
                      <a:pt x="48" y="314"/>
                    </a:lnTo>
                    <a:lnTo>
                      <a:pt x="71" y="314"/>
                    </a:lnTo>
                    <a:close/>
                    <a:moveTo>
                      <a:pt x="16" y="154"/>
                    </a:moveTo>
                    <a:lnTo>
                      <a:pt x="16" y="154"/>
                    </a:lnTo>
                    <a:lnTo>
                      <a:pt x="19" y="153"/>
                    </a:lnTo>
                    <a:lnTo>
                      <a:pt x="20" y="150"/>
                    </a:lnTo>
                    <a:lnTo>
                      <a:pt x="20" y="103"/>
                    </a:lnTo>
                    <a:lnTo>
                      <a:pt x="19" y="99"/>
                    </a:lnTo>
                    <a:lnTo>
                      <a:pt x="16" y="96"/>
                    </a:lnTo>
                    <a:lnTo>
                      <a:pt x="16" y="154"/>
                    </a:lnTo>
                    <a:close/>
                    <a:moveTo>
                      <a:pt x="16" y="96"/>
                    </a:moveTo>
                    <a:lnTo>
                      <a:pt x="16" y="154"/>
                    </a:lnTo>
                    <a:lnTo>
                      <a:pt x="15" y="154"/>
                    </a:lnTo>
                    <a:lnTo>
                      <a:pt x="6" y="150"/>
                    </a:lnTo>
                    <a:lnTo>
                      <a:pt x="4" y="149"/>
                    </a:lnTo>
                    <a:lnTo>
                      <a:pt x="2" y="147"/>
                    </a:lnTo>
                    <a:lnTo>
                      <a:pt x="0" y="142"/>
                    </a:lnTo>
                    <a:lnTo>
                      <a:pt x="0" y="95"/>
                    </a:lnTo>
                    <a:lnTo>
                      <a:pt x="0" y="93"/>
                    </a:lnTo>
                    <a:lnTo>
                      <a:pt x="2" y="91"/>
                    </a:lnTo>
                    <a:lnTo>
                      <a:pt x="4" y="91"/>
                    </a:lnTo>
                    <a:lnTo>
                      <a:pt x="6" y="91"/>
                    </a:lnTo>
                    <a:lnTo>
                      <a:pt x="15" y="95"/>
                    </a:lnTo>
                    <a:lnTo>
                      <a:pt x="16" y="96"/>
                    </a:lnTo>
                    <a:close/>
                    <a:moveTo>
                      <a:pt x="16" y="210"/>
                    </a:moveTo>
                    <a:lnTo>
                      <a:pt x="16" y="299"/>
                    </a:lnTo>
                    <a:lnTo>
                      <a:pt x="12" y="299"/>
                    </a:lnTo>
                    <a:lnTo>
                      <a:pt x="12" y="222"/>
                    </a:lnTo>
                    <a:lnTo>
                      <a:pt x="14" y="215"/>
                    </a:lnTo>
                    <a:lnTo>
                      <a:pt x="16" y="210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64" name="í$1íḍe">
                <a:extLst>
                  <a:ext uri="{FF2B5EF4-FFF2-40B4-BE49-F238E27FC236}">
                    <a16:creationId xmlns:a16="http://schemas.microsoft.com/office/drawing/2014/main" id="{2888539B-36FC-14DC-6672-7093F293613F}"/>
                  </a:ext>
                </a:extLst>
              </p:cNvPr>
              <p:cNvSpPr/>
              <p:nvPr/>
            </p:nvSpPr>
            <p:spPr bwMode="auto">
              <a:xfrm>
                <a:off x="2403589" y="3004404"/>
                <a:ext cx="572332" cy="436063"/>
              </a:xfrm>
              <a:custGeom>
                <a:avLst/>
                <a:gdLst>
                  <a:gd name="T0" fmla="*/ 628650 w 399"/>
                  <a:gd name="T1" fmla="*/ 452438 h 304"/>
                  <a:gd name="T2" fmla="*/ 619125 w 399"/>
                  <a:gd name="T3" fmla="*/ 15875 h 304"/>
                  <a:gd name="T4" fmla="*/ 554038 w 399"/>
                  <a:gd name="T5" fmla="*/ 34925 h 304"/>
                  <a:gd name="T6" fmla="*/ 596900 w 399"/>
                  <a:gd name="T7" fmla="*/ 76200 h 304"/>
                  <a:gd name="T8" fmla="*/ 571500 w 399"/>
                  <a:gd name="T9" fmla="*/ 446088 h 304"/>
                  <a:gd name="T10" fmla="*/ 482600 w 399"/>
                  <a:gd name="T11" fmla="*/ 406400 h 304"/>
                  <a:gd name="T12" fmla="*/ 547688 w 399"/>
                  <a:gd name="T13" fmla="*/ 66675 h 304"/>
                  <a:gd name="T14" fmla="*/ 566738 w 399"/>
                  <a:gd name="T15" fmla="*/ 398463 h 304"/>
                  <a:gd name="T16" fmla="*/ 403225 w 399"/>
                  <a:gd name="T17" fmla="*/ 34925 h 304"/>
                  <a:gd name="T18" fmla="*/ 403225 w 399"/>
                  <a:gd name="T19" fmla="*/ 482600 h 304"/>
                  <a:gd name="T20" fmla="*/ 403225 w 399"/>
                  <a:gd name="T21" fmla="*/ 419100 h 304"/>
                  <a:gd name="T22" fmla="*/ 439738 w 399"/>
                  <a:gd name="T23" fmla="*/ 265113 h 304"/>
                  <a:gd name="T24" fmla="*/ 434975 w 399"/>
                  <a:gd name="T25" fmla="*/ 211138 h 304"/>
                  <a:gd name="T26" fmla="*/ 433388 w 399"/>
                  <a:gd name="T27" fmla="*/ 173038 h 304"/>
                  <a:gd name="T28" fmla="*/ 403225 w 399"/>
                  <a:gd name="T29" fmla="*/ 65088 h 304"/>
                  <a:gd name="T30" fmla="*/ 412750 w 399"/>
                  <a:gd name="T31" fmla="*/ 271463 h 304"/>
                  <a:gd name="T32" fmla="*/ 403225 w 399"/>
                  <a:gd name="T33" fmla="*/ 217488 h 304"/>
                  <a:gd name="T34" fmla="*/ 407988 w 399"/>
                  <a:gd name="T35" fmla="*/ 163513 h 304"/>
                  <a:gd name="T36" fmla="*/ 317500 w 399"/>
                  <a:gd name="T37" fmla="*/ 0 h 304"/>
                  <a:gd name="T38" fmla="*/ 317500 w 399"/>
                  <a:gd name="T39" fmla="*/ 447675 h 304"/>
                  <a:gd name="T40" fmla="*/ 382588 w 399"/>
                  <a:gd name="T41" fmla="*/ 147638 h 304"/>
                  <a:gd name="T42" fmla="*/ 358775 w 399"/>
                  <a:gd name="T43" fmla="*/ 192088 h 304"/>
                  <a:gd name="T44" fmla="*/ 365125 w 399"/>
                  <a:gd name="T45" fmla="*/ 228600 h 304"/>
                  <a:gd name="T46" fmla="*/ 368300 w 399"/>
                  <a:gd name="T47" fmla="*/ 282575 h 304"/>
                  <a:gd name="T48" fmla="*/ 317500 w 399"/>
                  <a:gd name="T49" fmla="*/ 295275 h 304"/>
                  <a:gd name="T50" fmla="*/ 403225 w 399"/>
                  <a:gd name="T51" fmla="*/ 65088 h 304"/>
                  <a:gd name="T52" fmla="*/ 384175 w 399"/>
                  <a:gd name="T53" fmla="*/ 163513 h 304"/>
                  <a:gd name="T54" fmla="*/ 398463 w 399"/>
                  <a:gd name="T55" fmla="*/ 203200 h 304"/>
                  <a:gd name="T56" fmla="*/ 398463 w 399"/>
                  <a:gd name="T57" fmla="*/ 215900 h 304"/>
                  <a:gd name="T58" fmla="*/ 390525 w 399"/>
                  <a:gd name="T59" fmla="*/ 269875 h 304"/>
                  <a:gd name="T60" fmla="*/ 214313 w 399"/>
                  <a:gd name="T61" fmla="*/ 34925 h 304"/>
                  <a:gd name="T62" fmla="*/ 214313 w 399"/>
                  <a:gd name="T63" fmla="*/ 482600 h 304"/>
                  <a:gd name="T64" fmla="*/ 274638 w 399"/>
                  <a:gd name="T65" fmla="*/ 282575 h 304"/>
                  <a:gd name="T66" fmla="*/ 220663 w 399"/>
                  <a:gd name="T67" fmla="*/ 338138 h 304"/>
                  <a:gd name="T68" fmla="*/ 257175 w 399"/>
                  <a:gd name="T69" fmla="*/ 290513 h 304"/>
                  <a:gd name="T70" fmla="*/ 234950 w 399"/>
                  <a:gd name="T71" fmla="*/ 242888 h 304"/>
                  <a:gd name="T72" fmla="*/ 215900 w 399"/>
                  <a:gd name="T73" fmla="*/ 200025 h 304"/>
                  <a:gd name="T74" fmla="*/ 227013 w 399"/>
                  <a:gd name="T75" fmla="*/ 215900 h 304"/>
                  <a:gd name="T76" fmla="*/ 238125 w 399"/>
                  <a:gd name="T77" fmla="*/ 193675 h 304"/>
                  <a:gd name="T78" fmla="*/ 317500 w 399"/>
                  <a:gd name="T79" fmla="*/ 65088 h 304"/>
                  <a:gd name="T80" fmla="*/ 233363 w 399"/>
                  <a:gd name="T81" fmla="*/ 306388 h 304"/>
                  <a:gd name="T82" fmla="*/ 220663 w 399"/>
                  <a:gd name="T83" fmla="*/ 260350 h 304"/>
                  <a:gd name="T84" fmla="*/ 39688 w 399"/>
                  <a:gd name="T85" fmla="*/ 3175 h 304"/>
                  <a:gd name="T86" fmla="*/ 0 w 399"/>
                  <a:gd name="T87" fmla="*/ 433388 h 304"/>
                  <a:gd name="T88" fmla="*/ 39688 w 399"/>
                  <a:gd name="T89" fmla="*/ 482600 h 304"/>
                  <a:gd name="T90" fmla="*/ 63500 w 399"/>
                  <a:gd name="T91" fmla="*/ 446088 h 304"/>
                  <a:gd name="T92" fmla="*/ 38100 w 399"/>
                  <a:gd name="T93" fmla="*/ 76200 h 304"/>
                  <a:gd name="T94" fmla="*/ 79375 w 399"/>
                  <a:gd name="T95" fmla="*/ 34925 h 304"/>
                  <a:gd name="T96" fmla="*/ 196850 w 399"/>
                  <a:gd name="T97" fmla="*/ 198438 h 304"/>
                  <a:gd name="T98" fmla="*/ 168275 w 399"/>
                  <a:gd name="T99" fmla="*/ 277813 h 304"/>
                  <a:gd name="T100" fmla="*/ 185738 w 399"/>
                  <a:gd name="T101" fmla="*/ 331788 h 304"/>
                  <a:gd name="T102" fmla="*/ 85725 w 399"/>
                  <a:gd name="T103" fmla="*/ 415925 h 304"/>
                  <a:gd name="T104" fmla="*/ 68263 w 399"/>
                  <a:gd name="T105" fmla="*/ 84138 h 304"/>
                  <a:gd name="T106" fmla="*/ 214313 w 399"/>
                  <a:gd name="T107" fmla="*/ 247650 h 304"/>
                  <a:gd name="T108" fmla="*/ 207963 w 399"/>
                  <a:gd name="T109" fmla="*/ 279400 h 304"/>
                  <a:gd name="T110" fmla="*/ 203200 w 399"/>
                  <a:gd name="T111" fmla="*/ 315913 h 304"/>
                  <a:gd name="T112" fmla="*/ 201613 w 399"/>
                  <a:gd name="T113" fmla="*/ 217488 h 304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99" h="304">
                    <a:moveTo>
                      <a:pt x="368" y="304"/>
                    </a:moveTo>
                    <a:lnTo>
                      <a:pt x="368" y="304"/>
                    </a:lnTo>
                    <a:lnTo>
                      <a:pt x="373" y="304"/>
                    </a:lnTo>
                    <a:lnTo>
                      <a:pt x="380" y="302"/>
                    </a:lnTo>
                    <a:lnTo>
                      <a:pt x="385" y="298"/>
                    </a:lnTo>
                    <a:lnTo>
                      <a:pt x="390" y="294"/>
                    </a:lnTo>
                    <a:lnTo>
                      <a:pt x="394" y="290"/>
                    </a:lnTo>
                    <a:lnTo>
                      <a:pt x="396" y="285"/>
                    </a:lnTo>
                    <a:lnTo>
                      <a:pt x="399" y="279"/>
                    </a:lnTo>
                    <a:lnTo>
                      <a:pt x="399" y="273"/>
                    </a:lnTo>
                    <a:lnTo>
                      <a:pt x="399" y="33"/>
                    </a:lnTo>
                    <a:lnTo>
                      <a:pt x="399" y="26"/>
                    </a:lnTo>
                    <a:lnTo>
                      <a:pt x="396" y="21"/>
                    </a:lnTo>
                    <a:lnTo>
                      <a:pt x="394" y="15"/>
                    </a:lnTo>
                    <a:lnTo>
                      <a:pt x="390" y="10"/>
                    </a:lnTo>
                    <a:lnTo>
                      <a:pt x="385" y="6"/>
                    </a:lnTo>
                    <a:lnTo>
                      <a:pt x="380" y="3"/>
                    </a:lnTo>
                    <a:lnTo>
                      <a:pt x="373" y="2"/>
                    </a:lnTo>
                    <a:lnTo>
                      <a:pt x="368" y="0"/>
                    </a:lnTo>
                    <a:lnTo>
                      <a:pt x="304" y="0"/>
                    </a:lnTo>
                    <a:lnTo>
                      <a:pt x="304" y="22"/>
                    </a:lnTo>
                    <a:lnTo>
                      <a:pt x="349" y="22"/>
                    </a:lnTo>
                    <a:lnTo>
                      <a:pt x="354" y="22"/>
                    </a:lnTo>
                    <a:lnTo>
                      <a:pt x="360" y="25"/>
                    </a:lnTo>
                    <a:lnTo>
                      <a:pt x="364" y="26"/>
                    </a:lnTo>
                    <a:lnTo>
                      <a:pt x="368" y="30"/>
                    </a:lnTo>
                    <a:lnTo>
                      <a:pt x="371" y="34"/>
                    </a:lnTo>
                    <a:lnTo>
                      <a:pt x="373" y="38"/>
                    </a:lnTo>
                    <a:lnTo>
                      <a:pt x="375" y="42"/>
                    </a:lnTo>
                    <a:lnTo>
                      <a:pt x="376" y="48"/>
                    </a:lnTo>
                    <a:lnTo>
                      <a:pt x="376" y="256"/>
                    </a:lnTo>
                    <a:lnTo>
                      <a:pt x="375" y="262"/>
                    </a:lnTo>
                    <a:lnTo>
                      <a:pt x="373" y="267"/>
                    </a:lnTo>
                    <a:lnTo>
                      <a:pt x="371" y="271"/>
                    </a:lnTo>
                    <a:lnTo>
                      <a:pt x="368" y="275"/>
                    </a:lnTo>
                    <a:lnTo>
                      <a:pt x="364" y="278"/>
                    </a:lnTo>
                    <a:lnTo>
                      <a:pt x="360" y="281"/>
                    </a:lnTo>
                    <a:lnTo>
                      <a:pt x="354" y="282"/>
                    </a:lnTo>
                    <a:lnTo>
                      <a:pt x="349" y="282"/>
                    </a:lnTo>
                    <a:lnTo>
                      <a:pt x="304" y="282"/>
                    </a:lnTo>
                    <a:lnTo>
                      <a:pt x="304" y="304"/>
                    </a:lnTo>
                    <a:lnTo>
                      <a:pt x="368" y="304"/>
                    </a:lnTo>
                    <a:close/>
                    <a:moveTo>
                      <a:pt x="304" y="264"/>
                    </a:moveTo>
                    <a:lnTo>
                      <a:pt x="304" y="256"/>
                    </a:lnTo>
                    <a:lnTo>
                      <a:pt x="337" y="256"/>
                    </a:lnTo>
                    <a:lnTo>
                      <a:pt x="337" y="243"/>
                    </a:lnTo>
                    <a:lnTo>
                      <a:pt x="304" y="243"/>
                    </a:lnTo>
                    <a:lnTo>
                      <a:pt x="304" y="41"/>
                    </a:lnTo>
                    <a:lnTo>
                      <a:pt x="337" y="41"/>
                    </a:lnTo>
                    <a:lnTo>
                      <a:pt x="341" y="41"/>
                    </a:lnTo>
                    <a:lnTo>
                      <a:pt x="345" y="42"/>
                    </a:lnTo>
                    <a:lnTo>
                      <a:pt x="352" y="46"/>
                    </a:lnTo>
                    <a:lnTo>
                      <a:pt x="357" y="53"/>
                    </a:lnTo>
                    <a:lnTo>
                      <a:pt x="357" y="57"/>
                    </a:lnTo>
                    <a:lnTo>
                      <a:pt x="358" y="61"/>
                    </a:lnTo>
                    <a:lnTo>
                      <a:pt x="358" y="243"/>
                    </a:lnTo>
                    <a:lnTo>
                      <a:pt x="357" y="247"/>
                    </a:lnTo>
                    <a:lnTo>
                      <a:pt x="357" y="251"/>
                    </a:lnTo>
                    <a:lnTo>
                      <a:pt x="352" y="258"/>
                    </a:lnTo>
                    <a:lnTo>
                      <a:pt x="345" y="262"/>
                    </a:lnTo>
                    <a:lnTo>
                      <a:pt x="341" y="263"/>
                    </a:lnTo>
                    <a:lnTo>
                      <a:pt x="337" y="264"/>
                    </a:lnTo>
                    <a:lnTo>
                      <a:pt x="304" y="264"/>
                    </a:lnTo>
                    <a:close/>
                    <a:moveTo>
                      <a:pt x="304" y="0"/>
                    </a:moveTo>
                    <a:lnTo>
                      <a:pt x="254" y="0"/>
                    </a:lnTo>
                    <a:lnTo>
                      <a:pt x="254" y="22"/>
                    </a:lnTo>
                    <a:lnTo>
                      <a:pt x="304" y="22"/>
                    </a:lnTo>
                    <a:lnTo>
                      <a:pt x="304" y="0"/>
                    </a:lnTo>
                    <a:close/>
                    <a:moveTo>
                      <a:pt x="254" y="304"/>
                    </a:moveTo>
                    <a:lnTo>
                      <a:pt x="304" y="304"/>
                    </a:lnTo>
                    <a:lnTo>
                      <a:pt x="304" y="282"/>
                    </a:lnTo>
                    <a:lnTo>
                      <a:pt x="254" y="282"/>
                    </a:lnTo>
                    <a:lnTo>
                      <a:pt x="254" y="304"/>
                    </a:lnTo>
                    <a:close/>
                    <a:moveTo>
                      <a:pt x="304" y="41"/>
                    </a:moveTo>
                    <a:lnTo>
                      <a:pt x="304" y="243"/>
                    </a:lnTo>
                    <a:lnTo>
                      <a:pt x="270" y="243"/>
                    </a:lnTo>
                    <a:lnTo>
                      <a:pt x="270" y="256"/>
                    </a:lnTo>
                    <a:lnTo>
                      <a:pt x="304" y="256"/>
                    </a:lnTo>
                    <a:lnTo>
                      <a:pt x="304" y="264"/>
                    </a:lnTo>
                    <a:lnTo>
                      <a:pt x="254" y="264"/>
                    </a:lnTo>
                    <a:lnTo>
                      <a:pt x="254" y="183"/>
                    </a:lnTo>
                    <a:lnTo>
                      <a:pt x="257" y="183"/>
                    </a:lnTo>
                    <a:lnTo>
                      <a:pt x="265" y="179"/>
                    </a:lnTo>
                    <a:lnTo>
                      <a:pt x="272" y="174"/>
                    </a:lnTo>
                    <a:lnTo>
                      <a:pt x="277" y="167"/>
                    </a:lnTo>
                    <a:lnTo>
                      <a:pt x="281" y="159"/>
                    </a:lnTo>
                    <a:lnTo>
                      <a:pt x="281" y="151"/>
                    </a:lnTo>
                    <a:lnTo>
                      <a:pt x="281" y="143"/>
                    </a:lnTo>
                    <a:lnTo>
                      <a:pt x="278" y="137"/>
                    </a:lnTo>
                    <a:lnTo>
                      <a:pt x="274" y="133"/>
                    </a:lnTo>
                    <a:lnTo>
                      <a:pt x="269" y="130"/>
                    </a:lnTo>
                    <a:lnTo>
                      <a:pt x="262" y="129"/>
                    </a:lnTo>
                    <a:lnTo>
                      <a:pt x="268" y="122"/>
                    </a:lnTo>
                    <a:lnTo>
                      <a:pt x="272" y="116"/>
                    </a:lnTo>
                    <a:lnTo>
                      <a:pt x="273" y="109"/>
                    </a:lnTo>
                    <a:lnTo>
                      <a:pt x="273" y="102"/>
                    </a:lnTo>
                    <a:lnTo>
                      <a:pt x="270" y="97"/>
                    </a:lnTo>
                    <a:lnTo>
                      <a:pt x="264" y="93"/>
                    </a:lnTo>
                    <a:lnTo>
                      <a:pt x="260" y="90"/>
                    </a:lnTo>
                    <a:lnTo>
                      <a:pt x="254" y="90"/>
                    </a:lnTo>
                    <a:lnTo>
                      <a:pt x="254" y="41"/>
                    </a:lnTo>
                    <a:lnTo>
                      <a:pt x="304" y="41"/>
                    </a:lnTo>
                    <a:close/>
                    <a:moveTo>
                      <a:pt x="254" y="175"/>
                    </a:moveTo>
                    <a:lnTo>
                      <a:pt x="254" y="175"/>
                    </a:lnTo>
                    <a:lnTo>
                      <a:pt x="257" y="174"/>
                    </a:lnTo>
                    <a:lnTo>
                      <a:pt x="260" y="171"/>
                    </a:lnTo>
                    <a:lnTo>
                      <a:pt x="264" y="166"/>
                    </a:lnTo>
                    <a:lnTo>
                      <a:pt x="265" y="159"/>
                    </a:lnTo>
                    <a:lnTo>
                      <a:pt x="264" y="151"/>
                    </a:lnTo>
                    <a:lnTo>
                      <a:pt x="260" y="143"/>
                    </a:lnTo>
                    <a:lnTo>
                      <a:pt x="257" y="140"/>
                    </a:lnTo>
                    <a:lnTo>
                      <a:pt x="254" y="137"/>
                    </a:lnTo>
                    <a:lnTo>
                      <a:pt x="254" y="175"/>
                    </a:lnTo>
                    <a:close/>
                    <a:moveTo>
                      <a:pt x="254" y="124"/>
                    </a:moveTo>
                    <a:lnTo>
                      <a:pt x="254" y="124"/>
                    </a:lnTo>
                    <a:lnTo>
                      <a:pt x="257" y="117"/>
                    </a:lnTo>
                    <a:lnTo>
                      <a:pt x="258" y="109"/>
                    </a:lnTo>
                    <a:lnTo>
                      <a:pt x="257" y="103"/>
                    </a:lnTo>
                    <a:lnTo>
                      <a:pt x="255" y="99"/>
                    </a:lnTo>
                    <a:lnTo>
                      <a:pt x="254" y="98"/>
                    </a:lnTo>
                    <a:lnTo>
                      <a:pt x="254" y="97"/>
                    </a:lnTo>
                    <a:lnTo>
                      <a:pt x="254" y="124"/>
                    </a:lnTo>
                    <a:close/>
                    <a:moveTo>
                      <a:pt x="254" y="0"/>
                    </a:moveTo>
                    <a:lnTo>
                      <a:pt x="200" y="0"/>
                    </a:lnTo>
                    <a:lnTo>
                      <a:pt x="200" y="22"/>
                    </a:lnTo>
                    <a:lnTo>
                      <a:pt x="254" y="22"/>
                    </a:lnTo>
                    <a:lnTo>
                      <a:pt x="254" y="0"/>
                    </a:lnTo>
                    <a:close/>
                    <a:moveTo>
                      <a:pt x="200" y="304"/>
                    </a:moveTo>
                    <a:lnTo>
                      <a:pt x="254" y="304"/>
                    </a:lnTo>
                    <a:lnTo>
                      <a:pt x="254" y="282"/>
                    </a:lnTo>
                    <a:lnTo>
                      <a:pt x="200" y="282"/>
                    </a:lnTo>
                    <a:lnTo>
                      <a:pt x="200" y="304"/>
                    </a:lnTo>
                    <a:close/>
                    <a:moveTo>
                      <a:pt x="254" y="41"/>
                    </a:moveTo>
                    <a:lnTo>
                      <a:pt x="254" y="90"/>
                    </a:lnTo>
                    <a:lnTo>
                      <a:pt x="246" y="91"/>
                    </a:lnTo>
                    <a:lnTo>
                      <a:pt x="241" y="93"/>
                    </a:lnTo>
                    <a:lnTo>
                      <a:pt x="236" y="95"/>
                    </a:lnTo>
                    <a:lnTo>
                      <a:pt x="232" y="99"/>
                    </a:lnTo>
                    <a:lnTo>
                      <a:pt x="230" y="103"/>
                    </a:lnTo>
                    <a:lnTo>
                      <a:pt x="227" y="107"/>
                    </a:lnTo>
                    <a:lnTo>
                      <a:pt x="226" y="111"/>
                    </a:lnTo>
                    <a:lnTo>
                      <a:pt x="226" y="117"/>
                    </a:lnTo>
                    <a:lnTo>
                      <a:pt x="226" y="121"/>
                    </a:lnTo>
                    <a:lnTo>
                      <a:pt x="228" y="125"/>
                    </a:lnTo>
                    <a:lnTo>
                      <a:pt x="231" y="129"/>
                    </a:lnTo>
                    <a:lnTo>
                      <a:pt x="235" y="132"/>
                    </a:lnTo>
                    <a:lnTo>
                      <a:pt x="241" y="134"/>
                    </a:lnTo>
                    <a:lnTo>
                      <a:pt x="232" y="141"/>
                    </a:lnTo>
                    <a:lnTo>
                      <a:pt x="230" y="144"/>
                    </a:lnTo>
                    <a:lnTo>
                      <a:pt x="227" y="148"/>
                    </a:lnTo>
                    <a:lnTo>
                      <a:pt x="226" y="158"/>
                    </a:lnTo>
                    <a:lnTo>
                      <a:pt x="226" y="166"/>
                    </a:lnTo>
                    <a:lnTo>
                      <a:pt x="227" y="171"/>
                    </a:lnTo>
                    <a:lnTo>
                      <a:pt x="230" y="174"/>
                    </a:lnTo>
                    <a:lnTo>
                      <a:pt x="232" y="178"/>
                    </a:lnTo>
                    <a:lnTo>
                      <a:pt x="236" y="181"/>
                    </a:lnTo>
                    <a:lnTo>
                      <a:pt x="241" y="182"/>
                    </a:lnTo>
                    <a:lnTo>
                      <a:pt x="245" y="183"/>
                    </a:lnTo>
                    <a:lnTo>
                      <a:pt x="254" y="183"/>
                    </a:lnTo>
                    <a:lnTo>
                      <a:pt x="254" y="264"/>
                    </a:lnTo>
                    <a:lnTo>
                      <a:pt x="200" y="264"/>
                    </a:lnTo>
                    <a:lnTo>
                      <a:pt x="200" y="186"/>
                    </a:lnTo>
                    <a:lnTo>
                      <a:pt x="201" y="186"/>
                    </a:lnTo>
                    <a:lnTo>
                      <a:pt x="200" y="171"/>
                    </a:lnTo>
                    <a:lnTo>
                      <a:pt x="216" y="167"/>
                    </a:lnTo>
                    <a:lnTo>
                      <a:pt x="215" y="153"/>
                    </a:lnTo>
                    <a:lnTo>
                      <a:pt x="200" y="158"/>
                    </a:lnTo>
                    <a:lnTo>
                      <a:pt x="200" y="145"/>
                    </a:lnTo>
                    <a:lnTo>
                      <a:pt x="200" y="41"/>
                    </a:lnTo>
                    <a:lnTo>
                      <a:pt x="254" y="41"/>
                    </a:lnTo>
                    <a:close/>
                    <a:moveTo>
                      <a:pt x="254" y="97"/>
                    </a:moveTo>
                    <a:lnTo>
                      <a:pt x="254" y="97"/>
                    </a:lnTo>
                    <a:lnTo>
                      <a:pt x="251" y="97"/>
                    </a:lnTo>
                    <a:lnTo>
                      <a:pt x="249" y="97"/>
                    </a:lnTo>
                    <a:lnTo>
                      <a:pt x="245" y="99"/>
                    </a:lnTo>
                    <a:lnTo>
                      <a:pt x="242" y="103"/>
                    </a:lnTo>
                    <a:lnTo>
                      <a:pt x="241" y="109"/>
                    </a:lnTo>
                    <a:lnTo>
                      <a:pt x="241" y="114"/>
                    </a:lnTo>
                    <a:lnTo>
                      <a:pt x="242" y="118"/>
                    </a:lnTo>
                    <a:lnTo>
                      <a:pt x="245" y="122"/>
                    </a:lnTo>
                    <a:lnTo>
                      <a:pt x="247" y="125"/>
                    </a:lnTo>
                    <a:lnTo>
                      <a:pt x="251" y="128"/>
                    </a:lnTo>
                    <a:lnTo>
                      <a:pt x="254" y="124"/>
                    </a:lnTo>
                    <a:lnTo>
                      <a:pt x="254" y="97"/>
                    </a:lnTo>
                    <a:close/>
                    <a:moveTo>
                      <a:pt x="254" y="137"/>
                    </a:moveTo>
                    <a:lnTo>
                      <a:pt x="254" y="137"/>
                    </a:lnTo>
                    <a:lnTo>
                      <a:pt x="251" y="136"/>
                    </a:lnTo>
                    <a:lnTo>
                      <a:pt x="247" y="141"/>
                    </a:lnTo>
                    <a:lnTo>
                      <a:pt x="245" y="147"/>
                    </a:lnTo>
                    <a:lnTo>
                      <a:pt x="243" y="152"/>
                    </a:lnTo>
                    <a:lnTo>
                      <a:pt x="243" y="159"/>
                    </a:lnTo>
                    <a:lnTo>
                      <a:pt x="243" y="164"/>
                    </a:lnTo>
                    <a:lnTo>
                      <a:pt x="246" y="170"/>
                    </a:lnTo>
                    <a:lnTo>
                      <a:pt x="249" y="172"/>
                    </a:lnTo>
                    <a:lnTo>
                      <a:pt x="251" y="174"/>
                    </a:lnTo>
                    <a:lnTo>
                      <a:pt x="254" y="175"/>
                    </a:lnTo>
                    <a:lnTo>
                      <a:pt x="254" y="137"/>
                    </a:lnTo>
                    <a:close/>
                    <a:moveTo>
                      <a:pt x="200" y="0"/>
                    </a:moveTo>
                    <a:lnTo>
                      <a:pt x="135" y="0"/>
                    </a:lnTo>
                    <a:lnTo>
                      <a:pt x="135" y="22"/>
                    </a:lnTo>
                    <a:lnTo>
                      <a:pt x="200" y="22"/>
                    </a:lnTo>
                    <a:lnTo>
                      <a:pt x="200" y="0"/>
                    </a:lnTo>
                    <a:close/>
                    <a:moveTo>
                      <a:pt x="135" y="304"/>
                    </a:moveTo>
                    <a:lnTo>
                      <a:pt x="200" y="304"/>
                    </a:lnTo>
                    <a:lnTo>
                      <a:pt x="200" y="282"/>
                    </a:lnTo>
                    <a:lnTo>
                      <a:pt x="135" y="282"/>
                    </a:lnTo>
                    <a:lnTo>
                      <a:pt x="135" y="304"/>
                    </a:lnTo>
                    <a:close/>
                    <a:moveTo>
                      <a:pt x="200" y="41"/>
                    </a:moveTo>
                    <a:lnTo>
                      <a:pt x="200" y="145"/>
                    </a:lnTo>
                    <a:lnTo>
                      <a:pt x="200" y="143"/>
                    </a:lnTo>
                    <a:lnTo>
                      <a:pt x="186" y="145"/>
                    </a:lnTo>
                    <a:lnTo>
                      <a:pt x="186" y="160"/>
                    </a:lnTo>
                    <a:lnTo>
                      <a:pt x="171" y="164"/>
                    </a:lnTo>
                    <a:lnTo>
                      <a:pt x="173" y="178"/>
                    </a:lnTo>
                    <a:lnTo>
                      <a:pt x="188" y="174"/>
                    </a:lnTo>
                    <a:lnTo>
                      <a:pt x="188" y="190"/>
                    </a:lnTo>
                    <a:lnTo>
                      <a:pt x="200" y="186"/>
                    </a:lnTo>
                    <a:lnTo>
                      <a:pt x="200" y="264"/>
                    </a:lnTo>
                    <a:lnTo>
                      <a:pt x="135" y="264"/>
                    </a:lnTo>
                    <a:lnTo>
                      <a:pt x="135" y="214"/>
                    </a:lnTo>
                    <a:lnTo>
                      <a:pt x="139" y="213"/>
                    </a:lnTo>
                    <a:lnTo>
                      <a:pt x="144" y="210"/>
                    </a:lnTo>
                    <a:lnTo>
                      <a:pt x="150" y="208"/>
                    </a:lnTo>
                    <a:lnTo>
                      <a:pt x="155" y="202"/>
                    </a:lnTo>
                    <a:lnTo>
                      <a:pt x="158" y="197"/>
                    </a:lnTo>
                    <a:lnTo>
                      <a:pt x="161" y="190"/>
                    </a:lnTo>
                    <a:lnTo>
                      <a:pt x="162" y="183"/>
                    </a:lnTo>
                    <a:lnTo>
                      <a:pt x="162" y="176"/>
                    </a:lnTo>
                    <a:lnTo>
                      <a:pt x="162" y="170"/>
                    </a:lnTo>
                    <a:lnTo>
                      <a:pt x="158" y="163"/>
                    </a:lnTo>
                    <a:lnTo>
                      <a:pt x="154" y="158"/>
                    </a:lnTo>
                    <a:lnTo>
                      <a:pt x="148" y="153"/>
                    </a:lnTo>
                    <a:lnTo>
                      <a:pt x="144" y="153"/>
                    </a:lnTo>
                    <a:lnTo>
                      <a:pt x="139" y="155"/>
                    </a:lnTo>
                    <a:lnTo>
                      <a:pt x="135" y="156"/>
                    </a:lnTo>
                    <a:lnTo>
                      <a:pt x="135" y="128"/>
                    </a:lnTo>
                    <a:lnTo>
                      <a:pt x="136" y="126"/>
                    </a:lnTo>
                    <a:lnTo>
                      <a:pt x="139" y="126"/>
                    </a:lnTo>
                    <a:lnTo>
                      <a:pt x="140" y="128"/>
                    </a:lnTo>
                    <a:lnTo>
                      <a:pt x="143" y="129"/>
                    </a:lnTo>
                    <a:lnTo>
                      <a:pt x="143" y="132"/>
                    </a:lnTo>
                    <a:lnTo>
                      <a:pt x="143" y="134"/>
                    </a:lnTo>
                    <a:lnTo>
                      <a:pt x="143" y="136"/>
                    </a:lnTo>
                    <a:lnTo>
                      <a:pt x="147" y="134"/>
                    </a:lnTo>
                    <a:lnTo>
                      <a:pt x="150" y="132"/>
                    </a:lnTo>
                    <a:lnTo>
                      <a:pt x="151" y="129"/>
                    </a:lnTo>
                    <a:lnTo>
                      <a:pt x="151" y="125"/>
                    </a:lnTo>
                    <a:lnTo>
                      <a:pt x="150" y="122"/>
                    </a:lnTo>
                    <a:lnTo>
                      <a:pt x="146" y="120"/>
                    </a:lnTo>
                    <a:lnTo>
                      <a:pt x="140" y="120"/>
                    </a:lnTo>
                    <a:lnTo>
                      <a:pt x="135" y="120"/>
                    </a:lnTo>
                    <a:lnTo>
                      <a:pt x="135" y="41"/>
                    </a:lnTo>
                    <a:lnTo>
                      <a:pt x="200" y="41"/>
                    </a:lnTo>
                    <a:close/>
                    <a:moveTo>
                      <a:pt x="135" y="204"/>
                    </a:moveTo>
                    <a:lnTo>
                      <a:pt x="135" y="204"/>
                    </a:lnTo>
                    <a:lnTo>
                      <a:pt x="138" y="204"/>
                    </a:lnTo>
                    <a:lnTo>
                      <a:pt x="140" y="202"/>
                    </a:lnTo>
                    <a:lnTo>
                      <a:pt x="143" y="199"/>
                    </a:lnTo>
                    <a:lnTo>
                      <a:pt x="146" y="197"/>
                    </a:lnTo>
                    <a:lnTo>
                      <a:pt x="147" y="193"/>
                    </a:lnTo>
                    <a:lnTo>
                      <a:pt x="150" y="185"/>
                    </a:lnTo>
                    <a:lnTo>
                      <a:pt x="148" y="175"/>
                    </a:lnTo>
                    <a:lnTo>
                      <a:pt x="147" y="170"/>
                    </a:lnTo>
                    <a:lnTo>
                      <a:pt x="144" y="167"/>
                    </a:lnTo>
                    <a:lnTo>
                      <a:pt x="142" y="164"/>
                    </a:lnTo>
                    <a:lnTo>
                      <a:pt x="139" y="164"/>
                    </a:lnTo>
                    <a:lnTo>
                      <a:pt x="136" y="166"/>
                    </a:lnTo>
                    <a:lnTo>
                      <a:pt x="135" y="168"/>
                    </a:lnTo>
                    <a:lnTo>
                      <a:pt x="135" y="204"/>
                    </a:lnTo>
                    <a:close/>
                    <a:moveTo>
                      <a:pt x="135" y="0"/>
                    </a:moveTo>
                    <a:lnTo>
                      <a:pt x="32" y="0"/>
                    </a:lnTo>
                    <a:lnTo>
                      <a:pt x="25" y="2"/>
                    </a:lnTo>
                    <a:lnTo>
                      <a:pt x="20" y="3"/>
                    </a:lnTo>
                    <a:lnTo>
                      <a:pt x="14" y="6"/>
                    </a:lnTo>
                    <a:lnTo>
                      <a:pt x="9" y="10"/>
                    </a:lnTo>
                    <a:lnTo>
                      <a:pt x="5" y="15"/>
                    </a:lnTo>
                    <a:lnTo>
                      <a:pt x="2" y="21"/>
                    </a:lnTo>
                    <a:lnTo>
                      <a:pt x="1" y="26"/>
                    </a:lnTo>
                    <a:lnTo>
                      <a:pt x="0" y="33"/>
                    </a:lnTo>
                    <a:lnTo>
                      <a:pt x="0" y="273"/>
                    </a:lnTo>
                    <a:lnTo>
                      <a:pt x="1" y="279"/>
                    </a:lnTo>
                    <a:lnTo>
                      <a:pt x="2" y="285"/>
                    </a:lnTo>
                    <a:lnTo>
                      <a:pt x="5" y="290"/>
                    </a:lnTo>
                    <a:lnTo>
                      <a:pt x="9" y="294"/>
                    </a:lnTo>
                    <a:lnTo>
                      <a:pt x="14" y="298"/>
                    </a:lnTo>
                    <a:lnTo>
                      <a:pt x="20" y="302"/>
                    </a:lnTo>
                    <a:lnTo>
                      <a:pt x="25" y="304"/>
                    </a:lnTo>
                    <a:lnTo>
                      <a:pt x="32" y="304"/>
                    </a:lnTo>
                    <a:lnTo>
                      <a:pt x="135" y="304"/>
                    </a:lnTo>
                    <a:lnTo>
                      <a:pt x="135" y="282"/>
                    </a:lnTo>
                    <a:lnTo>
                      <a:pt x="50" y="282"/>
                    </a:lnTo>
                    <a:lnTo>
                      <a:pt x="44" y="282"/>
                    </a:lnTo>
                    <a:lnTo>
                      <a:pt x="40" y="281"/>
                    </a:lnTo>
                    <a:lnTo>
                      <a:pt x="35" y="278"/>
                    </a:lnTo>
                    <a:lnTo>
                      <a:pt x="32" y="275"/>
                    </a:lnTo>
                    <a:lnTo>
                      <a:pt x="28" y="271"/>
                    </a:lnTo>
                    <a:lnTo>
                      <a:pt x="25" y="267"/>
                    </a:lnTo>
                    <a:lnTo>
                      <a:pt x="24" y="262"/>
                    </a:lnTo>
                    <a:lnTo>
                      <a:pt x="24" y="256"/>
                    </a:lnTo>
                    <a:lnTo>
                      <a:pt x="24" y="48"/>
                    </a:lnTo>
                    <a:lnTo>
                      <a:pt x="24" y="42"/>
                    </a:lnTo>
                    <a:lnTo>
                      <a:pt x="25" y="38"/>
                    </a:lnTo>
                    <a:lnTo>
                      <a:pt x="28" y="34"/>
                    </a:lnTo>
                    <a:lnTo>
                      <a:pt x="32" y="30"/>
                    </a:lnTo>
                    <a:lnTo>
                      <a:pt x="35" y="26"/>
                    </a:lnTo>
                    <a:lnTo>
                      <a:pt x="40" y="25"/>
                    </a:lnTo>
                    <a:lnTo>
                      <a:pt x="44" y="22"/>
                    </a:lnTo>
                    <a:lnTo>
                      <a:pt x="50" y="22"/>
                    </a:lnTo>
                    <a:lnTo>
                      <a:pt x="135" y="22"/>
                    </a:lnTo>
                    <a:lnTo>
                      <a:pt x="135" y="0"/>
                    </a:lnTo>
                    <a:close/>
                    <a:moveTo>
                      <a:pt x="135" y="41"/>
                    </a:moveTo>
                    <a:lnTo>
                      <a:pt x="135" y="120"/>
                    </a:lnTo>
                    <a:lnTo>
                      <a:pt x="130" y="122"/>
                    </a:lnTo>
                    <a:lnTo>
                      <a:pt x="124" y="125"/>
                    </a:lnTo>
                    <a:lnTo>
                      <a:pt x="120" y="129"/>
                    </a:lnTo>
                    <a:lnTo>
                      <a:pt x="116" y="133"/>
                    </a:lnTo>
                    <a:lnTo>
                      <a:pt x="112" y="139"/>
                    </a:lnTo>
                    <a:lnTo>
                      <a:pt x="111" y="144"/>
                    </a:lnTo>
                    <a:lnTo>
                      <a:pt x="106" y="159"/>
                    </a:lnTo>
                    <a:lnTo>
                      <a:pt x="106" y="175"/>
                    </a:lnTo>
                    <a:lnTo>
                      <a:pt x="108" y="185"/>
                    </a:lnTo>
                    <a:lnTo>
                      <a:pt x="109" y="194"/>
                    </a:lnTo>
                    <a:lnTo>
                      <a:pt x="111" y="195"/>
                    </a:lnTo>
                    <a:lnTo>
                      <a:pt x="113" y="205"/>
                    </a:lnTo>
                    <a:lnTo>
                      <a:pt x="117" y="209"/>
                    </a:lnTo>
                    <a:lnTo>
                      <a:pt x="121" y="213"/>
                    </a:lnTo>
                    <a:lnTo>
                      <a:pt x="128" y="214"/>
                    </a:lnTo>
                    <a:lnTo>
                      <a:pt x="135" y="214"/>
                    </a:lnTo>
                    <a:lnTo>
                      <a:pt x="135" y="264"/>
                    </a:lnTo>
                    <a:lnTo>
                      <a:pt x="62" y="264"/>
                    </a:lnTo>
                    <a:lnTo>
                      <a:pt x="58" y="263"/>
                    </a:lnTo>
                    <a:lnTo>
                      <a:pt x="54" y="262"/>
                    </a:lnTo>
                    <a:lnTo>
                      <a:pt x="47" y="258"/>
                    </a:lnTo>
                    <a:lnTo>
                      <a:pt x="43" y="251"/>
                    </a:lnTo>
                    <a:lnTo>
                      <a:pt x="41" y="247"/>
                    </a:lnTo>
                    <a:lnTo>
                      <a:pt x="41" y="243"/>
                    </a:lnTo>
                    <a:lnTo>
                      <a:pt x="41" y="61"/>
                    </a:lnTo>
                    <a:lnTo>
                      <a:pt x="41" y="57"/>
                    </a:lnTo>
                    <a:lnTo>
                      <a:pt x="43" y="53"/>
                    </a:lnTo>
                    <a:lnTo>
                      <a:pt x="47" y="46"/>
                    </a:lnTo>
                    <a:lnTo>
                      <a:pt x="54" y="42"/>
                    </a:lnTo>
                    <a:lnTo>
                      <a:pt x="58" y="41"/>
                    </a:lnTo>
                    <a:lnTo>
                      <a:pt x="62" y="41"/>
                    </a:lnTo>
                    <a:lnTo>
                      <a:pt x="135" y="41"/>
                    </a:lnTo>
                    <a:close/>
                    <a:moveTo>
                      <a:pt x="135" y="128"/>
                    </a:moveTo>
                    <a:lnTo>
                      <a:pt x="135" y="156"/>
                    </a:lnTo>
                    <a:lnTo>
                      <a:pt x="130" y="160"/>
                    </a:lnTo>
                    <a:lnTo>
                      <a:pt x="127" y="166"/>
                    </a:lnTo>
                    <a:lnTo>
                      <a:pt x="127" y="171"/>
                    </a:lnTo>
                    <a:lnTo>
                      <a:pt x="128" y="174"/>
                    </a:lnTo>
                    <a:lnTo>
                      <a:pt x="131" y="176"/>
                    </a:lnTo>
                    <a:lnTo>
                      <a:pt x="132" y="171"/>
                    </a:lnTo>
                    <a:lnTo>
                      <a:pt x="135" y="168"/>
                    </a:lnTo>
                    <a:lnTo>
                      <a:pt x="135" y="204"/>
                    </a:lnTo>
                    <a:lnTo>
                      <a:pt x="131" y="202"/>
                    </a:lnTo>
                    <a:lnTo>
                      <a:pt x="128" y="199"/>
                    </a:lnTo>
                    <a:lnTo>
                      <a:pt x="127" y="194"/>
                    </a:lnTo>
                    <a:lnTo>
                      <a:pt x="124" y="181"/>
                    </a:lnTo>
                    <a:lnTo>
                      <a:pt x="123" y="163"/>
                    </a:lnTo>
                    <a:lnTo>
                      <a:pt x="123" y="148"/>
                    </a:lnTo>
                    <a:lnTo>
                      <a:pt x="127" y="137"/>
                    </a:lnTo>
                    <a:lnTo>
                      <a:pt x="131" y="130"/>
                    </a:lnTo>
                    <a:lnTo>
                      <a:pt x="135" y="128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65" name="îṧḻíḋê">
                <a:extLst>
                  <a:ext uri="{FF2B5EF4-FFF2-40B4-BE49-F238E27FC236}">
                    <a16:creationId xmlns:a16="http://schemas.microsoft.com/office/drawing/2014/main" id="{8FB9DC49-1360-0258-4763-5403085ED0A0}"/>
                  </a:ext>
                </a:extLst>
              </p:cNvPr>
              <p:cNvSpPr/>
              <p:nvPr/>
            </p:nvSpPr>
            <p:spPr bwMode="auto">
              <a:xfrm>
                <a:off x="2601538" y="2369776"/>
                <a:ext cx="189343" cy="143441"/>
              </a:xfrm>
              <a:custGeom>
                <a:avLst/>
                <a:gdLst>
                  <a:gd name="T0" fmla="*/ 39 w 132"/>
                  <a:gd name="T1" fmla="*/ 0 h 100"/>
                  <a:gd name="T2" fmla="*/ 39 w 132"/>
                  <a:gd name="T3" fmla="*/ 0 h 100"/>
                  <a:gd name="T4" fmla="*/ 47 w 132"/>
                  <a:gd name="T5" fmla="*/ 0 h 100"/>
                  <a:gd name="T6" fmla="*/ 54 w 132"/>
                  <a:gd name="T7" fmla="*/ 2 h 100"/>
                  <a:gd name="T8" fmla="*/ 61 w 132"/>
                  <a:gd name="T9" fmla="*/ 5 h 100"/>
                  <a:gd name="T10" fmla="*/ 66 w 132"/>
                  <a:gd name="T11" fmla="*/ 9 h 100"/>
                  <a:gd name="T12" fmla="*/ 66 w 132"/>
                  <a:gd name="T13" fmla="*/ 9 h 100"/>
                  <a:gd name="T14" fmla="*/ 71 w 132"/>
                  <a:gd name="T15" fmla="*/ 5 h 100"/>
                  <a:gd name="T16" fmla="*/ 78 w 132"/>
                  <a:gd name="T17" fmla="*/ 2 h 100"/>
                  <a:gd name="T18" fmla="*/ 85 w 132"/>
                  <a:gd name="T19" fmla="*/ 0 h 100"/>
                  <a:gd name="T20" fmla="*/ 93 w 132"/>
                  <a:gd name="T21" fmla="*/ 0 h 100"/>
                  <a:gd name="T22" fmla="*/ 93 w 132"/>
                  <a:gd name="T23" fmla="*/ 0 h 100"/>
                  <a:gd name="T24" fmla="*/ 101 w 132"/>
                  <a:gd name="T25" fmla="*/ 0 h 100"/>
                  <a:gd name="T26" fmla="*/ 108 w 132"/>
                  <a:gd name="T27" fmla="*/ 2 h 100"/>
                  <a:gd name="T28" fmla="*/ 115 w 132"/>
                  <a:gd name="T29" fmla="*/ 6 h 100"/>
                  <a:gd name="T30" fmla="*/ 120 w 132"/>
                  <a:gd name="T31" fmla="*/ 11 h 100"/>
                  <a:gd name="T32" fmla="*/ 126 w 132"/>
                  <a:gd name="T33" fmla="*/ 16 h 100"/>
                  <a:gd name="T34" fmla="*/ 130 w 132"/>
                  <a:gd name="T35" fmla="*/ 23 h 100"/>
                  <a:gd name="T36" fmla="*/ 131 w 132"/>
                  <a:gd name="T37" fmla="*/ 31 h 100"/>
                  <a:gd name="T38" fmla="*/ 132 w 132"/>
                  <a:gd name="T39" fmla="*/ 38 h 100"/>
                  <a:gd name="T40" fmla="*/ 132 w 132"/>
                  <a:gd name="T41" fmla="*/ 38 h 100"/>
                  <a:gd name="T42" fmla="*/ 131 w 132"/>
                  <a:gd name="T43" fmla="*/ 47 h 100"/>
                  <a:gd name="T44" fmla="*/ 128 w 132"/>
                  <a:gd name="T45" fmla="*/ 58 h 100"/>
                  <a:gd name="T46" fmla="*/ 123 w 132"/>
                  <a:gd name="T47" fmla="*/ 69 h 100"/>
                  <a:gd name="T48" fmla="*/ 116 w 132"/>
                  <a:gd name="T49" fmla="*/ 78 h 100"/>
                  <a:gd name="T50" fmla="*/ 107 w 132"/>
                  <a:gd name="T51" fmla="*/ 86 h 100"/>
                  <a:gd name="T52" fmla="*/ 94 w 132"/>
                  <a:gd name="T53" fmla="*/ 93 h 100"/>
                  <a:gd name="T54" fmla="*/ 88 w 132"/>
                  <a:gd name="T55" fmla="*/ 96 h 100"/>
                  <a:gd name="T56" fmla="*/ 81 w 132"/>
                  <a:gd name="T57" fmla="*/ 99 h 100"/>
                  <a:gd name="T58" fmla="*/ 73 w 132"/>
                  <a:gd name="T59" fmla="*/ 99 h 100"/>
                  <a:gd name="T60" fmla="*/ 63 w 132"/>
                  <a:gd name="T61" fmla="*/ 100 h 100"/>
                  <a:gd name="T62" fmla="*/ 63 w 132"/>
                  <a:gd name="T63" fmla="*/ 100 h 100"/>
                  <a:gd name="T64" fmla="*/ 55 w 132"/>
                  <a:gd name="T65" fmla="*/ 99 h 100"/>
                  <a:gd name="T66" fmla="*/ 47 w 132"/>
                  <a:gd name="T67" fmla="*/ 97 h 100"/>
                  <a:gd name="T68" fmla="*/ 39 w 132"/>
                  <a:gd name="T69" fmla="*/ 96 h 100"/>
                  <a:gd name="T70" fmla="*/ 32 w 132"/>
                  <a:gd name="T71" fmla="*/ 93 h 100"/>
                  <a:gd name="T72" fmla="*/ 27 w 132"/>
                  <a:gd name="T73" fmla="*/ 90 h 100"/>
                  <a:gd name="T74" fmla="*/ 21 w 132"/>
                  <a:gd name="T75" fmla="*/ 86 h 100"/>
                  <a:gd name="T76" fmla="*/ 13 w 132"/>
                  <a:gd name="T77" fmla="*/ 77 h 100"/>
                  <a:gd name="T78" fmla="*/ 6 w 132"/>
                  <a:gd name="T79" fmla="*/ 67 h 100"/>
                  <a:gd name="T80" fmla="*/ 2 w 132"/>
                  <a:gd name="T81" fmla="*/ 57 h 100"/>
                  <a:gd name="T82" fmla="*/ 0 w 132"/>
                  <a:gd name="T83" fmla="*/ 47 h 100"/>
                  <a:gd name="T84" fmla="*/ 0 w 132"/>
                  <a:gd name="T85" fmla="*/ 38 h 100"/>
                  <a:gd name="T86" fmla="*/ 0 w 132"/>
                  <a:gd name="T87" fmla="*/ 38 h 100"/>
                  <a:gd name="T88" fmla="*/ 0 w 132"/>
                  <a:gd name="T89" fmla="*/ 31 h 100"/>
                  <a:gd name="T90" fmla="*/ 2 w 132"/>
                  <a:gd name="T91" fmla="*/ 23 h 100"/>
                  <a:gd name="T92" fmla="*/ 6 w 132"/>
                  <a:gd name="T93" fmla="*/ 16 h 100"/>
                  <a:gd name="T94" fmla="*/ 12 w 132"/>
                  <a:gd name="T95" fmla="*/ 11 h 100"/>
                  <a:gd name="T96" fmla="*/ 17 w 132"/>
                  <a:gd name="T97" fmla="*/ 6 h 100"/>
                  <a:gd name="T98" fmla="*/ 24 w 132"/>
                  <a:gd name="T99" fmla="*/ 2 h 100"/>
                  <a:gd name="T100" fmla="*/ 31 w 132"/>
                  <a:gd name="T101" fmla="*/ 0 h 100"/>
                  <a:gd name="T102" fmla="*/ 39 w 132"/>
                  <a:gd name="T103" fmla="*/ 0 h 100"/>
                  <a:gd name="T104" fmla="*/ 39 w 132"/>
                  <a:gd name="T105" fmla="*/ 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32" h="100">
                    <a:moveTo>
                      <a:pt x="39" y="0"/>
                    </a:moveTo>
                    <a:lnTo>
                      <a:pt x="39" y="0"/>
                    </a:lnTo>
                    <a:lnTo>
                      <a:pt x="47" y="0"/>
                    </a:lnTo>
                    <a:lnTo>
                      <a:pt x="54" y="2"/>
                    </a:lnTo>
                    <a:lnTo>
                      <a:pt x="61" y="5"/>
                    </a:lnTo>
                    <a:lnTo>
                      <a:pt x="66" y="9"/>
                    </a:lnTo>
                    <a:lnTo>
                      <a:pt x="66" y="9"/>
                    </a:lnTo>
                    <a:lnTo>
                      <a:pt x="71" y="5"/>
                    </a:lnTo>
                    <a:lnTo>
                      <a:pt x="78" y="2"/>
                    </a:lnTo>
                    <a:lnTo>
                      <a:pt x="85" y="0"/>
                    </a:lnTo>
                    <a:lnTo>
                      <a:pt x="93" y="0"/>
                    </a:lnTo>
                    <a:lnTo>
                      <a:pt x="93" y="0"/>
                    </a:lnTo>
                    <a:lnTo>
                      <a:pt x="101" y="0"/>
                    </a:lnTo>
                    <a:lnTo>
                      <a:pt x="108" y="2"/>
                    </a:lnTo>
                    <a:lnTo>
                      <a:pt x="115" y="6"/>
                    </a:lnTo>
                    <a:lnTo>
                      <a:pt x="120" y="11"/>
                    </a:lnTo>
                    <a:lnTo>
                      <a:pt x="126" y="16"/>
                    </a:lnTo>
                    <a:lnTo>
                      <a:pt x="130" y="23"/>
                    </a:lnTo>
                    <a:lnTo>
                      <a:pt x="131" y="31"/>
                    </a:lnTo>
                    <a:lnTo>
                      <a:pt x="132" y="38"/>
                    </a:lnTo>
                    <a:lnTo>
                      <a:pt x="132" y="38"/>
                    </a:lnTo>
                    <a:lnTo>
                      <a:pt x="131" y="47"/>
                    </a:lnTo>
                    <a:lnTo>
                      <a:pt x="128" y="58"/>
                    </a:lnTo>
                    <a:lnTo>
                      <a:pt x="123" y="69"/>
                    </a:lnTo>
                    <a:lnTo>
                      <a:pt x="116" y="78"/>
                    </a:lnTo>
                    <a:lnTo>
                      <a:pt x="107" y="86"/>
                    </a:lnTo>
                    <a:lnTo>
                      <a:pt x="94" y="93"/>
                    </a:lnTo>
                    <a:lnTo>
                      <a:pt x="88" y="96"/>
                    </a:lnTo>
                    <a:lnTo>
                      <a:pt x="81" y="99"/>
                    </a:lnTo>
                    <a:lnTo>
                      <a:pt x="73" y="99"/>
                    </a:lnTo>
                    <a:lnTo>
                      <a:pt x="63" y="100"/>
                    </a:lnTo>
                    <a:lnTo>
                      <a:pt x="63" y="100"/>
                    </a:lnTo>
                    <a:lnTo>
                      <a:pt x="55" y="99"/>
                    </a:lnTo>
                    <a:lnTo>
                      <a:pt x="47" y="97"/>
                    </a:lnTo>
                    <a:lnTo>
                      <a:pt x="39" y="96"/>
                    </a:lnTo>
                    <a:lnTo>
                      <a:pt x="32" y="93"/>
                    </a:lnTo>
                    <a:lnTo>
                      <a:pt x="27" y="90"/>
                    </a:lnTo>
                    <a:lnTo>
                      <a:pt x="21" y="86"/>
                    </a:lnTo>
                    <a:lnTo>
                      <a:pt x="13" y="77"/>
                    </a:lnTo>
                    <a:lnTo>
                      <a:pt x="6" y="67"/>
                    </a:lnTo>
                    <a:lnTo>
                      <a:pt x="2" y="57"/>
                    </a:lnTo>
                    <a:lnTo>
                      <a:pt x="0" y="47"/>
                    </a:lnTo>
                    <a:lnTo>
                      <a:pt x="0" y="38"/>
                    </a:lnTo>
                    <a:lnTo>
                      <a:pt x="0" y="38"/>
                    </a:lnTo>
                    <a:lnTo>
                      <a:pt x="0" y="31"/>
                    </a:lnTo>
                    <a:lnTo>
                      <a:pt x="2" y="23"/>
                    </a:lnTo>
                    <a:lnTo>
                      <a:pt x="6" y="16"/>
                    </a:lnTo>
                    <a:lnTo>
                      <a:pt x="12" y="11"/>
                    </a:lnTo>
                    <a:lnTo>
                      <a:pt x="17" y="6"/>
                    </a:lnTo>
                    <a:lnTo>
                      <a:pt x="24" y="2"/>
                    </a:lnTo>
                    <a:lnTo>
                      <a:pt x="31" y="0"/>
                    </a:lnTo>
                    <a:lnTo>
                      <a:pt x="39" y="0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66" name="îsḻïḋe">
                <a:extLst>
                  <a:ext uri="{FF2B5EF4-FFF2-40B4-BE49-F238E27FC236}">
                    <a16:creationId xmlns:a16="http://schemas.microsoft.com/office/drawing/2014/main" id="{03799494-8104-565F-1EB5-8CD2AA6E12D1}"/>
                  </a:ext>
                </a:extLst>
              </p:cNvPr>
              <p:cNvSpPr/>
              <p:nvPr/>
            </p:nvSpPr>
            <p:spPr bwMode="auto">
              <a:xfrm>
                <a:off x="2653177" y="2332481"/>
                <a:ext cx="47336" cy="65983"/>
              </a:xfrm>
              <a:custGeom>
                <a:avLst/>
                <a:gdLst>
                  <a:gd name="T0" fmla="*/ 29 w 33"/>
                  <a:gd name="T1" fmla="*/ 46 h 46"/>
                  <a:gd name="T2" fmla="*/ 29 w 33"/>
                  <a:gd name="T3" fmla="*/ 46 h 46"/>
                  <a:gd name="T4" fmla="*/ 31 w 33"/>
                  <a:gd name="T5" fmla="*/ 39 h 46"/>
                  <a:gd name="T6" fmla="*/ 33 w 33"/>
                  <a:gd name="T7" fmla="*/ 34 h 46"/>
                  <a:gd name="T8" fmla="*/ 33 w 33"/>
                  <a:gd name="T9" fmla="*/ 27 h 46"/>
                  <a:gd name="T10" fmla="*/ 33 w 33"/>
                  <a:gd name="T11" fmla="*/ 22 h 46"/>
                  <a:gd name="T12" fmla="*/ 30 w 33"/>
                  <a:gd name="T13" fmla="*/ 15 h 46"/>
                  <a:gd name="T14" fmla="*/ 27 w 33"/>
                  <a:gd name="T15" fmla="*/ 9 h 46"/>
                  <a:gd name="T16" fmla="*/ 25 w 33"/>
                  <a:gd name="T17" fmla="*/ 4 h 46"/>
                  <a:gd name="T18" fmla="*/ 19 w 33"/>
                  <a:gd name="T19" fmla="*/ 0 h 46"/>
                  <a:gd name="T20" fmla="*/ 0 w 33"/>
                  <a:gd name="T21" fmla="*/ 3 h 46"/>
                  <a:gd name="T22" fmla="*/ 0 w 33"/>
                  <a:gd name="T23" fmla="*/ 3 h 46"/>
                  <a:gd name="T24" fmla="*/ 12 w 33"/>
                  <a:gd name="T25" fmla="*/ 11 h 46"/>
                  <a:gd name="T26" fmla="*/ 18 w 33"/>
                  <a:gd name="T27" fmla="*/ 15 h 46"/>
                  <a:gd name="T28" fmla="*/ 22 w 33"/>
                  <a:gd name="T29" fmla="*/ 19 h 46"/>
                  <a:gd name="T30" fmla="*/ 25 w 33"/>
                  <a:gd name="T31" fmla="*/ 24 h 46"/>
                  <a:gd name="T32" fmla="*/ 27 w 33"/>
                  <a:gd name="T33" fmla="*/ 31 h 46"/>
                  <a:gd name="T34" fmla="*/ 29 w 33"/>
                  <a:gd name="T35" fmla="*/ 38 h 46"/>
                  <a:gd name="T36" fmla="*/ 29 w 33"/>
                  <a:gd name="T37" fmla="*/ 46 h 46"/>
                  <a:gd name="T38" fmla="*/ 29 w 33"/>
                  <a:gd name="T3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3" h="46">
                    <a:moveTo>
                      <a:pt x="29" y="46"/>
                    </a:moveTo>
                    <a:lnTo>
                      <a:pt x="29" y="46"/>
                    </a:lnTo>
                    <a:lnTo>
                      <a:pt x="31" y="39"/>
                    </a:lnTo>
                    <a:lnTo>
                      <a:pt x="33" y="34"/>
                    </a:lnTo>
                    <a:lnTo>
                      <a:pt x="33" y="27"/>
                    </a:lnTo>
                    <a:lnTo>
                      <a:pt x="33" y="22"/>
                    </a:lnTo>
                    <a:lnTo>
                      <a:pt x="30" y="15"/>
                    </a:lnTo>
                    <a:lnTo>
                      <a:pt x="27" y="9"/>
                    </a:lnTo>
                    <a:lnTo>
                      <a:pt x="25" y="4"/>
                    </a:lnTo>
                    <a:lnTo>
                      <a:pt x="19" y="0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12" y="11"/>
                    </a:lnTo>
                    <a:lnTo>
                      <a:pt x="18" y="15"/>
                    </a:lnTo>
                    <a:lnTo>
                      <a:pt x="22" y="19"/>
                    </a:lnTo>
                    <a:lnTo>
                      <a:pt x="25" y="24"/>
                    </a:lnTo>
                    <a:lnTo>
                      <a:pt x="27" y="31"/>
                    </a:lnTo>
                    <a:lnTo>
                      <a:pt x="29" y="38"/>
                    </a:lnTo>
                    <a:lnTo>
                      <a:pt x="29" y="46"/>
                    </a:lnTo>
                    <a:lnTo>
                      <a:pt x="29" y="46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67" name="íŝľidè">
                <a:extLst>
                  <a:ext uri="{FF2B5EF4-FFF2-40B4-BE49-F238E27FC236}">
                    <a16:creationId xmlns:a16="http://schemas.microsoft.com/office/drawing/2014/main" id="{A7656414-107C-84CB-77AA-81BE51574280}"/>
                  </a:ext>
                </a:extLst>
              </p:cNvPr>
              <p:cNvSpPr/>
              <p:nvPr/>
            </p:nvSpPr>
            <p:spPr bwMode="auto">
              <a:xfrm>
                <a:off x="2802357" y="3527967"/>
                <a:ext cx="196515" cy="273973"/>
              </a:xfrm>
              <a:custGeom>
                <a:avLst/>
                <a:gdLst>
                  <a:gd name="T0" fmla="*/ 125 w 137"/>
                  <a:gd name="T1" fmla="*/ 55 h 191"/>
                  <a:gd name="T2" fmla="*/ 126 w 137"/>
                  <a:gd name="T3" fmla="*/ 51 h 191"/>
                  <a:gd name="T4" fmla="*/ 133 w 137"/>
                  <a:gd name="T5" fmla="*/ 34 h 191"/>
                  <a:gd name="T6" fmla="*/ 136 w 137"/>
                  <a:gd name="T7" fmla="*/ 29 h 191"/>
                  <a:gd name="T8" fmla="*/ 137 w 137"/>
                  <a:gd name="T9" fmla="*/ 21 h 191"/>
                  <a:gd name="T10" fmla="*/ 136 w 137"/>
                  <a:gd name="T11" fmla="*/ 13 h 191"/>
                  <a:gd name="T12" fmla="*/ 132 w 137"/>
                  <a:gd name="T13" fmla="*/ 6 h 191"/>
                  <a:gd name="T14" fmla="*/ 128 w 137"/>
                  <a:gd name="T15" fmla="*/ 4 h 191"/>
                  <a:gd name="T16" fmla="*/ 116 w 137"/>
                  <a:gd name="T17" fmla="*/ 0 h 191"/>
                  <a:gd name="T18" fmla="*/ 103 w 137"/>
                  <a:gd name="T19" fmla="*/ 4 h 191"/>
                  <a:gd name="T20" fmla="*/ 113 w 137"/>
                  <a:gd name="T21" fmla="*/ 39 h 191"/>
                  <a:gd name="T22" fmla="*/ 103 w 137"/>
                  <a:gd name="T23" fmla="*/ 59 h 191"/>
                  <a:gd name="T24" fmla="*/ 110 w 137"/>
                  <a:gd name="T25" fmla="*/ 48 h 191"/>
                  <a:gd name="T26" fmla="*/ 110 w 137"/>
                  <a:gd name="T27" fmla="*/ 42 h 191"/>
                  <a:gd name="T28" fmla="*/ 120 w 137"/>
                  <a:gd name="T29" fmla="*/ 48 h 191"/>
                  <a:gd name="T30" fmla="*/ 121 w 137"/>
                  <a:gd name="T31" fmla="*/ 52 h 191"/>
                  <a:gd name="T32" fmla="*/ 121 w 137"/>
                  <a:gd name="T33" fmla="*/ 57 h 191"/>
                  <a:gd name="T34" fmla="*/ 103 w 137"/>
                  <a:gd name="T35" fmla="*/ 89 h 191"/>
                  <a:gd name="T36" fmla="*/ 97 w 137"/>
                  <a:gd name="T37" fmla="*/ 93 h 191"/>
                  <a:gd name="T38" fmla="*/ 99 w 137"/>
                  <a:gd name="T39" fmla="*/ 92 h 191"/>
                  <a:gd name="T40" fmla="*/ 103 w 137"/>
                  <a:gd name="T41" fmla="*/ 89 h 191"/>
                  <a:gd name="T42" fmla="*/ 101 w 137"/>
                  <a:gd name="T43" fmla="*/ 85 h 191"/>
                  <a:gd name="T44" fmla="*/ 99 w 137"/>
                  <a:gd name="T45" fmla="*/ 86 h 191"/>
                  <a:gd name="T46" fmla="*/ 95 w 137"/>
                  <a:gd name="T47" fmla="*/ 88 h 191"/>
                  <a:gd name="T48" fmla="*/ 84 w 137"/>
                  <a:gd name="T49" fmla="*/ 81 h 191"/>
                  <a:gd name="T50" fmla="*/ 84 w 137"/>
                  <a:gd name="T51" fmla="*/ 81 h 191"/>
                  <a:gd name="T52" fmla="*/ 90 w 137"/>
                  <a:gd name="T53" fmla="*/ 78 h 191"/>
                  <a:gd name="T54" fmla="*/ 103 w 137"/>
                  <a:gd name="T55" fmla="*/ 34 h 191"/>
                  <a:gd name="T56" fmla="*/ 88 w 137"/>
                  <a:gd name="T57" fmla="*/ 23 h 191"/>
                  <a:gd name="T58" fmla="*/ 80 w 137"/>
                  <a:gd name="T59" fmla="*/ 25 h 191"/>
                  <a:gd name="T60" fmla="*/ 57 w 137"/>
                  <a:gd name="T61" fmla="*/ 59 h 191"/>
                  <a:gd name="T62" fmla="*/ 57 w 137"/>
                  <a:gd name="T63" fmla="*/ 66 h 191"/>
                  <a:gd name="T64" fmla="*/ 22 w 137"/>
                  <a:gd name="T65" fmla="*/ 153 h 191"/>
                  <a:gd name="T66" fmla="*/ 26 w 137"/>
                  <a:gd name="T67" fmla="*/ 154 h 191"/>
                  <a:gd name="T68" fmla="*/ 29 w 137"/>
                  <a:gd name="T69" fmla="*/ 155 h 191"/>
                  <a:gd name="T70" fmla="*/ 29 w 137"/>
                  <a:gd name="T71" fmla="*/ 162 h 191"/>
                  <a:gd name="T72" fmla="*/ 33 w 137"/>
                  <a:gd name="T73" fmla="*/ 161 h 191"/>
                  <a:gd name="T74" fmla="*/ 38 w 137"/>
                  <a:gd name="T75" fmla="*/ 162 h 191"/>
                  <a:gd name="T76" fmla="*/ 40 w 137"/>
                  <a:gd name="T77" fmla="*/ 163 h 191"/>
                  <a:gd name="T78" fmla="*/ 41 w 137"/>
                  <a:gd name="T79" fmla="*/ 169 h 191"/>
                  <a:gd name="T80" fmla="*/ 38 w 137"/>
                  <a:gd name="T81" fmla="*/ 173 h 191"/>
                  <a:gd name="T82" fmla="*/ 22 w 137"/>
                  <a:gd name="T83" fmla="*/ 182 h 191"/>
                  <a:gd name="T84" fmla="*/ 41 w 137"/>
                  <a:gd name="T85" fmla="*/ 176 h 191"/>
                  <a:gd name="T86" fmla="*/ 103 w 137"/>
                  <a:gd name="T87" fmla="*/ 29 h 191"/>
                  <a:gd name="T88" fmla="*/ 97 w 137"/>
                  <a:gd name="T89" fmla="*/ 9 h 191"/>
                  <a:gd name="T90" fmla="*/ 103 w 137"/>
                  <a:gd name="T91" fmla="*/ 4 h 191"/>
                  <a:gd name="T92" fmla="*/ 22 w 137"/>
                  <a:gd name="T93" fmla="*/ 117 h 191"/>
                  <a:gd name="T94" fmla="*/ 2 w 137"/>
                  <a:gd name="T95" fmla="*/ 191 h 191"/>
                  <a:gd name="T96" fmla="*/ 22 w 137"/>
                  <a:gd name="T97" fmla="*/ 180 h 191"/>
                  <a:gd name="T98" fmla="*/ 5 w 137"/>
                  <a:gd name="T99" fmla="*/ 174 h 191"/>
                  <a:gd name="T100" fmla="*/ 5 w 137"/>
                  <a:gd name="T101" fmla="*/ 150 h 191"/>
                  <a:gd name="T102" fmla="*/ 6 w 137"/>
                  <a:gd name="T103" fmla="*/ 149 h 191"/>
                  <a:gd name="T104" fmla="*/ 10 w 137"/>
                  <a:gd name="T105" fmla="*/ 146 h 191"/>
                  <a:gd name="T106" fmla="*/ 15 w 137"/>
                  <a:gd name="T107" fmla="*/ 146 h 191"/>
                  <a:gd name="T108" fmla="*/ 17 w 137"/>
                  <a:gd name="T109" fmla="*/ 149 h 191"/>
                  <a:gd name="T110" fmla="*/ 18 w 137"/>
                  <a:gd name="T111" fmla="*/ 155 h 191"/>
                  <a:gd name="T112" fmla="*/ 19 w 137"/>
                  <a:gd name="T113" fmla="*/ 154 h 191"/>
                  <a:gd name="T114" fmla="*/ 22 w 137"/>
                  <a:gd name="T115" fmla="*/ 117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7" h="191">
                    <a:moveTo>
                      <a:pt x="103" y="89"/>
                    </a:moveTo>
                    <a:lnTo>
                      <a:pt x="125" y="55"/>
                    </a:lnTo>
                    <a:lnTo>
                      <a:pt x="125" y="55"/>
                    </a:lnTo>
                    <a:lnTo>
                      <a:pt x="126" y="51"/>
                    </a:lnTo>
                    <a:lnTo>
                      <a:pt x="125" y="47"/>
                    </a:lnTo>
                    <a:lnTo>
                      <a:pt x="133" y="34"/>
                    </a:lnTo>
                    <a:lnTo>
                      <a:pt x="133" y="34"/>
                    </a:lnTo>
                    <a:lnTo>
                      <a:pt x="136" y="29"/>
                    </a:lnTo>
                    <a:lnTo>
                      <a:pt x="137" y="25"/>
                    </a:lnTo>
                    <a:lnTo>
                      <a:pt x="137" y="21"/>
                    </a:lnTo>
                    <a:lnTo>
                      <a:pt x="137" y="17"/>
                    </a:lnTo>
                    <a:lnTo>
                      <a:pt x="136" y="13"/>
                    </a:lnTo>
                    <a:lnTo>
                      <a:pt x="135" y="9"/>
                    </a:lnTo>
                    <a:lnTo>
                      <a:pt x="132" y="6"/>
                    </a:lnTo>
                    <a:lnTo>
                      <a:pt x="128" y="4"/>
                    </a:lnTo>
                    <a:lnTo>
                      <a:pt x="128" y="4"/>
                    </a:lnTo>
                    <a:lnTo>
                      <a:pt x="121" y="0"/>
                    </a:lnTo>
                    <a:lnTo>
                      <a:pt x="116" y="0"/>
                    </a:lnTo>
                    <a:lnTo>
                      <a:pt x="109" y="1"/>
                    </a:lnTo>
                    <a:lnTo>
                      <a:pt x="103" y="4"/>
                    </a:lnTo>
                    <a:lnTo>
                      <a:pt x="103" y="29"/>
                    </a:lnTo>
                    <a:lnTo>
                      <a:pt x="113" y="39"/>
                    </a:lnTo>
                    <a:lnTo>
                      <a:pt x="103" y="34"/>
                    </a:lnTo>
                    <a:lnTo>
                      <a:pt x="103" y="59"/>
                    </a:lnTo>
                    <a:lnTo>
                      <a:pt x="110" y="48"/>
                    </a:lnTo>
                    <a:lnTo>
                      <a:pt x="110" y="48"/>
                    </a:lnTo>
                    <a:lnTo>
                      <a:pt x="110" y="46"/>
                    </a:lnTo>
                    <a:lnTo>
                      <a:pt x="110" y="42"/>
                    </a:lnTo>
                    <a:lnTo>
                      <a:pt x="120" y="48"/>
                    </a:lnTo>
                    <a:lnTo>
                      <a:pt x="120" y="48"/>
                    </a:lnTo>
                    <a:lnTo>
                      <a:pt x="121" y="50"/>
                    </a:lnTo>
                    <a:lnTo>
                      <a:pt x="121" y="52"/>
                    </a:lnTo>
                    <a:lnTo>
                      <a:pt x="121" y="54"/>
                    </a:lnTo>
                    <a:lnTo>
                      <a:pt x="121" y="57"/>
                    </a:lnTo>
                    <a:lnTo>
                      <a:pt x="103" y="82"/>
                    </a:lnTo>
                    <a:lnTo>
                      <a:pt x="103" y="89"/>
                    </a:lnTo>
                    <a:close/>
                    <a:moveTo>
                      <a:pt x="41" y="176"/>
                    </a:moveTo>
                    <a:lnTo>
                      <a:pt x="97" y="93"/>
                    </a:lnTo>
                    <a:lnTo>
                      <a:pt x="97" y="93"/>
                    </a:lnTo>
                    <a:lnTo>
                      <a:pt x="99" y="92"/>
                    </a:lnTo>
                    <a:lnTo>
                      <a:pt x="102" y="89"/>
                    </a:lnTo>
                    <a:lnTo>
                      <a:pt x="103" y="89"/>
                    </a:lnTo>
                    <a:lnTo>
                      <a:pt x="103" y="82"/>
                    </a:lnTo>
                    <a:lnTo>
                      <a:pt x="101" y="85"/>
                    </a:lnTo>
                    <a:lnTo>
                      <a:pt x="101" y="85"/>
                    </a:lnTo>
                    <a:lnTo>
                      <a:pt x="99" y="86"/>
                    </a:lnTo>
                    <a:lnTo>
                      <a:pt x="98" y="88"/>
                    </a:lnTo>
                    <a:lnTo>
                      <a:pt x="95" y="88"/>
                    </a:lnTo>
                    <a:lnTo>
                      <a:pt x="94" y="86"/>
                    </a:lnTo>
                    <a:lnTo>
                      <a:pt x="84" y="81"/>
                    </a:lnTo>
                    <a:lnTo>
                      <a:pt x="84" y="81"/>
                    </a:lnTo>
                    <a:lnTo>
                      <a:pt x="84" y="81"/>
                    </a:lnTo>
                    <a:lnTo>
                      <a:pt x="87" y="80"/>
                    </a:lnTo>
                    <a:lnTo>
                      <a:pt x="90" y="78"/>
                    </a:lnTo>
                    <a:lnTo>
                      <a:pt x="103" y="59"/>
                    </a:lnTo>
                    <a:lnTo>
                      <a:pt x="103" y="34"/>
                    </a:lnTo>
                    <a:lnTo>
                      <a:pt x="88" y="23"/>
                    </a:lnTo>
                    <a:lnTo>
                      <a:pt x="88" y="23"/>
                    </a:lnTo>
                    <a:lnTo>
                      <a:pt x="83" y="23"/>
                    </a:lnTo>
                    <a:lnTo>
                      <a:pt x="80" y="25"/>
                    </a:lnTo>
                    <a:lnTo>
                      <a:pt x="57" y="59"/>
                    </a:lnTo>
                    <a:lnTo>
                      <a:pt x="57" y="59"/>
                    </a:lnTo>
                    <a:lnTo>
                      <a:pt x="56" y="63"/>
                    </a:lnTo>
                    <a:lnTo>
                      <a:pt x="57" y="66"/>
                    </a:lnTo>
                    <a:lnTo>
                      <a:pt x="22" y="117"/>
                    </a:lnTo>
                    <a:lnTo>
                      <a:pt x="22" y="153"/>
                    </a:lnTo>
                    <a:lnTo>
                      <a:pt x="22" y="153"/>
                    </a:lnTo>
                    <a:lnTo>
                      <a:pt x="26" y="154"/>
                    </a:lnTo>
                    <a:lnTo>
                      <a:pt x="26" y="154"/>
                    </a:lnTo>
                    <a:lnTo>
                      <a:pt x="29" y="155"/>
                    </a:lnTo>
                    <a:lnTo>
                      <a:pt x="29" y="158"/>
                    </a:lnTo>
                    <a:lnTo>
                      <a:pt x="29" y="162"/>
                    </a:lnTo>
                    <a:lnTo>
                      <a:pt x="29" y="162"/>
                    </a:lnTo>
                    <a:lnTo>
                      <a:pt x="33" y="161"/>
                    </a:lnTo>
                    <a:lnTo>
                      <a:pt x="36" y="161"/>
                    </a:lnTo>
                    <a:lnTo>
                      <a:pt x="38" y="162"/>
                    </a:lnTo>
                    <a:lnTo>
                      <a:pt x="38" y="162"/>
                    </a:lnTo>
                    <a:lnTo>
                      <a:pt x="40" y="163"/>
                    </a:lnTo>
                    <a:lnTo>
                      <a:pt x="41" y="166"/>
                    </a:lnTo>
                    <a:lnTo>
                      <a:pt x="41" y="169"/>
                    </a:lnTo>
                    <a:lnTo>
                      <a:pt x="40" y="172"/>
                    </a:lnTo>
                    <a:lnTo>
                      <a:pt x="38" y="173"/>
                    </a:lnTo>
                    <a:lnTo>
                      <a:pt x="22" y="180"/>
                    </a:lnTo>
                    <a:lnTo>
                      <a:pt x="22" y="182"/>
                    </a:lnTo>
                    <a:lnTo>
                      <a:pt x="41" y="176"/>
                    </a:lnTo>
                    <a:lnTo>
                      <a:pt x="41" y="176"/>
                    </a:lnTo>
                    <a:close/>
                    <a:moveTo>
                      <a:pt x="103" y="4"/>
                    </a:moveTo>
                    <a:lnTo>
                      <a:pt x="103" y="29"/>
                    </a:lnTo>
                    <a:lnTo>
                      <a:pt x="91" y="17"/>
                    </a:lnTo>
                    <a:lnTo>
                      <a:pt x="97" y="9"/>
                    </a:lnTo>
                    <a:lnTo>
                      <a:pt x="97" y="9"/>
                    </a:lnTo>
                    <a:lnTo>
                      <a:pt x="103" y="4"/>
                    </a:lnTo>
                    <a:lnTo>
                      <a:pt x="103" y="4"/>
                    </a:lnTo>
                    <a:close/>
                    <a:moveTo>
                      <a:pt x="22" y="117"/>
                    </a:moveTo>
                    <a:lnTo>
                      <a:pt x="0" y="150"/>
                    </a:lnTo>
                    <a:lnTo>
                      <a:pt x="2" y="191"/>
                    </a:lnTo>
                    <a:lnTo>
                      <a:pt x="22" y="182"/>
                    </a:lnTo>
                    <a:lnTo>
                      <a:pt x="22" y="180"/>
                    </a:lnTo>
                    <a:lnTo>
                      <a:pt x="17" y="182"/>
                    </a:lnTo>
                    <a:lnTo>
                      <a:pt x="5" y="174"/>
                    </a:lnTo>
                    <a:lnTo>
                      <a:pt x="5" y="150"/>
                    </a:lnTo>
                    <a:lnTo>
                      <a:pt x="5" y="150"/>
                    </a:lnTo>
                    <a:lnTo>
                      <a:pt x="6" y="149"/>
                    </a:lnTo>
                    <a:lnTo>
                      <a:pt x="6" y="149"/>
                    </a:lnTo>
                    <a:lnTo>
                      <a:pt x="7" y="146"/>
                    </a:lnTo>
                    <a:lnTo>
                      <a:pt x="10" y="146"/>
                    </a:lnTo>
                    <a:lnTo>
                      <a:pt x="13" y="146"/>
                    </a:lnTo>
                    <a:lnTo>
                      <a:pt x="15" y="146"/>
                    </a:lnTo>
                    <a:lnTo>
                      <a:pt x="15" y="146"/>
                    </a:lnTo>
                    <a:lnTo>
                      <a:pt x="17" y="149"/>
                    </a:lnTo>
                    <a:lnTo>
                      <a:pt x="18" y="150"/>
                    </a:lnTo>
                    <a:lnTo>
                      <a:pt x="18" y="155"/>
                    </a:lnTo>
                    <a:lnTo>
                      <a:pt x="18" y="155"/>
                    </a:lnTo>
                    <a:lnTo>
                      <a:pt x="19" y="154"/>
                    </a:lnTo>
                    <a:lnTo>
                      <a:pt x="22" y="153"/>
                    </a:lnTo>
                    <a:lnTo>
                      <a:pt x="22" y="117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 fontScale="77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68" name="ïśľîḋê">
                <a:extLst>
                  <a:ext uri="{FF2B5EF4-FFF2-40B4-BE49-F238E27FC236}">
                    <a16:creationId xmlns:a16="http://schemas.microsoft.com/office/drawing/2014/main" id="{C206E622-734F-BD80-FF05-A41F2A0DCF04}"/>
                  </a:ext>
                </a:extLst>
              </p:cNvPr>
              <p:cNvSpPr/>
              <p:nvPr/>
            </p:nvSpPr>
            <p:spPr bwMode="auto">
              <a:xfrm>
                <a:off x="1208720" y="2096419"/>
                <a:ext cx="252457" cy="273973"/>
              </a:xfrm>
              <a:custGeom>
                <a:avLst/>
                <a:gdLst>
                  <a:gd name="T0" fmla="*/ 138 w 176"/>
                  <a:gd name="T1" fmla="*/ 88 h 191"/>
                  <a:gd name="T2" fmla="*/ 132 w 176"/>
                  <a:gd name="T3" fmla="*/ 138 h 191"/>
                  <a:gd name="T4" fmla="*/ 150 w 176"/>
                  <a:gd name="T5" fmla="*/ 143 h 191"/>
                  <a:gd name="T6" fmla="*/ 147 w 176"/>
                  <a:gd name="T7" fmla="*/ 151 h 191"/>
                  <a:gd name="T8" fmla="*/ 132 w 176"/>
                  <a:gd name="T9" fmla="*/ 36 h 191"/>
                  <a:gd name="T10" fmla="*/ 150 w 176"/>
                  <a:gd name="T11" fmla="*/ 26 h 191"/>
                  <a:gd name="T12" fmla="*/ 135 w 176"/>
                  <a:gd name="T13" fmla="*/ 47 h 191"/>
                  <a:gd name="T14" fmla="*/ 146 w 176"/>
                  <a:gd name="T15" fmla="*/ 88 h 191"/>
                  <a:gd name="T16" fmla="*/ 174 w 176"/>
                  <a:gd name="T17" fmla="*/ 85 h 191"/>
                  <a:gd name="T18" fmla="*/ 150 w 176"/>
                  <a:gd name="T19" fmla="*/ 92 h 191"/>
                  <a:gd name="T20" fmla="*/ 88 w 176"/>
                  <a:gd name="T21" fmla="*/ 39 h 191"/>
                  <a:gd name="T22" fmla="*/ 115 w 176"/>
                  <a:gd name="T23" fmla="*/ 46 h 191"/>
                  <a:gd name="T24" fmla="*/ 132 w 176"/>
                  <a:gd name="T25" fmla="*/ 109 h 191"/>
                  <a:gd name="T26" fmla="*/ 115 w 176"/>
                  <a:gd name="T27" fmla="*/ 128 h 191"/>
                  <a:gd name="T28" fmla="*/ 111 w 176"/>
                  <a:gd name="T29" fmla="*/ 180 h 191"/>
                  <a:gd name="T30" fmla="*/ 90 w 176"/>
                  <a:gd name="T31" fmla="*/ 191 h 191"/>
                  <a:gd name="T32" fmla="*/ 105 w 176"/>
                  <a:gd name="T33" fmla="*/ 126 h 191"/>
                  <a:gd name="T34" fmla="*/ 122 w 176"/>
                  <a:gd name="T35" fmla="*/ 107 h 191"/>
                  <a:gd name="T36" fmla="*/ 124 w 176"/>
                  <a:gd name="T37" fmla="*/ 73 h 191"/>
                  <a:gd name="T38" fmla="*/ 104 w 176"/>
                  <a:gd name="T39" fmla="*/ 51 h 191"/>
                  <a:gd name="T40" fmla="*/ 88 w 176"/>
                  <a:gd name="T41" fmla="*/ 39 h 191"/>
                  <a:gd name="T42" fmla="*/ 127 w 176"/>
                  <a:gd name="T43" fmla="*/ 43 h 191"/>
                  <a:gd name="T44" fmla="*/ 132 w 176"/>
                  <a:gd name="T45" fmla="*/ 36 h 191"/>
                  <a:gd name="T46" fmla="*/ 128 w 176"/>
                  <a:gd name="T47" fmla="*/ 128 h 191"/>
                  <a:gd name="T48" fmla="*/ 132 w 176"/>
                  <a:gd name="T49" fmla="*/ 127 h 191"/>
                  <a:gd name="T50" fmla="*/ 92 w 176"/>
                  <a:gd name="T51" fmla="*/ 1 h 191"/>
                  <a:gd name="T52" fmla="*/ 88 w 176"/>
                  <a:gd name="T53" fmla="*/ 30 h 191"/>
                  <a:gd name="T54" fmla="*/ 80 w 176"/>
                  <a:gd name="T55" fmla="*/ 191 h 191"/>
                  <a:gd name="T56" fmla="*/ 62 w 176"/>
                  <a:gd name="T57" fmla="*/ 176 h 191"/>
                  <a:gd name="T58" fmla="*/ 55 w 176"/>
                  <a:gd name="T59" fmla="*/ 124 h 191"/>
                  <a:gd name="T60" fmla="*/ 44 w 176"/>
                  <a:gd name="T61" fmla="*/ 67 h 191"/>
                  <a:gd name="T62" fmla="*/ 67 w 176"/>
                  <a:gd name="T63" fmla="*/ 43 h 191"/>
                  <a:gd name="T64" fmla="*/ 88 w 176"/>
                  <a:gd name="T65" fmla="*/ 49 h 191"/>
                  <a:gd name="T66" fmla="*/ 61 w 176"/>
                  <a:gd name="T67" fmla="*/ 61 h 191"/>
                  <a:gd name="T68" fmla="*/ 50 w 176"/>
                  <a:gd name="T69" fmla="*/ 88 h 191"/>
                  <a:gd name="T70" fmla="*/ 69 w 176"/>
                  <a:gd name="T71" fmla="*/ 120 h 191"/>
                  <a:gd name="T72" fmla="*/ 88 w 176"/>
                  <a:gd name="T73" fmla="*/ 147 h 191"/>
                  <a:gd name="T74" fmla="*/ 88 w 176"/>
                  <a:gd name="T75" fmla="*/ 30 h 191"/>
                  <a:gd name="T76" fmla="*/ 84 w 176"/>
                  <a:gd name="T77" fmla="*/ 26 h 191"/>
                  <a:gd name="T78" fmla="*/ 88 w 176"/>
                  <a:gd name="T79" fmla="*/ 0 h 191"/>
                  <a:gd name="T80" fmla="*/ 47 w 176"/>
                  <a:gd name="T81" fmla="*/ 135 h 191"/>
                  <a:gd name="T82" fmla="*/ 44 w 176"/>
                  <a:gd name="T83" fmla="*/ 138 h 191"/>
                  <a:gd name="T84" fmla="*/ 47 w 176"/>
                  <a:gd name="T85" fmla="*/ 47 h 191"/>
                  <a:gd name="T86" fmla="*/ 44 w 176"/>
                  <a:gd name="T87" fmla="*/ 108 h 191"/>
                  <a:gd name="T88" fmla="*/ 40 w 176"/>
                  <a:gd name="T89" fmla="*/ 77 h 191"/>
                  <a:gd name="T90" fmla="*/ 44 w 176"/>
                  <a:gd name="T91" fmla="*/ 49 h 191"/>
                  <a:gd name="T92" fmla="*/ 25 w 176"/>
                  <a:gd name="T93" fmla="*/ 31 h 191"/>
                  <a:gd name="T94" fmla="*/ 32 w 176"/>
                  <a:gd name="T95" fmla="*/ 26 h 191"/>
                  <a:gd name="T96" fmla="*/ 32 w 176"/>
                  <a:gd name="T97" fmla="*/ 150 h 191"/>
                  <a:gd name="T98" fmla="*/ 24 w 176"/>
                  <a:gd name="T99" fmla="*/ 147 h 191"/>
                  <a:gd name="T100" fmla="*/ 44 w 176"/>
                  <a:gd name="T101" fmla="*/ 127 h 191"/>
                  <a:gd name="T102" fmla="*/ 25 w 176"/>
                  <a:gd name="T103" fmla="*/ 84 h 191"/>
                  <a:gd name="T104" fmla="*/ 25 w 176"/>
                  <a:gd name="T105" fmla="*/ 92 h 191"/>
                  <a:gd name="T106" fmla="*/ 0 w 176"/>
                  <a:gd name="T107" fmla="*/ 88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76" h="191">
                    <a:moveTo>
                      <a:pt x="132" y="66"/>
                    </a:moveTo>
                    <a:lnTo>
                      <a:pt x="132" y="66"/>
                    </a:lnTo>
                    <a:lnTo>
                      <a:pt x="136" y="77"/>
                    </a:lnTo>
                    <a:lnTo>
                      <a:pt x="138" y="88"/>
                    </a:lnTo>
                    <a:lnTo>
                      <a:pt x="138" y="88"/>
                    </a:lnTo>
                    <a:lnTo>
                      <a:pt x="136" y="99"/>
                    </a:lnTo>
                    <a:lnTo>
                      <a:pt x="132" y="109"/>
                    </a:lnTo>
                    <a:lnTo>
                      <a:pt x="132" y="66"/>
                    </a:lnTo>
                    <a:lnTo>
                      <a:pt x="132" y="66"/>
                    </a:lnTo>
                    <a:close/>
                    <a:moveTo>
                      <a:pt x="132" y="138"/>
                    </a:moveTo>
                    <a:lnTo>
                      <a:pt x="132" y="127"/>
                    </a:lnTo>
                    <a:lnTo>
                      <a:pt x="132" y="127"/>
                    </a:lnTo>
                    <a:lnTo>
                      <a:pt x="135" y="128"/>
                    </a:lnTo>
                    <a:lnTo>
                      <a:pt x="135" y="128"/>
                    </a:lnTo>
                    <a:lnTo>
                      <a:pt x="150" y="143"/>
                    </a:lnTo>
                    <a:lnTo>
                      <a:pt x="150" y="143"/>
                    </a:lnTo>
                    <a:lnTo>
                      <a:pt x="151" y="147"/>
                    </a:lnTo>
                    <a:lnTo>
                      <a:pt x="150" y="150"/>
                    </a:lnTo>
                    <a:lnTo>
                      <a:pt x="150" y="150"/>
                    </a:lnTo>
                    <a:lnTo>
                      <a:pt x="147" y="151"/>
                    </a:lnTo>
                    <a:lnTo>
                      <a:pt x="145" y="150"/>
                    </a:lnTo>
                    <a:lnTo>
                      <a:pt x="132" y="138"/>
                    </a:lnTo>
                    <a:lnTo>
                      <a:pt x="132" y="138"/>
                    </a:lnTo>
                    <a:close/>
                    <a:moveTo>
                      <a:pt x="132" y="49"/>
                    </a:moveTo>
                    <a:lnTo>
                      <a:pt x="132" y="36"/>
                    </a:lnTo>
                    <a:lnTo>
                      <a:pt x="145" y="26"/>
                    </a:lnTo>
                    <a:lnTo>
                      <a:pt x="145" y="26"/>
                    </a:lnTo>
                    <a:lnTo>
                      <a:pt x="147" y="24"/>
                    </a:lnTo>
                    <a:lnTo>
                      <a:pt x="150" y="26"/>
                    </a:lnTo>
                    <a:lnTo>
                      <a:pt x="150" y="26"/>
                    </a:lnTo>
                    <a:lnTo>
                      <a:pt x="151" y="28"/>
                    </a:lnTo>
                    <a:lnTo>
                      <a:pt x="150" y="31"/>
                    </a:lnTo>
                    <a:lnTo>
                      <a:pt x="135" y="47"/>
                    </a:lnTo>
                    <a:lnTo>
                      <a:pt x="135" y="47"/>
                    </a:lnTo>
                    <a:lnTo>
                      <a:pt x="135" y="47"/>
                    </a:lnTo>
                    <a:lnTo>
                      <a:pt x="132" y="49"/>
                    </a:lnTo>
                    <a:lnTo>
                      <a:pt x="132" y="49"/>
                    </a:lnTo>
                    <a:close/>
                    <a:moveTo>
                      <a:pt x="146" y="88"/>
                    </a:moveTo>
                    <a:lnTo>
                      <a:pt x="146" y="88"/>
                    </a:lnTo>
                    <a:lnTo>
                      <a:pt x="146" y="88"/>
                    </a:lnTo>
                    <a:lnTo>
                      <a:pt x="147" y="85"/>
                    </a:lnTo>
                    <a:lnTo>
                      <a:pt x="150" y="84"/>
                    </a:lnTo>
                    <a:lnTo>
                      <a:pt x="172" y="84"/>
                    </a:lnTo>
                    <a:lnTo>
                      <a:pt x="172" y="84"/>
                    </a:lnTo>
                    <a:lnTo>
                      <a:pt x="174" y="85"/>
                    </a:lnTo>
                    <a:lnTo>
                      <a:pt x="176" y="88"/>
                    </a:lnTo>
                    <a:lnTo>
                      <a:pt x="176" y="88"/>
                    </a:lnTo>
                    <a:lnTo>
                      <a:pt x="174" y="91"/>
                    </a:lnTo>
                    <a:lnTo>
                      <a:pt x="172" y="92"/>
                    </a:lnTo>
                    <a:lnTo>
                      <a:pt x="150" y="92"/>
                    </a:lnTo>
                    <a:lnTo>
                      <a:pt x="150" y="92"/>
                    </a:lnTo>
                    <a:lnTo>
                      <a:pt x="147" y="91"/>
                    </a:lnTo>
                    <a:lnTo>
                      <a:pt x="146" y="88"/>
                    </a:lnTo>
                    <a:lnTo>
                      <a:pt x="146" y="88"/>
                    </a:lnTo>
                    <a:close/>
                    <a:moveTo>
                      <a:pt x="88" y="39"/>
                    </a:moveTo>
                    <a:lnTo>
                      <a:pt x="88" y="39"/>
                    </a:lnTo>
                    <a:lnTo>
                      <a:pt x="96" y="39"/>
                    </a:lnTo>
                    <a:lnTo>
                      <a:pt x="103" y="40"/>
                    </a:lnTo>
                    <a:lnTo>
                      <a:pt x="108" y="43"/>
                    </a:lnTo>
                    <a:lnTo>
                      <a:pt x="115" y="46"/>
                    </a:lnTo>
                    <a:lnTo>
                      <a:pt x="120" y="50"/>
                    </a:lnTo>
                    <a:lnTo>
                      <a:pt x="124" y="55"/>
                    </a:lnTo>
                    <a:lnTo>
                      <a:pt x="128" y="61"/>
                    </a:lnTo>
                    <a:lnTo>
                      <a:pt x="132" y="66"/>
                    </a:lnTo>
                    <a:lnTo>
                      <a:pt x="132" y="109"/>
                    </a:lnTo>
                    <a:lnTo>
                      <a:pt x="132" y="109"/>
                    </a:lnTo>
                    <a:lnTo>
                      <a:pt x="128" y="115"/>
                    </a:lnTo>
                    <a:lnTo>
                      <a:pt x="124" y="120"/>
                    </a:lnTo>
                    <a:lnTo>
                      <a:pt x="120" y="124"/>
                    </a:lnTo>
                    <a:lnTo>
                      <a:pt x="115" y="128"/>
                    </a:lnTo>
                    <a:lnTo>
                      <a:pt x="115" y="166"/>
                    </a:lnTo>
                    <a:lnTo>
                      <a:pt x="115" y="166"/>
                    </a:lnTo>
                    <a:lnTo>
                      <a:pt x="115" y="172"/>
                    </a:lnTo>
                    <a:lnTo>
                      <a:pt x="113" y="176"/>
                    </a:lnTo>
                    <a:lnTo>
                      <a:pt x="111" y="180"/>
                    </a:lnTo>
                    <a:lnTo>
                      <a:pt x="108" y="184"/>
                    </a:lnTo>
                    <a:lnTo>
                      <a:pt x="104" y="187"/>
                    </a:lnTo>
                    <a:lnTo>
                      <a:pt x="100" y="189"/>
                    </a:lnTo>
                    <a:lnTo>
                      <a:pt x="96" y="191"/>
                    </a:lnTo>
                    <a:lnTo>
                      <a:pt x="90" y="191"/>
                    </a:lnTo>
                    <a:lnTo>
                      <a:pt x="88" y="191"/>
                    </a:lnTo>
                    <a:lnTo>
                      <a:pt x="88" y="147"/>
                    </a:lnTo>
                    <a:lnTo>
                      <a:pt x="105" y="147"/>
                    </a:lnTo>
                    <a:lnTo>
                      <a:pt x="105" y="126"/>
                    </a:lnTo>
                    <a:lnTo>
                      <a:pt x="105" y="126"/>
                    </a:lnTo>
                    <a:lnTo>
                      <a:pt x="105" y="123"/>
                    </a:lnTo>
                    <a:lnTo>
                      <a:pt x="108" y="122"/>
                    </a:lnTo>
                    <a:lnTo>
                      <a:pt x="108" y="122"/>
                    </a:lnTo>
                    <a:lnTo>
                      <a:pt x="115" y="115"/>
                    </a:lnTo>
                    <a:lnTo>
                      <a:pt x="122" y="107"/>
                    </a:lnTo>
                    <a:lnTo>
                      <a:pt x="126" y="99"/>
                    </a:lnTo>
                    <a:lnTo>
                      <a:pt x="127" y="88"/>
                    </a:lnTo>
                    <a:lnTo>
                      <a:pt x="127" y="88"/>
                    </a:lnTo>
                    <a:lnTo>
                      <a:pt x="126" y="80"/>
                    </a:lnTo>
                    <a:lnTo>
                      <a:pt x="124" y="73"/>
                    </a:lnTo>
                    <a:lnTo>
                      <a:pt x="120" y="66"/>
                    </a:lnTo>
                    <a:lnTo>
                      <a:pt x="116" y="61"/>
                    </a:lnTo>
                    <a:lnTo>
                      <a:pt x="116" y="61"/>
                    </a:lnTo>
                    <a:lnTo>
                      <a:pt x="109" y="55"/>
                    </a:lnTo>
                    <a:lnTo>
                      <a:pt x="104" y="51"/>
                    </a:lnTo>
                    <a:lnTo>
                      <a:pt x="96" y="50"/>
                    </a:lnTo>
                    <a:lnTo>
                      <a:pt x="88" y="49"/>
                    </a:lnTo>
                    <a:lnTo>
                      <a:pt x="88" y="49"/>
                    </a:lnTo>
                    <a:lnTo>
                      <a:pt x="88" y="39"/>
                    </a:lnTo>
                    <a:lnTo>
                      <a:pt x="88" y="39"/>
                    </a:lnTo>
                    <a:lnTo>
                      <a:pt x="88" y="39"/>
                    </a:lnTo>
                    <a:close/>
                    <a:moveTo>
                      <a:pt x="132" y="36"/>
                    </a:moveTo>
                    <a:lnTo>
                      <a:pt x="128" y="40"/>
                    </a:lnTo>
                    <a:lnTo>
                      <a:pt x="128" y="40"/>
                    </a:lnTo>
                    <a:lnTo>
                      <a:pt x="127" y="43"/>
                    </a:lnTo>
                    <a:lnTo>
                      <a:pt x="128" y="47"/>
                    </a:lnTo>
                    <a:lnTo>
                      <a:pt x="128" y="47"/>
                    </a:lnTo>
                    <a:lnTo>
                      <a:pt x="130" y="49"/>
                    </a:lnTo>
                    <a:lnTo>
                      <a:pt x="132" y="49"/>
                    </a:lnTo>
                    <a:lnTo>
                      <a:pt x="132" y="36"/>
                    </a:lnTo>
                    <a:lnTo>
                      <a:pt x="132" y="36"/>
                    </a:lnTo>
                    <a:close/>
                    <a:moveTo>
                      <a:pt x="132" y="127"/>
                    </a:moveTo>
                    <a:lnTo>
                      <a:pt x="132" y="127"/>
                    </a:lnTo>
                    <a:lnTo>
                      <a:pt x="130" y="127"/>
                    </a:lnTo>
                    <a:lnTo>
                      <a:pt x="128" y="128"/>
                    </a:lnTo>
                    <a:lnTo>
                      <a:pt x="128" y="128"/>
                    </a:lnTo>
                    <a:lnTo>
                      <a:pt x="127" y="131"/>
                    </a:lnTo>
                    <a:lnTo>
                      <a:pt x="128" y="135"/>
                    </a:lnTo>
                    <a:lnTo>
                      <a:pt x="132" y="138"/>
                    </a:lnTo>
                    <a:lnTo>
                      <a:pt x="132" y="127"/>
                    </a:lnTo>
                    <a:lnTo>
                      <a:pt x="132" y="127"/>
                    </a:lnTo>
                    <a:close/>
                    <a:moveTo>
                      <a:pt x="88" y="30"/>
                    </a:moveTo>
                    <a:lnTo>
                      <a:pt x="88" y="0"/>
                    </a:lnTo>
                    <a:lnTo>
                      <a:pt x="88" y="0"/>
                    </a:lnTo>
                    <a:lnTo>
                      <a:pt x="92" y="1"/>
                    </a:lnTo>
                    <a:lnTo>
                      <a:pt x="92" y="4"/>
                    </a:lnTo>
                    <a:lnTo>
                      <a:pt x="92" y="26"/>
                    </a:lnTo>
                    <a:lnTo>
                      <a:pt x="92" y="26"/>
                    </a:lnTo>
                    <a:lnTo>
                      <a:pt x="92" y="28"/>
                    </a:lnTo>
                    <a:lnTo>
                      <a:pt x="88" y="30"/>
                    </a:lnTo>
                    <a:lnTo>
                      <a:pt x="88" y="30"/>
                    </a:lnTo>
                    <a:close/>
                    <a:moveTo>
                      <a:pt x="88" y="191"/>
                    </a:moveTo>
                    <a:lnTo>
                      <a:pt x="85" y="191"/>
                    </a:lnTo>
                    <a:lnTo>
                      <a:pt x="85" y="191"/>
                    </a:lnTo>
                    <a:lnTo>
                      <a:pt x="80" y="191"/>
                    </a:lnTo>
                    <a:lnTo>
                      <a:pt x="76" y="189"/>
                    </a:lnTo>
                    <a:lnTo>
                      <a:pt x="71" y="187"/>
                    </a:lnTo>
                    <a:lnTo>
                      <a:pt x="67" y="184"/>
                    </a:lnTo>
                    <a:lnTo>
                      <a:pt x="65" y="180"/>
                    </a:lnTo>
                    <a:lnTo>
                      <a:pt x="62" y="176"/>
                    </a:lnTo>
                    <a:lnTo>
                      <a:pt x="61" y="172"/>
                    </a:lnTo>
                    <a:lnTo>
                      <a:pt x="61" y="166"/>
                    </a:lnTo>
                    <a:lnTo>
                      <a:pt x="61" y="128"/>
                    </a:lnTo>
                    <a:lnTo>
                      <a:pt x="61" y="128"/>
                    </a:lnTo>
                    <a:lnTo>
                      <a:pt x="55" y="124"/>
                    </a:lnTo>
                    <a:lnTo>
                      <a:pt x="51" y="119"/>
                    </a:lnTo>
                    <a:lnTo>
                      <a:pt x="47" y="114"/>
                    </a:lnTo>
                    <a:lnTo>
                      <a:pt x="44" y="108"/>
                    </a:lnTo>
                    <a:lnTo>
                      <a:pt x="44" y="67"/>
                    </a:lnTo>
                    <a:lnTo>
                      <a:pt x="44" y="67"/>
                    </a:lnTo>
                    <a:lnTo>
                      <a:pt x="47" y="61"/>
                    </a:lnTo>
                    <a:lnTo>
                      <a:pt x="51" y="55"/>
                    </a:lnTo>
                    <a:lnTo>
                      <a:pt x="57" y="51"/>
                    </a:lnTo>
                    <a:lnTo>
                      <a:pt x="62" y="47"/>
                    </a:lnTo>
                    <a:lnTo>
                      <a:pt x="67" y="43"/>
                    </a:lnTo>
                    <a:lnTo>
                      <a:pt x="74" y="40"/>
                    </a:lnTo>
                    <a:lnTo>
                      <a:pt x="81" y="39"/>
                    </a:lnTo>
                    <a:lnTo>
                      <a:pt x="88" y="39"/>
                    </a:lnTo>
                    <a:lnTo>
                      <a:pt x="88" y="49"/>
                    </a:lnTo>
                    <a:lnTo>
                      <a:pt x="88" y="49"/>
                    </a:lnTo>
                    <a:lnTo>
                      <a:pt x="81" y="50"/>
                    </a:lnTo>
                    <a:lnTo>
                      <a:pt x="73" y="51"/>
                    </a:lnTo>
                    <a:lnTo>
                      <a:pt x="66" y="55"/>
                    </a:lnTo>
                    <a:lnTo>
                      <a:pt x="61" y="61"/>
                    </a:lnTo>
                    <a:lnTo>
                      <a:pt x="61" y="61"/>
                    </a:lnTo>
                    <a:lnTo>
                      <a:pt x="57" y="66"/>
                    </a:lnTo>
                    <a:lnTo>
                      <a:pt x="53" y="73"/>
                    </a:lnTo>
                    <a:lnTo>
                      <a:pt x="50" y="80"/>
                    </a:lnTo>
                    <a:lnTo>
                      <a:pt x="50" y="88"/>
                    </a:lnTo>
                    <a:lnTo>
                      <a:pt x="50" y="88"/>
                    </a:lnTo>
                    <a:lnTo>
                      <a:pt x="51" y="97"/>
                    </a:lnTo>
                    <a:lnTo>
                      <a:pt x="55" y="107"/>
                    </a:lnTo>
                    <a:lnTo>
                      <a:pt x="61" y="115"/>
                    </a:lnTo>
                    <a:lnTo>
                      <a:pt x="69" y="120"/>
                    </a:lnTo>
                    <a:lnTo>
                      <a:pt x="69" y="120"/>
                    </a:lnTo>
                    <a:lnTo>
                      <a:pt x="69" y="120"/>
                    </a:lnTo>
                    <a:lnTo>
                      <a:pt x="70" y="123"/>
                    </a:lnTo>
                    <a:lnTo>
                      <a:pt x="70" y="126"/>
                    </a:lnTo>
                    <a:lnTo>
                      <a:pt x="70" y="147"/>
                    </a:lnTo>
                    <a:lnTo>
                      <a:pt x="88" y="147"/>
                    </a:lnTo>
                    <a:lnTo>
                      <a:pt x="88" y="191"/>
                    </a:lnTo>
                    <a:lnTo>
                      <a:pt x="88" y="191"/>
                    </a:lnTo>
                    <a:close/>
                    <a:moveTo>
                      <a:pt x="88" y="0"/>
                    </a:moveTo>
                    <a:lnTo>
                      <a:pt x="88" y="30"/>
                    </a:lnTo>
                    <a:lnTo>
                      <a:pt x="88" y="30"/>
                    </a:lnTo>
                    <a:lnTo>
                      <a:pt x="88" y="30"/>
                    </a:lnTo>
                    <a:lnTo>
                      <a:pt x="88" y="30"/>
                    </a:lnTo>
                    <a:lnTo>
                      <a:pt x="88" y="30"/>
                    </a:lnTo>
                    <a:lnTo>
                      <a:pt x="85" y="28"/>
                    </a:lnTo>
                    <a:lnTo>
                      <a:pt x="84" y="26"/>
                    </a:lnTo>
                    <a:lnTo>
                      <a:pt x="84" y="4"/>
                    </a:lnTo>
                    <a:lnTo>
                      <a:pt x="84" y="4"/>
                    </a:lnTo>
                    <a:lnTo>
                      <a:pt x="85" y="1"/>
                    </a:lnTo>
                    <a:lnTo>
                      <a:pt x="88" y="0"/>
                    </a:lnTo>
                    <a:lnTo>
                      <a:pt x="88" y="0"/>
                    </a:lnTo>
                    <a:lnTo>
                      <a:pt x="88" y="0"/>
                    </a:lnTo>
                    <a:lnTo>
                      <a:pt x="88" y="0"/>
                    </a:lnTo>
                    <a:close/>
                    <a:moveTo>
                      <a:pt x="44" y="138"/>
                    </a:moveTo>
                    <a:lnTo>
                      <a:pt x="47" y="135"/>
                    </a:lnTo>
                    <a:lnTo>
                      <a:pt x="47" y="135"/>
                    </a:lnTo>
                    <a:lnTo>
                      <a:pt x="48" y="131"/>
                    </a:lnTo>
                    <a:lnTo>
                      <a:pt x="47" y="128"/>
                    </a:lnTo>
                    <a:lnTo>
                      <a:pt x="47" y="128"/>
                    </a:lnTo>
                    <a:lnTo>
                      <a:pt x="44" y="127"/>
                    </a:lnTo>
                    <a:lnTo>
                      <a:pt x="44" y="138"/>
                    </a:lnTo>
                    <a:lnTo>
                      <a:pt x="44" y="138"/>
                    </a:lnTo>
                    <a:close/>
                    <a:moveTo>
                      <a:pt x="44" y="49"/>
                    </a:moveTo>
                    <a:lnTo>
                      <a:pt x="44" y="49"/>
                    </a:lnTo>
                    <a:lnTo>
                      <a:pt x="47" y="47"/>
                    </a:lnTo>
                    <a:lnTo>
                      <a:pt x="47" y="47"/>
                    </a:lnTo>
                    <a:lnTo>
                      <a:pt x="48" y="43"/>
                    </a:lnTo>
                    <a:lnTo>
                      <a:pt x="47" y="40"/>
                    </a:lnTo>
                    <a:lnTo>
                      <a:pt x="44" y="38"/>
                    </a:lnTo>
                    <a:lnTo>
                      <a:pt x="44" y="49"/>
                    </a:lnTo>
                    <a:close/>
                    <a:moveTo>
                      <a:pt x="44" y="108"/>
                    </a:moveTo>
                    <a:lnTo>
                      <a:pt x="44" y="108"/>
                    </a:lnTo>
                    <a:lnTo>
                      <a:pt x="40" y="99"/>
                    </a:lnTo>
                    <a:lnTo>
                      <a:pt x="39" y="88"/>
                    </a:lnTo>
                    <a:lnTo>
                      <a:pt x="39" y="88"/>
                    </a:lnTo>
                    <a:lnTo>
                      <a:pt x="40" y="77"/>
                    </a:lnTo>
                    <a:lnTo>
                      <a:pt x="44" y="67"/>
                    </a:lnTo>
                    <a:lnTo>
                      <a:pt x="44" y="108"/>
                    </a:lnTo>
                    <a:lnTo>
                      <a:pt x="44" y="108"/>
                    </a:lnTo>
                    <a:close/>
                    <a:moveTo>
                      <a:pt x="44" y="38"/>
                    </a:moveTo>
                    <a:lnTo>
                      <a:pt x="44" y="49"/>
                    </a:lnTo>
                    <a:lnTo>
                      <a:pt x="44" y="49"/>
                    </a:lnTo>
                    <a:lnTo>
                      <a:pt x="40" y="47"/>
                    </a:lnTo>
                    <a:lnTo>
                      <a:pt x="40" y="47"/>
                    </a:lnTo>
                    <a:lnTo>
                      <a:pt x="25" y="31"/>
                    </a:lnTo>
                    <a:lnTo>
                      <a:pt x="25" y="31"/>
                    </a:lnTo>
                    <a:lnTo>
                      <a:pt x="24" y="28"/>
                    </a:lnTo>
                    <a:lnTo>
                      <a:pt x="25" y="26"/>
                    </a:lnTo>
                    <a:lnTo>
                      <a:pt x="25" y="26"/>
                    </a:lnTo>
                    <a:lnTo>
                      <a:pt x="28" y="24"/>
                    </a:lnTo>
                    <a:lnTo>
                      <a:pt x="32" y="26"/>
                    </a:lnTo>
                    <a:lnTo>
                      <a:pt x="44" y="38"/>
                    </a:lnTo>
                    <a:lnTo>
                      <a:pt x="44" y="38"/>
                    </a:lnTo>
                    <a:close/>
                    <a:moveTo>
                      <a:pt x="44" y="127"/>
                    </a:moveTo>
                    <a:lnTo>
                      <a:pt x="44" y="138"/>
                    </a:lnTo>
                    <a:lnTo>
                      <a:pt x="32" y="150"/>
                    </a:lnTo>
                    <a:lnTo>
                      <a:pt x="32" y="150"/>
                    </a:lnTo>
                    <a:lnTo>
                      <a:pt x="28" y="151"/>
                    </a:lnTo>
                    <a:lnTo>
                      <a:pt x="25" y="150"/>
                    </a:lnTo>
                    <a:lnTo>
                      <a:pt x="25" y="150"/>
                    </a:lnTo>
                    <a:lnTo>
                      <a:pt x="24" y="147"/>
                    </a:lnTo>
                    <a:lnTo>
                      <a:pt x="25" y="143"/>
                    </a:lnTo>
                    <a:lnTo>
                      <a:pt x="40" y="128"/>
                    </a:lnTo>
                    <a:lnTo>
                      <a:pt x="40" y="128"/>
                    </a:lnTo>
                    <a:lnTo>
                      <a:pt x="40" y="128"/>
                    </a:lnTo>
                    <a:lnTo>
                      <a:pt x="44" y="127"/>
                    </a:lnTo>
                    <a:lnTo>
                      <a:pt x="44" y="127"/>
                    </a:lnTo>
                    <a:close/>
                    <a:moveTo>
                      <a:pt x="4" y="84"/>
                    </a:moveTo>
                    <a:lnTo>
                      <a:pt x="4" y="84"/>
                    </a:lnTo>
                    <a:lnTo>
                      <a:pt x="25" y="84"/>
                    </a:lnTo>
                    <a:lnTo>
                      <a:pt x="25" y="84"/>
                    </a:lnTo>
                    <a:lnTo>
                      <a:pt x="29" y="85"/>
                    </a:lnTo>
                    <a:lnTo>
                      <a:pt x="31" y="88"/>
                    </a:lnTo>
                    <a:lnTo>
                      <a:pt x="31" y="88"/>
                    </a:lnTo>
                    <a:lnTo>
                      <a:pt x="29" y="91"/>
                    </a:lnTo>
                    <a:lnTo>
                      <a:pt x="25" y="92"/>
                    </a:lnTo>
                    <a:lnTo>
                      <a:pt x="4" y="92"/>
                    </a:lnTo>
                    <a:lnTo>
                      <a:pt x="4" y="92"/>
                    </a:lnTo>
                    <a:lnTo>
                      <a:pt x="1" y="91"/>
                    </a:lnTo>
                    <a:lnTo>
                      <a:pt x="0" y="88"/>
                    </a:lnTo>
                    <a:lnTo>
                      <a:pt x="0" y="88"/>
                    </a:lnTo>
                    <a:lnTo>
                      <a:pt x="1" y="85"/>
                    </a:lnTo>
                    <a:lnTo>
                      <a:pt x="4" y="84"/>
                    </a:lnTo>
                    <a:lnTo>
                      <a:pt x="4" y="84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 fontScale="77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69" name="íṡľïḑê">
                <a:extLst>
                  <a:ext uri="{FF2B5EF4-FFF2-40B4-BE49-F238E27FC236}">
                    <a16:creationId xmlns:a16="http://schemas.microsoft.com/office/drawing/2014/main" id="{54A8E575-84B6-D664-BBAE-DAF50B45AB0A}"/>
                  </a:ext>
                </a:extLst>
              </p:cNvPr>
              <p:cNvSpPr/>
              <p:nvPr/>
            </p:nvSpPr>
            <p:spPr bwMode="auto">
              <a:xfrm>
                <a:off x="2340475" y="1723471"/>
                <a:ext cx="378686" cy="547947"/>
              </a:xfrm>
              <a:custGeom>
                <a:avLst/>
                <a:gdLst>
                  <a:gd name="T0" fmla="*/ 209550 w 264"/>
                  <a:gd name="T1" fmla="*/ 11113 h 382"/>
                  <a:gd name="T2" fmla="*/ 222250 w 264"/>
                  <a:gd name="T3" fmla="*/ 200025 h 382"/>
                  <a:gd name="T4" fmla="*/ 247650 w 264"/>
                  <a:gd name="T5" fmla="*/ 203200 h 382"/>
                  <a:gd name="T6" fmla="*/ 295275 w 264"/>
                  <a:gd name="T7" fmla="*/ 225425 h 382"/>
                  <a:gd name="T8" fmla="*/ 327025 w 264"/>
                  <a:gd name="T9" fmla="*/ 263525 h 382"/>
                  <a:gd name="T10" fmla="*/ 346075 w 264"/>
                  <a:gd name="T11" fmla="*/ 311150 h 382"/>
                  <a:gd name="T12" fmla="*/ 349250 w 264"/>
                  <a:gd name="T13" fmla="*/ 336550 h 382"/>
                  <a:gd name="T14" fmla="*/ 349250 w 264"/>
                  <a:gd name="T15" fmla="*/ 352425 h 382"/>
                  <a:gd name="T16" fmla="*/ 341313 w 264"/>
                  <a:gd name="T17" fmla="*/ 379413 h 382"/>
                  <a:gd name="T18" fmla="*/ 333375 w 264"/>
                  <a:gd name="T19" fmla="*/ 403225 h 382"/>
                  <a:gd name="T20" fmla="*/ 307975 w 264"/>
                  <a:gd name="T21" fmla="*/ 436563 h 382"/>
                  <a:gd name="T22" fmla="*/ 276225 w 264"/>
                  <a:gd name="T23" fmla="*/ 460375 h 382"/>
                  <a:gd name="T24" fmla="*/ 252413 w 264"/>
                  <a:gd name="T25" fmla="*/ 469900 h 382"/>
                  <a:gd name="T26" fmla="*/ 223838 w 264"/>
                  <a:gd name="T27" fmla="*/ 476250 h 382"/>
                  <a:gd name="T28" fmla="*/ 209550 w 264"/>
                  <a:gd name="T29" fmla="*/ 476250 h 382"/>
                  <a:gd name="T30" fmla="*/ 209550 w 264"/>
                  <a:gd name="T31" fmla="*/ 519113 h 382"/>
                  <a:gd name="T32" fmla="*/ 228600 w 264"/>
                  <a:gd name="T33" fmla="*/ 528638 h 382"/>
                  <a:gd name="T34" fmla="*/ 236538 w 264"/>
                  <a:gd name="T35" fmla="*/ 547688 h 382"/>
                  <a:gd name="T36" fmla="*/ 234950 w 264"/>
                  <a:gd name="T37" fmla="*/ 560388 h 382"/>
                  <a:gd name="T38" fmla="*/ 219075 w 264"/>
                  <a:gd name="T39" fmla="*/ 576263 h 382"/>
                  <a:gd name="T40" fmla="*/ 209550 w 264"/>
                  <a:gd name="T41" fmla="*/ 606425 h 382"/>
                  <a:gd name="T42" fmla="*/ 361950 w 264"/>
                  <a:gd name="T43" fmla="*/ 573088 h 382"/>
                  <a:gd name="T44" fmla="*/ 361950 w 264"/>
                  <a:gd name="T45" fmla="*/ 566738 h 382"/>
                  <a:gd name="T46" fmla="*/ 350838 w 264"/>
                  <a:gd name="T47" fmla="*/ 554038 h 382"/>
                  <a:gd name="T48" fmla="*/ 319088 w 264"/>
                  <a:gd name="T49" fmla="*/ 539750 h 382"/>
                  <a:gd name="T50" fmla="*/ 288925 w 264"/>
                  <a:gd name="T51" fmla="*/ 533400 h 382"/>
                  <a:gd name="T52" fmla="*/ 339725 w 264"/>
                  <a:gd name="T53" fmla="*/ 500063 h 382"/>
                  <a:gd name="T54" fmla="*/ 382588 w 264"/>
                  <a:gd name="T55" fmla="*/ 455613 h 382"/>
                  <a:gd name="T56" fmla="*/ 407988 w 264"/>
                  <a:gd name="T57" fmla="*/ 401638 h 382"/>
                  <a:gd name="T58" fmla="*/ 419100 w 264"/>
                  <a:gd name="T59" fmla="*/ 336550 h 382"/>
                  <a:gd name="T60" fmla="*/ 417513 w 264"/>
                  <a:gd name="T61" fmla="*/ 317500 h 382"/>
                  <a:gd name="T62" fmla="*/ 411163 w 264"/>
                  <a:gd name="T63" fmla="*/ 280988 h 382"/>
                  <a:gd name="T64" fmla="*/ 398463 w 264"/>
                  <a:gd name="T65" fmla="*/ 247650 h 382"/>
                  <a:gd name="T66" fmla="*/ 381000 w 264"/>
                  <a:gd name="T67" fmla="*/ 217488 h 382"/>
                  <a:gd name="T68" fmla="*/ 357188 w 264"/>
                  <a:gd name="T69" fmla="*/ 188913 h 382"/>
                  <a:gd name="T70" fmla="*/ 328613 w 264"/>
                  <a:gd name="T71" fmla="*/ 165100 h 382"/>
                  <a:gd name="T72" fmla="*/ 296863 w 264"/>
                  <a:gd name="T73" fmla="*/ 147638 h 382"/>
                  <a:gd name="T74" fmla="*/ 261938 w 264"/>
                  <a:gd name="T75" fmla="*/ 134938 h 382"/>
                  <a:gd name="T76" fmla="*/ 276225 w 264"/>
                  <a:gd name="T77" fmla="*/ 31750 h 382"/>
                  <a:gd name="T78" fmla="*/ 176213 w 264"/>
                  <a:gd name="T79" fmla="*/ 0 h 382"/>
                  <a:gd name="T80" fmla="*/ 187325 w 264"/>
                  <a:gd name="T81" fmla="*/ 309563 h 382"/>
                  <a:gd name="T82" fmla="*/ 209550 w 264"/>
                  <a:gd name="T83" fmla="*/ 11113 h 382"/>
                  <a:gd name="T84" fmla="*/ 209550 w 264"/>
                  <a:gd name="T85" fmla="*/ 476250 h 382"/>
                  <a:gd name="T86" fmla="*/ 187325 w 264"/>
                  <a:gd name="T87" fmla="*/ 474663 h 382"/>
                  <a:gd name="T88" fmla="*/ 146050 w 264"/>
                  <a:gd name="T89" fmla="*/ 461963 h 382"/>
                  <a:gd name="T90" fmla="*/ 188913 w 264"/>
                  <a:gd name="T91" fmla="*/ 450850 h 382"/>
                  <a:gd name="T92" fmla="*/ 92075 w 264"/>
                  <a:gd name="T93" fmla="*/ 412750 h 382"/>
                  <a:gd name="T94" fmla="*/ 0 w 264"/>
                  <a:gd name="T95" fmla="*/ 412750 h 382"/>
                  <a:gd name="T96" fmla="*/ 34925 w 264"/>
                  <a:gd name="T97" fmla="*/ 450850 h 382"/>
                  <a:gd name="T98" fmla="*/ 53975 w 264"/>
                  <a:gd name="T99" fmla="*/ 476250 h 382"/>
                  <a:gd name="T100" fmla="*/ 103188 w 264"/>
                  <a:gd name="T101" fmla="*/ 517525 h 382"/>
                  <a:gd name="T102" fmla="*/ 131763 w 264"/>
                  <a:gd name="T103" fmla="*/ 533400 h 382"/>
                  <a:gd name="T104" fmla="*/ 77788 w 264"/>
                  <a:gd name="T105" fmla="*/ 547688 h 382"/>
                  <a:gd name="T106" fmla="*/ 61913 w 264"/>
                  <a:gd name="T107" fmla="*/ 560388 h 382"/>
                  <a:gd name="T108" fmla="*/ 55563 w 264"/>
                  <a:gd name="T109" fmla="*/ 573088 h 382"/>
                  <a:gd name="T110" fmla="*/ 209550 w 264"/>
                  <a:gd name="T111" fmla="*/ 606425 h 382"/>
                  <a:gd name="T112" fmla="*/ 209550 w 264"/>
                  <a:gd name="T113" fmla="*/ 577850 h 382"/>
                  <a:gd name="T114" fmla="*/ 188913 w 264"/>
                  <a:gd name="T115" fmla="*/ 569913 h 382"/>
                  <a:gd name="T116" fmla="*/ 180975 w 264"/>
                  <a:gd name="T117" fmla="*/ 547688 h 382"/>
                  <a:gd name="T118" fmla="*/ 182563 w 264"/>
                  <a:gd name="T119" fmla="*/ 536575 h 382"/>
                  <a:gd name="T120" fmla="*/ 198438 w 264"/>
                  <a:gd name="T121" fmla="*/ 522288 h 382"/>
                  <a:gd name="T122" fmla="*/ 209550 w 264"/>
                  <a:gd name="T123" fmla="*/ 476250 h 382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0" t="0" r="r" b="b"/>
                <a:pathLst>
                  <a:path w="264" h="382">
                    <a:moveTo>
                      <a:pt x="174" y="20"/>
                    </a:moveTo>
                    <a:lnTo>
                      <a:pt x="132" y="7"/>
                    </a:lnTo>
                    <a:lnTo>
                      <a:pt x="132" y="151"/>
                    </a:lnTo>
                    <a:lnTo>
                      <a:pt x="140" y="126"/>
                    </a:lnTo>
                    <a:lnTo>
                      <a:pt x="156" y="128"/>
                    </a:lnTo>
                    <a:lnTo>
                      <a:pt x="172" y="134"/>
                    </a:lnTo>
                    <a:lnTo>
                      <a:pt x="186" y="142"/>
                    </a:lnTo>
                    <a:lnTo>
                      <a:pt x="197" y="153"/>
                    </a:lnTo>
                    <a:lnTo>
                      <a:pt x="206" y="166"/>
                    </a:lnTo>
                    <a:lnTo>
                      <a:pt x="214" y="180"/>
                    </a:lnTo>
                    <a:lnTo>
                      <a:pt x="218" y="196"/>
                    </a:lnTo>
                    <a:lnTo>
                      <a:pt x="220" y="204"/>
                    </a:lnTo>
                    <a:lnTo>
                      <a:pt x="220" y="212"/>
                    </a:lnTo>
                    <a:lnTo>
                      <a:pt x="220" y="222"/>
                    </a:lnTo>
                    <a:lnTo>
                      <a:pt x="218" y="230"/>
                    </a:lnTo>
                    <a:lnTo>
                      <a:pt x="215" y="239"/>
                    </a:lnTo>
                    <a:lnTo>
                      <a:pt x="213" y="246"/>
                    </a:lnTo>
                    <a:lnTo>
                      <a:pt x="210" y="254"/>
                    </a:lnTo>
                    <a:lnTo>
                      <a:pt x="205" y="262"/>
                    </a:lnTo>
                    <a:lnTo>
                      <a:pt x="194" y="275"/>
                    </a:lnTo>
                    <a:lnTo>
                      <a:pt x="182" y="286"/>
                    </a:lnTo>
                    <a:lnTo>
                      <a:pt x="174" y="290"/>
                    </a:lnTo>
                    <a:lnTo>
                      <a:pt x="167" y="294"/>
                    </a:lnTo>
                    <a:lnTo>
                      <a:pt x="159" y="296"/>
                    </a:lnTo>
                    <a:lnTo>
                      <a:pt x="150" y="299"/>
                    </a:lnTo>
                    <a:lnTo>
                      <a:pt x="141" y="300"/>
                    </a:lnTo>
                    <a:lnTo>
                      <a:pt x="132" y="300"/>
                    </a:lnTo>
                    <a:lnTo>
                      <a:pt x="132" y="327"/>
                    </a:lnTo>
                    <a:lnTo>
                      <a:pt x="138" y="329"/>
                    </a:lnTo>
                    <a:lnTo>
                      <a:pt x="144" y="333"/>
                    </a:lnTo>
                    <a:lnTo>
                      <a:pt x="148" y="338"/>
                    </a:lnTo>
                    <a:lnTo>
                      <a:pt x="149" y="345"/>
                    </a:lnTo>
                    <a:lnTo>
                      <a:pt x="148" y="353"/>
                    </a:lnTo>
                    <a:lnTo>
                      <a:pt x="144" y="359"/>
                    </a:lnTo>
                    <a:lnTo>
                      <a:pt x="138" y="363"/>
                    </a:lnTo>
                    <a:lnTo>
                      <a:pt x="132" y="364"/>
                    </a:lnTo>
                    <a:lnTo>
                      <a:pt x="132" y="382"/>
                    </a:lnTo>
                    <a:lnTo>
                      <a:pt x="228" y="382"/>
                    </a:lnTo>
                    <a:lnTo>
                      <a:pt x="228" y="361"/>
                    </a:lnTo>
                    <a:lnTo>
                      <a:pt x="228" y="357"/>
                    </a:lnTo>
                    <a:lnTo>
                      <a:pt x="225" y="353"/>
                    </a:lnTo>
                    <a:lnTo>
                      <a:pt x="221" y="349"/>
                    </a:lnTo>
                    <a:lnTo>
                      <a:pt x="215" y="345"/>
                    </a:lnTo>
                    <a:lnTo>
                      <a:pt x="201" y="340"/>
                    </a:lnTo>
                    <a:lnTo>
                      <a:pt x="182" y="336"/>
                    </a:lnTo>
                    <a:lnTo>
                      <a:pt x="199" y="326"/>
                    </a:lnTo>
                    <a:lnTo>
                      <a:pt x="214" y="315"/>
                    </a:lnTo>
                    <a:lnTo>
                      <a:pt x="229" y="302"/>
                    </a:lnTo>
                    <a:lnTo>
                      <a:pt x="241" y="287"/>
                    </a:lnTo>
                    <a:lnTo>
                      <a:pt x="251" y="271"/>
                    </a:lnTo>
                    <a:lnTo>
                      <a:pt x="257" y="253"/>
                    </a:lnTo>
                    <a:lnTo>
                      <a:pt x="263" y="233"/>
                    </a:lnTo>
                    <a:lnTo>
                      <a:pt x="264" y="212"/>
                    </a:lnTo>
                    <a:lnTo>
                      <a:pt x="263" y="200"/>
                    </a:lnTo>
                    <a:lnTo>
                      <a:pt x="262" y="189"/>
                    </a:lnTo>
                    <a:lnTo>
                      <a:pt x="259" y="177"/>
                    </a:lnTo>
                    <a:lnTo>
                      <a:pt x="256" y="166"/>
                    </a:lnTo>
                    <a:lnTo>
                      <a:pt x="251" y="156"/>
                    </a:lnTo>
                    <a:lnTo>
                      <a:pt x="245" y="146"/>
                    </a:lnTo>
                    <a:lnTo>
                      <a:pt x="240" y="137"/>
                    </a:lnTo>
                    <a:lnTo>
                      <a:pt x="232" y="127"/>
                    </a:lnTo>
                    <a:lnTo>
                      <a:pt x="225" y="119"/>
                    </a:lnTo>
                    <a:lnTo>
                      <a:pt x="215" y="111"/>
                    </a:lnTo>
                    <a:lnTo>
                      <a:pt x="207" y="104"/>
                    </a:lnTo>
                    <a:lnTo>
                      <a:pt x="198" y="99"/>
                    </a:lnTo>
                    <a:lnTo>
                      <a:pt x="187" y="93"/>
                    </a:lnTo>
                    <a:lnTo>
                      <a:pt x="176" y="88"/>
                    </a:lnTo>
                    <a:lnTo>
                      <a:pt x="165" y="85"/>
                    </a:lnTo>
                    <a:lnTo>
                      <a:pt x="153" y="82"/>
                    </a:lnTo>
                    <a:lnTo>
                      <a:pt x="174" y="20"/>
                    </a:lnTo>
                    <a:close/>
                    <a:moveTo>
                      <a:pt x="132" y="7"/>
                    </a:moveTo>
                    <a:lnTo>
                      <a:pt x="111" y="0"/>
                    </a:lnTo>
                    <a:lnTo>
                      <a:pt x="56" y="174"/>
                    </a:lnTo>
                    <a:lnTo>
                      <a:pt x="118" y="195"/>
                    </a:lnTo>
                    <a:lnTo>
                      <a:pt x="132" y="151"/>
                    </a:lnTo>
                    <a:lnTo>
                      <a:pt x="132" y="7"/>
                    </a:lnTo>
                    <a:close/>
                    <a:moveTo>
                      <a:pt x="132" y="300"/>
                    </a:moveTo>
                    <a:lnTo>
                      <a:pt x="132" y="300"/>
                    </a:lnTo>
                    <a:lnTo>
                      <a:pt x="118" y="299"/>
                    </a:lnTo>
                    <a:lnTo>
                      <a:pt x="104" y="296"/>
                    </a:lnTo>
                    <a:lnTo>
                      <a:pt x="92" y="291"/>
                    </a:lnTo>
                    <a:lnTo>
                      <a:pt x="80" y="284"/>
                    </a:lnTo>
                    <a:lnTo>
                      <a:pt x="119" y="284"/>
                    </a:lnTo>
                    <a:lnTo>
                      <a:pt x="119" y="260"/>
                    </a:lnTo>
                    <a:lnTo>
                      <a:pt x="58" y="260"/>
                    </a:lnTo>
                    <a:lnTo>
                      <a:pt x="10" y="260"/>
                    </a:lnTo>
                    <a:lnTo>
                      <a:pt x="0" y="260"/>
                    </a:lnTo>
                    <a:lnTo>
                      <a:pt x="0" y="284"/>
                    </a:lnTo>
                    <a:lnTo>
                      <a:pt x="22" y="284"/>
                    </a:lnTo>
                    <a:lnTo>
                      <a:pt x="34" y="300"/>
                    </a:lnTo>
                    <a:lnTo>
                      <a:pt x="48" y="314"/>
                    </a:lnTo>
                    <a:lnTo>
                      <a:pt x="65" y="326"/>
                    </a:lnTo>
                    <a:lnTo>
                      <a:pt x="83" y="336"/>
                    </a:lnTo>
                    <a:lnTo>
                      <a:pt x="64" y="340"/>
                    </a:lnTo>
                    <a:lnTo>
                      <a:pt x="49" y="345"/>
                    </a:lnTo>
                    <a:lnTo>
                      <a:pt x="44" y="349"/>
                    </a:lnTo>
                    <a:lnTo>
                      <a:pt x="39" y="353"/>
                    </a:lnTo>
                    <a:lnTo>
                      <a:pt x="37" y="357"/>
                    </a:lnTo>
                    <a:lnTo>
                      <a:pt x="35" y="361"/>
                    </a:lnTo>
                    <a:lnTo>
                      <a:pt x="35" y="382"/>
                    </a:lnTo>
                    <a:lnTo>
                      <a:pt x="132" y="382"/>
                    </a:lnTo>
                    <a:lnTo>
                      <a:pt x="132" y="364"/>
                    </a:lnTo>
                    <a:lnTo>
                      <a:pt x="125" y="363"/>
                    </a:lnTo>
                    <a:lnTo>
                      <a:pt x="119" y="359"/>
                    </a:lnTo>
                    <a:lnTo>
                      <a:pt x="115" y="353"/>
                    </a:lnTo>
                    <a:lnTo>
                      <a:pt x="114" y="345"/>
                    </a:lnTo>
                    <a:lnTo>
                      <a:pt x="115" y="338"/>
                    </a:lnTo>
                    <a:lnTo>
                      <a:pt x="119" y="333"/>
                    </a:lnTo>
                    <a:lnTo>
                      <a:pt x="125" y="329"/>
                    </a:lnTo>
                    <a:lnTo>
                      <a:pt x="132" y="327"/>
                    </a:lnTo>
                    <a:lnTo>
                      <a:pt x="132" y="300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70" name="íśļíḓè">
                <a:extLst>
                  <a:ext uri="{FF2B5EF4-FFF2-40B4-BE49-F238E27FC236}">
                    <a16:creationId xmlns:a16="http://schemas.microsoft.com/office/drawing/2014/main" id="{489544E4-B328-553C-C0C1-FF3C254EC3C2}"/>
                  </a:ext>
                </a:extLst>
              </p:cNvPr>
              <p:cNvSpPr/>
              <p:nvPr/>
            </p:nvSpPr>
            <p:spPr bwMode="auto">
              <a:xfrm>
                <a:off x="2647448" y="1646830"/>
                <a:ext cx="195081" cy="192211"/>
              </a:xfrm>
              <a:custGeom>
                <a:avLst/>
                <a:gdLst>
                  <a:gd name="T0" fmla="*/ 68 w 136"/>
                  <a:gd name="T1" fmla="*/ 0 h 134"/>
                  <a:gd name="T2" fmla="*/ 94 w 136"/>
                  <a:gd name="T3" fmla="*/ 4 h 134"/>
                  <a:gd name="T4" fmla="*/ 106 w 136"/>
                  <a:gd name="T5" fmla="*/ 11 h 134"/>
                  <a:gd name="T6" fmla="*/ 125 w 136"/>
                  <a:gd name="T7" fmla="*/ 28 h 134"/>
                  <a:gd name="T8" fmla="*/ 134 w 136"/>
                  <a:gd name="T9" fmla="*/ 53 h 134"/>
                  <a:gd name="T10" fmla="*/ 134 w 136"/>
                  <a:gd name="T11" fmla="*/ 79 h 134"/>
                  <a:gd name="T12" fmla="*/ 131 w 136"/>
                  <a:gd name="T13" fmla="*/ 92 h 134"/>
                  <a:gd name="T14" fmla="*/ 121 w 136"/>
                  <a:gd name="T15" fmla="*/ 110 h 134"/>
                  <a:gd name="T16" fmla="*/ 106 w 136"/>
                  <a:gd name="T17" fmla="*/ 123 h 134"/>
                  <a:gd name="T18" fmla="*/ 88 w 136"/>
                  <a:gd name="T19" fmla="*/ 131 h 134"/>
                  <a:gd name="T20" fmla="*/ 68 w 136"/>
                  <a:gd name="T21" fmla="*/ 134 h 134"/>
                  <a:gd name="T22" fmla="*/ 68 w 136"/>
                  <a:gd name="T23" fmla="*/ 122 h 134"/>
                  <a:gd name="T24" fmla="*/ 84 w 136"/>
                  <a:gd name="T25" fmla="*/ 119 h 134"/>
                  <a:gd name="T26" fmla="*/ 99 w 136"/>
                  <a:gd name="T27" fmla="*/ 112 h 134"/>
                  <a:gd name="T28" fmla="*/ 111 w 136"/>
                  <a:gd name="T29" fmla="*/ 102 h 134"/>
                  <a:gd name="T30" fmla="*/ 119 w 136"/>
                  <a:gd name="T31" fmla="*/ 87 h 134"/>
                  <a:gd name="T32" fmla="*/ 119 w 136"/>
                  <a:gd name="T33" fmla="*/ 87 h 134"/>
                  <a:gd name="T34" fmla="*/ 123 w 136"/>
                  <a:gd name="T35" fmla="*/ 66 h 134"/>
                  <a:gd name="T36" fmla="*/ 119 w 136"/>
                  <a:gd name="T37" fmla="*/ 45 h 134"/>
                  <a:gd name="T38" fmla="*/ 107 w 136"/>
                  <a:gd name="T39" fmla="*/ 28 h 134"/>
                  <a:gd name="T40" fmla="*/ 88 w 136"/>
                  <a:gd name="T41" fmla="*/ 16 h 134"/>
                  <a:gd name="T42" fmla="*/ 79 w 136"/>
                  <a:gd name="T43" fmla="*/ 14 h 134"/>
                  <a:gd name="T44" fmla="*/ 68 w 136"/>
                  <a:gd name="T45" fmla="*/ 0 h 134"/>
                  <a:gd name="T46" fmla="*/ 6 w 136"/>
                  <a:gd name="T47" fmla="*/ 42 h 134"/>
                  <a:gd name="T48" fmla="*/ 16 w 136"/>
                  <a:gd name="T49" fmla="*/ 24 h 134"/>
                  <a:gd name="T50" fmla="*/ 31 w 136"/>
                  <a:gd name="T51" fmla="*/ 11 h 134"/>
                  <a:gd name="T52" fmla="*/ 49 w 136"/>
                  <a:gd name="T53" fmla="*/ 3 h 134"/>
                  <a:gd name="T54" fmla="*/ 68 w 136"/>
                  <a:gd name="T55" fmla="*/ 0 h 134"/>
                  <a:gd name="T56" fmla="*/ 68 w 136"/>
                  <a:gd name="T57" fmla="*/ 12 h 134"/>
                  <a:gd name="T58" fmla="*/ 52 w 136"/>
                  <a:gd name="T59" fmla="*/ 15 h 134"/>
                  <a:gd name="T60" fmla="*/ 38 w 136"/>
                  <a:gd name="T61" fmla="*/ 22 h 134"/>
                  <a:gd name="T62" fmla="*/ 26 w 136"/>
                  <a:gd name="T63" fmla="*/ 33 h 134"/>
                  <a:gd name="T64" fmla="*/ 18 w 136"/>
                  <a:gd name="T65" fmla="*/ 46 h 134"/>
                  <a:gd name="T66" fmla="*/ 14 w 136"/>
                  <a:gd name="T67" fmla="*/ 57 h 134"/>
                  <a:gd name="T68" fmla="*/ 15 w 136"/>
                  <a:gd name="T69" fmla="*/ 79 h 134"/>
                  <a:gd name="T70" fmla="*/ 23 w 136"/>
                  <a:gd name="T71" fmla="*/ 98 h 134"/>
                  <a:gd name="T72" fmla="*/ 38 w 136"/>
                  <a:gd name="T73" fmla="*/ 112 h 134"/>
                  <a:gd name="T74" fmla="*/ 48 w 136"/>
                  <a:gd name="T75" fmla="*/ 118 h 134"/>
                  <a:gd name="T76" fmla="*/ 68 w 136"/>
                  <a:gd name="T77" fmla="*/ 122 h 134"/>
                  <a:gd name="T78" fmla="*/ 68 w 136"/>
                  <a:gd name="T79" fmla="*/ 134 h 134"/>
                  <a:gd name="T80" fmla="*/ 43 w 136"/>
                  <a:gd name="T81" fmla="*/ 130 h 134"/>
                  <a:gd name="T82" fmla="*/ 31 w 136"/>
                  <a:gd name="T83" fmla="*/ 123 h 134"/>
                  <a:gd name="T84" fmla="*/ 12 w 136"/>
                  <a:gd name="T85" fmla="*/ 104 h 134"/>
                  <a:gd name="T86" fmla="*/ 3 w 136"/>
                  <a:gd name="T87" fmla="*/ 81 h 134"/>
                  <a:gd name="T88" fmla="*/ 1 w 136"/>
                  <a:gd name="T89" fmla="*/ 56 h 134"/>
                  <a:gd name="T90" fmla="*/ 6 w 136"/>
                  <a:gd name="T91" fmla="*/ 42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36" h="134">
                    <a:moveTo>
                      <a:pt x="68" y="0"/>
                    </a:moveTo>
                    <a:lnTo>
                      <a:pt x="68" y="0"/>
                    </a:lnTo>
                    <a:lnTo>
                      <a:pt x="81" y="0"/>
                    </a:lnTo>
                    <a:lnTo>
                      <a:pt x="94" y="4"/>
                    </a:lnTo>
                    <a:lnTo>
                      <a:pt x="94" y="4"/>
                    </a:lnTo>
                    <a:lnTo>
                      <a:pt x="106" y="11"/>
                    </a:lnTo>
                    <a:lnTo>
                      <a:pt x="115" y="19"/>
                    </a:lnTo>
                    <a:lnTo>
                      <a:pt x="125" y="28"/>
                    </a:lnTo>
                    <a:lnTo>
                      <a:pt x="130" y="41"/>
                    </a:lnTo>
                    <a:lnTo>
                      <a:pt x="134" y="53"/>
                    </a:lnTo>
                    <a:lnTo>
                      <a:pt x="136" y="65"/>
                    </a:lnTo>
                    <a:lnTo>
                      <a:pt x="134" y="79"/>
                    </a:lnTo>
                    <a:lnTo>
                      <a:pt x="131" y="92"/>
                    </a:lnTo>
                    <a:lnTo>
                      <a:pt x="131" y="92"/>
                    </a:lnTo>
                    <a:lnTo>
                      <a:pt x="126" y="102"/>
                    </a:lnTo>
                    <a:lnTo>
                      <a:pt x="121" y="110"/>
                    </a:lnTo>
                    <a:lnTo>
                      <a:pt x="114" y="116"/>
                    </a:lnTo>
                    <a:lnTo>
                      <a:pt x="106" y="123"/>
                    </a:lnTo>
                    <a:lnTo>
                      <a:pt x="98" y="129"/>
                    </a:lnTo>
                    <a:lnTo>
                      <a:pt x="88" y="131"/>
                    </a:lnTo>
                    <a:lnTo>
                      <a:pt x="79" y="134"/>
                    </a:lnTo>
                    <a:lnTo>
                      <a:pt x="68" y="134"/>
                    </a:lnTo>
                    <a:lnTo>
                      <a:pt x="68" y="122"/>
                    </a:lnTo>
                    <a:lnTo>
                      <a:pt x="68" y="122"/>
                    </a:lnTo>
                    <a:lnTo>
                      <a:pt x="76" y="122"/>
                    </a:lnTo>
                    <a:lnTo>
                      <a:pt x="84" y="119"/>
                    </a:lnTo>
                    <a:lnTo>
                      <a:pt x="92" y="116"/>
                    </a:lnTo>
                    <a:lnTo>
                      <a:pt x="99" y="112"/>
                    </a:lnTo>
                    <a:lnTo>
                      <a:pt x="104" y="108"/>
                    </a:lnTo>
                    <a:lnTo>
                      <a:pt x="111" y="102"/>
                    </a:lnTo>
                    <a:lnTo>
                      <a:pt x="115" y="95"/>
                    </a:lnTo>
                    <a:lnTo>
                      <a:pt x="119" y="87"/>
                    </a:lnTo>
                    <a:lnTo>
                      <a:pt x="119" y="87"/>
                    </a:lnTo>
                    <a:lnTo>
                      <a:pt x="119" y="87"/>
                    </a:lnTo>
                    <a:lnTo>
                      <a:pt x="122" y="77"/>
                    </a:lnTo>
                    <a:lnTo>
                      <a:pt x="123" y="66"/>
                    </a:lnTo>
                    <a:lnTo>
                      <a:pt x="122" y="56"/>
                    </a:lnTo>
                    <a:lnTo>
                      <a:pt x="119" y="45"/>
                    </a:lnTo>
                    <a:lnTo>
                      <a:pt x="114" y="37"/>
                    </a:lnTo>
                    <a:lnTo>
                      <a:pt x="107" y="28"/>
                    </a:lnTo>
                    <a:lnTo>
                      <a:pt x="99" y="22"/>
                    </a:lnTo>
                    <a:lnTo>
                      <a:pt x="88" y="16"/>
                    </a:lnTo>
                    <a:lnTo>
                      <a:pt x="88" y="16"/>
                    </a:lnTo>
                    <a:lnTo>
                      <a:pt x="79" y="14"/>
                    </a:lnTo>
                    <a:lnTo>
                      <a:pt x="68" y="12"/>
                    </a:lnTo>
                    <a:lnTo>
                      <a:pt x="68" y="0"/>
                    </a:lnTo>
                    <a:close/>
                    <a:moveTo>
                      <a:pt x="6" y="42"/>
                    </a:moveTo>
                    <a:lnTo>
                      <a:pt x="6" y="42"/>
                    </a:lnTo>
                    <a:lnTo>
                      <a:pt x="10" y="33"/>
                    </a:lnTo>
                    <a:lnTo>
                      <a:pt x="16" y="24"/>
                    </a:lnTo>
                    <a:lnTo>
                      <a:pt x="23" y="16"/>
                    </a:lnTo>
                    <a:lnTo>
                      <a:pt x="31" y="11"/>
                    </a:lnTo>
                    <a:lnTo>
                      <a:pt x="39" y="5"/>
                    </a:lnTo>
                    <a:lnTo>
                      <a:pt x="49" y="3"/>
                    </a:lnTo>
                    <a:lnTo>
                      <a:pt x="58" y="0"/>
                    </a:lnTo>
                    <a:lnTo>
                      <a:pt x="68" y="0"/>
                    </a:lnTo>
                    <a:lnTo>
                      <a:pt x="68" y="12"/>
                    </a:lnTo>
                    <a:lnTo>
                      <a:pt x="68" y="12"/>
                    </a:lnTo>
                    <a:lnTo>
                      <a:pt x="60" y="12"/>
                    </a:lnTo>
                    <a:lnTo>
                      <a:pt x="52" y="15"/>
                    </a:lnTo>
                    <a:lnTo>
                      <a:pt x="45" y="18"/>
                    </a:lnTo>
                    <a:lnTo>
                      <a:pt x="38" y="22"/>
                    </a:lnTo>
                    <a:lnTo>
                      <a:pt x="31" y="26"/>
                    </a:lnTo>
                    <a:lnTo>
                      <a:pt x="26" y="33"/>
                    </a:lnTo>
                    <a:lnTo>
                      <a:pt x="20" y="39"/>
                    </a:lnTo>
                    <a:lnTo>
                      <a:pt x="18" y="46"/>
                    </a:lnTo>
                    <a:lnTo>
                      <a:pt x="18" y="46"/>
                    </a:lnTo>
                    <a:lnTo>
                      <a:pt x="14" y="57"/>
                    </a:lnTo>
                    <a:lnTo>
                      <a:pt x="14" y="68"/>
                    </a:lnTo>
                    <a:lnTo>
                      <a:pt x="15" y="79"/>
                    </a:lnTo>
                    <a:lnTo>
                      <a:pt x="18" y="88"/>
                    </a:lnTo>
                    <a:lnTo>
                      <a:pt x="23" y="98"/>
                    </a:lnTo>
                    <a:lnTo>
                      <a:pt x="30" y="106"/>
                    </a:lnTo>
                    <a:lnTo>
                      <a:pt x="38" y="112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58" y="121"/>
                    </a:lnTo>
                    <a:lnTo>
                      <a:pt x="68" y="122"/>
                    </a:lnTo>
                    <a:lnTo>
                      <a:pt x="68" y="134"/>
                    </a:lnTo>
                    <a:lnTo>
                      <a:pt x="68" y="134"/>
                    </a:lnTo>
                    <a:lnTo>
                      <a:pt x="56" y="133"/>
                    </a:lnTo>
                    <a:lnTo>
                      <a:pt x="43" y="130"/>
                    </a:lnTo>
                    <a:lnTo>
                      <a:pt x="43" y="130"/>
                    </a:lnTo>
                    <a:lnTo>
                      <a:pt x="31" y="123"/>
                    </a:lnTo>
                    <a:lnTo>
                      <a:pt x="20" y="115"/>
                    </a:lnTo>
                    <a:lnTo>
                      <a:pt x="12" y="104"/>
                    </a:lnTo>
                    <a:lnTo>
                      <a:pt x="6" y="93"/>
                    </a:lnTo>
                    <a:lnTo>
                      <a:pt x="3" y="81"/>
                    </a:lnTo>
                    <a:lnTo>
                      <a:pt x="0" y="68"/>
                    </a:lnTo>
                    <a:lnTo>
                      <a:pt x="1" y="56"/>
                    </a:lnTo>
                    <a:lnTo>
                      <a:pt x="6" y="42"/>
                    </a:lnTo>
                    <a:lnTo>
                      <a:pt x="6" y="42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71" name="ïŝ1îḍe">
                <a:extLst>
                  <a:ext uri="{FF2B5EF4-FFF2-40B4-BE49-F238E27FC236}">
                    <a16:creationId xmlns:a16="http://schemas.microsoft.com/office/drawing/2014/main" id="{92C11F59-9C77-D517-204E-88C2047A25D9}"/>
                  </a:ext>
                </a:extLst>
              </p:cNvPr>
              <p:cNvSpPr/>
              <p:nvPr/>
            </p:nvSpPr>
            <p:spPr bwMode="auto">
              <a:xfrm>
                <a:off x="2821013" y="1763018"/>
                <a:ext cx="96107" cy="58811"/>
              </a:xfrm>
              <a:custGeom>
                <a:avLst/>
                <a:gdLst>
                  <a:gd name="T0" fmla="*/ 61 w 67"/>
                  <a:gd name="T1" fmla="*/ 41 h 41"/>
                  <a:gd name="T2" fmla="*/ 67 w 67"/>
                  <a:gd name="T3" fmla="*/ 25 h 41"/>
                  <a:gd name="T4" fmla="*/ 6 w 67"/>
                  <a:gd name="T5" fmla="*/ 0 h 41"/>
                  <a:gd name="T6" fmla="*/ 0 w 67"/>
                  <a:gd name="T7" fmla="*/ 17 h 41"/>
                  <a:gd name="T8" fmla="*/ 61 w 67"/>
                  <a:gd name="T9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7" h="41">
                    <a:moveTo>
                      <a:pt x="61" y="41"/>
                    </a:moveTo>
                    <a:lnTo>
                      <a:pt x="67" y="25"/>
                    </a:lnTo>
                    <a:lnTo>
                      <a:pt x="6" y="0"/>
                    </a:lnTo>
                    <a:lnTo>
                      <a:pt x="0" y="17"/>
                    </a:lnTo>
                    <a:lnTo>
                      <a:pt x="61" y="41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72" name="iṣ1iḑè">
                <a:extLst>
                  <a:ext uri="{FF2B5EF4-FFF2-40B4-BE49-F238E27FC236}">
                    <a16:creationId xmlns:a16="http://schemas.microsoft.com/office/drawing/2014/main" id="{1957015E-2E75-A478-9469-361BE232E0A1}"/>
                  </a:ext>
                </a:extLst>
              </p:cNvPr>
              <p:cNvSpPr/>
              <p:nvPr/>
            </p:nvSpPr>
            <p:spPr bwMode="auto">
              <a:xfrm>
                <a:off x="2851136" y="1773058"/>
                <a:ext cx="124795" cy="73156"/>
              </a:xfrm>
              <a:custGeom>
                <a:avLst/>
                <a:gdLst>
                  <a:gd name="T0" fmla="*/ 67 w 87"/>
                  <a:gd name="T1" fmla="*/ 51 h 51"/>
                  <a:gd name="T2" fmla="*/ 67 w 87"/>
                  <a:gd name="T3" fmla="*/ 51 h 51"/>
                  <a:gd name="T4" fmla="*/ 73 w 87"/>
                  <a:gd name="T5" fmla="*/ 51 h 51"/>
                  <a:gd name="T6" fmla="*/ 79 w 87"/>
                  <a:gd name="T7" fmla="*/ 51 h 51"/>
                  <a:gd name="T8" fmla="*/ 83 w 87"/>
                  <a:gd name="T9" fmla="*/ 47 h 51"/>
                  <a:gd name="T10" fmla="*/ 86 w 87"/>
                  <a:gd name="T11" fmla="*/ 43 h 51"/>
                  <a:gd name="T12" fmla="*/ 86 w 87"/>
                  <a:gd name="T13" fmla="*/ 43 h 51"/>
                  <a:gd name="T14" fmla="*/ 87 w 87"/>
                  <a:gd name="T15" fmla="*/ 37 h 51"/>
                  <a:gd name="T16" fmla="*/ 86 w 87"/>
                  <a:gd name="T17" fmla="*/ 31 h 51"/>
                  <a:gd name="T18" fmla="*/ 83 w 87"/>
                  <a:gd name="T19" fmla="*/ 27 h 51"/>
                  <a:gd name="T20" fmla="*/ 78 w 87"/>
                  <a:gd name="T21" fmla="*/ 24 h 51"/>
                  <a:gd name="T22" fmla="*/ 21 w 87"/>
                  <a:gd name="T23" fmla="*/ 1 h 51"/>
                  <a:gd name="T24" fmla="*/ 21 w 87"/>
                  <a:gd name="T25" fmla="*/ 1 h 51"/>
                  <a:gd name="T26" fmla="*/ 15 w 87"/>
                  <a:gd name="T27" fmla="*/ 0 h 51"/>
                  <a:gd name="T28" fmla="*/ 10 w 87"/>
                  <a:gd name="T29" fmla="*/ 1 h 51"/>
                  <a:gd name="T30" fmla="*/ 4 w 87"/>
                  <a:gd name="T31" fmla="*/ 4 h 51"/>
                  <a:gd name="T32" fmla="*/ 2 w 87"/>
                  <a:gd name="T33" fmla="*/ 10 h 51"/>
                  <a:gd name="T34" fmla="*/ 2 w 87"/>
                  <a:gd name="T35" fmla="*/ 10 h 51"/>
                  <a:gd name="T36" fmla="*/ 0 w 87"/>
                  <a:gd name="T37" fmla="*/ 15 h 51"/>
                  <a:gd name="T38" fmla="*/ 2 w 87"/>
                  <a:gd name="T39" fmla="*/ 20 h 51"/>
                  <a:gd name="T40" fmla="*/ 4 w 87"/>
                  <a:gd name="T41" fmla="*/ 24 h 51"/>
                  <a:gd name="T42" fmla="*/ 10 w 87"/>
                  <a:gd name="T43" fmla="*/ 28 h 51"/>
                  <a:gd name="T44" fmla="*/ 67 w 87"/>
                  <a:gd name="T45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7" h="51">
                    <a:moveTo>
                      <a:pt x="67" y="51"/>
                    </a:moveTo>
                    <a:lnTo>
                      <a:pt x="67" y="51"/>
                    </a:lnTo>
                    <a:lnTo>
                      <a:pt x="73" y="51"/>
                    </a:lnTo>
                    <a:lnTo>
                      <a:pt x="79" y="51"/>
                    </a:lnTo>
                    <a:lnTo>
                      <a:pt x="83" y="47"/>
                    </a:lnTo>
                    <a:lnTo>
                      <a:pt x="86" y="43"/>
                    </a:lnTo>
                    <a:lnTo>
                      <a:pt x="86" y="43"/>
                    </a:lnTo>
                    <a:lnTo>
                      <a:pt x="87" y="37"/>
                    </a:lnTo>
                    <a:lnTo>
                      <a:pt x="86" y="31"/>
                    </a:lnTo>
                    <a:lnTo>
                      <a:pt x="83" y="27"/>
                    </a:lnTo>
                    <a:lnTo>
                      <a:pt x="78" y="24"/>
                    </a:lnTo>
                    <a:lnTo>
                      <a:pt x="21" y="1"/>
                    </a:lnTo>
                    <a:lnTo>
                      <a:pt x="21" y="1"/>
                    </a:lnTo>
                    <a:lnTo>
                      <a:pt x="15" y="0"/>
                    </a:lnTo>
                    <a:lnTo>
                      <a:pt x="10" y="1"/>
                    </a:lnTo>
                    <a:lnTo>
                      <a:pt x="4" y="4"/>
                    </a:lnTo>
                    <a:lnTo>
                      <a:pt x="2" y="10"/>
                    </a:lnTo>
                    <a:lnTo>
                      <a:pt x="2" y="10"/>
                    </a:lnTo>
                    <a:lnTo>
                      <a:pt x="0" y="15"/>
                    </a:lnTo>
                    <a:lnTo>
                      <a:pt x="2" y="20"/>
                    </a:lnTo>
                    <a:lnTo>
                      <a:pt x="4" y="24"/>
                    </a:lnTo>
                    <a:lnTo>
                      <a:pt x="10" y="28"/>
                    </a:lnTo>
                    <a:lnTo>
                      <a:pt x="67" y="51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73" name="í$lïḍe">
                <a:extLst>
                  <a:ext uri="{FF2B5EF4-FFF2-40B4-BE49-F238E27FC236}">
                    <a16:creationId xmlns:a16="http://schemas.microsoft.com/office/drawing/2014/main" id="{68738C88-8366-029A-CEFE-1D5ADF7DE972}"/>
                  </a:ext>
                </a:extLst>
              </p:cNvPr>
              <p:cNvSpPr/>
              <p:nvPr/>
            </p:nvSpPr>
            <p:spPr bwMode="auto">
              <a:xfrm>
                <a:off x="2658915" y="2806455"/>
                <a:ext cx="394464" cy="140573"/>
              </a:xfrm>
              <a:custGeom>
                <a:avLst/>
                <a:gdLst>
                  <a:gd name="T0" fmla="*/ 379413 w 275"/>
                  <a:gd name="T1" fmla="*/ 63500 h 98"/>
                  <a:gd name="T2" fmla="*/ 409575 w 275"/>
                  <a:gd name="T3" fmla="*/ 103188 h 98"/>
                  <a:gd name="T4" fmla="*/ 379413 w 275"/>
                  <a:gd name="T5" fmla="*/ 139700 h 98"/>
                  <a:gd name="T6" fmla="*/ 436563 w 275"/>
                  <a:gd name="T7" fmla="*/ 123825 h 98"/>
                  <a:gd name="T8" fmla="*/ 379413 w 275"/>
                  <a:gd name="T9" fmla="*/ 63500 h 98"/>
                  <a:gd name="T10" fmla="*/ 187325 w 275"/>
                  <a:gd name="T11" fmla="*/ 23813 h 98"/>
                  <a:gd name="T12" fmla="*/ 176213 w 275"/>
                  <a:gd name="T13" fmla="*/ 17463 h 98"/>
                  <a:gd name="T14" fmla="*/ 133350 w 275"/>
                  <a:gd name="T15" fmla="*/ 12700 h 98"/>
                  <a:gd name="T16" fmla="*/ 169863 w 275"/>
                  <a:gd name="T17" fmla="*/ 22225 h 98"/>
                  <a:gd name="T18" fmla="*/ 179388 w 275"/>
                  <a:gd name="T19" fmla="*/ 26988 h 98"/>
                  <a:gd name="T20" fmla="*/ 179388 w 275"/>
                  <a:gd name="T21" fmla="*/ 34925 h 98"/>
                  <a:gd name="T22" fmla="*/ 174625 w 275"/>
                  <a:gd name="T23" fmla="*/ 57150 h 98"/>
                  <a:gd name="T24" fmla="*/ 173038 w 275"/>
                  <a:gd name="T25" fmla="*/ 52388 h 98"/>
                  <a:gd name="T26" fmla="*/ 133350 w 275"/>
                  <a:gd name="T27" fmla="*/ 41275 h 98"/>
                  <a:gd name="T28" fmla="*/ 157163 w 275"/>
                  <a:gd name="T29" fmla="*/ 120650 h 98"/>
                  <a:gd name="T30" fmla="*/ 163513 w 275"/>
                  <a:gd name="T31" fmla="*/ 120650 h 98"/>
                  <a:gd name="T32" fmla="*/ 361950 w 275"/>
                  <a:gd name="T33" fmla="*/ 155575 h 98"/>
                  <a:gd name="T34" fmla="*/ 379413 w 275"/>
                  <a:gd name="T35" fmla="*/ 139700 h 98"/>
                  <a:gd name="T36" fmla="*/ 361950 w 275"/>
                  <a:gd name="T37" fmla="*/ 149225 h 98"/>
                  <a:gd name="T38" fmla="*/ 357188 w 275"/>
                  <a:gd name="T39" fmla="*/ 146050 h 98"/>
                  <a:gd name="T40" fmla="*/ 349250 w 275"/>
                  <a:gd name="T41" fmla="*/ 142875 h 98"/>
                  <a:gd name="T42" fmla="*/ 346075 w 275"/>
                  <a:gd name="T43" fmla="*/ 131763 h 98"/>
                  <a:gd name="T44" fmla="*/ 349250 w 275"/>
                  <a:gd name="T45" fmla="*/ 127000 h 98"/>
                  <a:gd name="T46" fmla="*/ 355600 w 275"/>
                  <a:gd name="T47" fmla="*/ 120650 h 98"/>
                  <a:gd name="T48" fmla="*/ 358775 w 275"/>
                  <a:gd name="T49" fmla="*/ 120650 h 98"/>
                  <a:gd name="T50" fmla="*/ 352425 w 275"/>
                  <a:gd name="T51" fmla="*/ 114300 h 98"/>
                  <a:gd name="T52" fmla="*/ 350838 w 275"/>
                  <a:gd name="T53" fmla="*/ 106363 h 98"/>
                  <a:gd name="T54" fmla="*/ 352425 w 275"/>
                  <a:gd name="T55" fmla="*/ 101600 h 98"/>
                  <a:gd name="T56" fmla="*/ 358775 w 275"/>
                  <a:gd name="T57" fmla="*/ 95250 h 98"/>
                  <a:gd name="T58" fmla="*/ 365125 w 275"/>
                  <a:gd name="T59" fmla="*/ 95250 h 98"/>
                  <a:gd name="T60" fmla="*/ 357188 w 275"/>
                  <a:gd name="T61" fmla="*/ 88900 h 98"/>
                  <a:gd name="T62" fmla="*/ 357188 w 275"/>
                  <a:gd name="T63" fmla="*/ 77788 h 98"/>
                  <a:gd name="T64" fmla="*/ 358775 w 275"/>
                  <a:gd name="T65" fmla="*/ 73025 h 98"/>
                  <a:gd name="T66" fmla="*/ 368300 w 275"/>
                  <a:gd name="T67" fmla="*/ 66675 h 98"/>
                  <a:gd name="T68" fmla="*/ 376238 w 275"/>
                  <a:gd name="T69" fmla="*/ 69850 h 98"/>
                  <a:gd name="T70" fmla="*/ 379413 w 275"/>
                  <a:gd name="T71" fmla="*/ 63500 h 98"/>
                  <a:gd name="T72" fmla="*/ 100013 w 275"/>
                  <a:gd name="T73" fmla="*/ 0 h 98"/>
                  <a:gd name="T74" fmla="*/ 95250 w 275"/>
                  <a:gd name="T75" fmla="*/ 0 h 98"/>
                  <a:gd name="T76" fmla="*/ 85725 w 275"/>
                  <a:gd name="T77" fmla="*/ 4763 h 98"/>
                  <a:gd name="T78" fmla="*/ 52388 w 275"/>
                  <a:gd name="T79" fmla="*/ 3175 h 98"/>
                  <a:gd name="T80" fmla="*/ 42863 w 275"/>
                  <a:gd name="T81" fmla="*/ 0 h 98"/>
                  <a:gd name="T82" fmla="*/ 28575 w 275"/>
                  <a:gd name="T83" fmla="*/ 4763 h 98"/>
                  <a:gd name="T84" fmla="*/ 12700 w 275"/>
                  <a:gd name="T85" fmla="*/ 12700 h 98"/>
                  <a:gd name="T86" fmla="*/ 4763 w 275"/>
                  <a:gd name="T87" fmla="*/ 28575 h 98"/>
                  <a:gd name="T88" fmla="*/ 3175 w 275"/>
                  <a:gd name="T89" fmla="*/ 34925 h 98"/>
                  <a:gd name="T90" fmla="*/ 3175 w 275"/>
                  <a:gd name="T91" fmla="*/ 52388 h 98"/>
                  <a:gd name="T92" fmla="*/ 9525 w 275"/>
                  <a:gd name="T93" fmla="*/ 69850 h 98"/>
                  <a:gd name="T94" fmla="*/ 19050 w 275"/>
                  <a:gd name="T95" fmla="*/ 79375 h 98"/>
                  <a:gd name="T96" fmla="*/ 36513 w 275"/>
                  <a:gd name="T97" fmla="*/ 85725 h 98"/>
                  <a:gd name="T98" fmla="*/ 79375 w 275"/>
                  <a:gd name="T99" fmla="*/ 36513 h 98"/>
                  <a:gd name="T100" fmla="*/ 66675 w 275"/>
                  <a:gd name="T101" fmla="*/ 93663 h 98"/>
                  <a:gd name="T102" fmla="*/ 71438 w 275"/>
                  <a:gd name="T103" fmla="*/ 101600 h 98"/>
                  <a:gd name="T104" fmla="*/ 77788 w 275"/>
                  <a:gd name="T105" fmla="*/ 106363 h 98"/>
                  <a:gd name="T106" fmla="*/ 133350 w 275"/>
                  <a:gd name="T107" fmla="*/ 41275 h 98"/>
                  <a:gd name="T108" fmla="*/ 96838 w 275"/>
                  <a:gd name="T109" fmla="*/ 34925 h 98"/>
                  <a:gd name="T110" fmla="*/ 85725 w 275"/>
                  <a:gd name="T111" fmla="*/ 39688 h 98"/>
                  <a:gd name="T112" fmla="*/ 90488 w 275"/>
                  <a:gd name="T113" fmla="*/ 17463 h 98"/>
                  <a:gd name="T114" fmla="*/ 95250 w 275"/>
                  <a:gd name="T115" fmla="*/ 11113 h 98"/>
                  <a:gd name="T116" fmla="*/ 103188 w 275"/>
                  <a:gd name="T117" fmla="*/ 9525 h 98"/>
                  <a:gd name="T118" fmla="*/ 133350 w 275"/>
                  <a:gd name="T119" fmla="*/ 6350 h 98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275" h="98">
                    <a:moveTo>
                      <a:pt x="240" y="40"/>
                    </a:moveTo>
                    <a:lnTo>
                      <a:pt x="239" y="40"/>
                    </a:lnTo>
                    <a:lnTo>
                      <a:pt x="239" y="44"/>
                    </a:lnTo>
                    <a:lnTo>
                      <a:pt x="258" y="65"/>
                    </a:lnTo>
                    <a:lnTo>
                      <a:pt x="255" y="82"/>
                    </a:lnTo>
                    <a:lnTo>
                      <a:pt x="239" y="88"/>
                    </a:lnTo>
                    <a:lnTo>
                      <a:pt x="239" y="94"/>
                    </a:lnTo>
                    <a:lnTo>
                      <a:pt x="275" y="78"/>
                    </a:lnTo>
                    <a:lnTo>
                      <a:pt x="240" y="40"/>
                    </a:lnTo>
                    <a:close/>
                    <a:moveTo>
                      <a:pt x="239" y="40"/>
                    </a:moveTo>
                    <a:lnTo>
                      <a:pt x="118" y="15"/>
                    </a:lnTo>
                    <a:lnTo>
                      <a:pt x="115" y="13"/>
                    </a:lnTo>
                    <a:lnTo>
                      <a:pt x="111" y="11"/>
                    </a:lnTo>
                    <a:lnTo>
                      <a:pt x="84" y="4"/>
                    </a:lnTo>
                    <a:lnTo>
                      <a:pt x="84" y="8"/>
                    </a:lnTo>
                    <a:lnTo>
                      <a:pt x="107" y="14"/>
                    </a:lnTo>
                    <a:lnTo>
                      <a:pt x="110" y="15"/>
                    </a:lnTo>
                    <a:lnTo>
                      <a:pt x="113" y="17"/>
                    </a:lnTo>
                    <a:lnTo>
                      <a:pt x="113" y="19"/>
                    </a:lnTo>
                    <a:lnTo>
                      <a:pt x="113" y="22"/>
                    </a:lnTo>
                    <a:lnTo>
                      <a:pt x="110" y="36"/>
                    </a:lnTo>
                    <a:lnTo>
                      <a:pt x="109" y="33"/>
                    </a:lnTo>
                    <a:lnTo>
                      <a:pt x="105" y="30"/>
                    </a:lnTo>
                    <a:lnTo>
                      <a:pt x="84" y="26"/>
                    </a:lnTo>
                    <a:lnTo>
                      <a:pt x="84" y="73"/>
                    </a:lnTo>
                    <a:lnTo>
                      <a:pt x="99" y="76"/>
                    </a:lnTo>
                    <a:lnTo>
                      <a:pt x="103" y="76"/>
                    </a:lnTo>
                    <a:lnTo>
                      <a:pt x="106" y="73"/>
                    </a:lnTo>
                    <a:lnTo>
                      <a:pt x="228" y="98"/>
                    </a:lnTo>
                    <a:lnTo>
                      <a:pt x="239" y="94"/>
                    </a:lnTo>
                    <a:lnTo>
                      <a:pt x="239" y="88"/>
                    </a:lnTo>
                    <a:lnTo>
                      <a:pt x="228" y="94"/>
                    </a:lnTo>
                    <a:lnTo>
                      <a:pt x="225" y="92"/>
                    </a:lnTo>
                    <a:lnTo>
                      <a:pt x="222" y="91"/>
                    </a:lnTo>
                    <a:lnTo>
                      <a:pt x="220" y="90"/>
                    </a:lnTo>
                    <a:lnTo>
                      <a:pt x="218" y="86"/>
                    </a:lnTo>
                    <a:lnTo>
                      <a:pt x="218" y="83"/>
                    </a:lnTo>
                    <a:lnTo>
                      <a:pt x="220" y="80"/>
                    </a:lnTo>
                    <a:lnTo>
                      <a:pt x="221" y="78"/>
                    </a:lnTo>
                    <a:lnTo>
                      <a:pt x="224" y="76"/>
                    </a:lnTo>
                    <a:lnTo>
                      <a:pt x="226" y="76"/>
                    </a:lnTo>
                    <a:lnTo>
                      <a:pt x="224" y="75"/>
                    </a:lnTo>
                    <a:lnTo>
                      <a:pt x="222" y="72"/>
                    </a:lnTo>
                    <a:lnTo>
                      <a:pt x="221" y="69"/>
                    </a:lnTo>
                    <a:lnTo>
                      <a:pt x="221" y="67"/>
                    </a:lnTo>
                    <a:lnTo>
                      <a:pt x="222" y="64"/>
                    </a:lnTo>
                    <a:lnTo>
                      <a:pt x="225" y="61"/>
                    </a:lnTo>
                    <a:lnTo>
                      <a:pt x="226" y="60"/>
                    </a:lnTo>
                    <a:lnTo>
                      <a:pt x="230" y="60"/>
                    </a:lnTo>
                    <a:lnTo>
                      <a:pt x="228" y="57"/>
                    </a:lnTo>
                    <a:lnTo>
                      <a:pt x="225" y="56"/>
                    </a:lnTo>
                    <a:lnTo>
                      <a:pt x="225" y="53"/>
                    </a:lnTo>
                    <a:lnTo>
                      <a:pt x="225" y="49"/>
                    </a:lnTo>
                    <a:lnTo>
                      <a:pt x="226" y="46"/>
                    </a:lnTo>
                    <a:lnTo>
                      <a:pt x="229" y="44"/>
                    </a:lnTo>
                    <a:lnTo>
                      <a:pt x="232" y="42"/>
                    </a:lnTo>
                    <a:lnTo>
                      <a:pt x="235" y="42"/>
                    </a:lnTo>
                    <a:lnTo>
                      <a:pt x="237" y="44"/>
                    </a:lnTo>
                    <a:lnTo>
                      <a:pt x="239" y="44"/>
                    </a:lnTo>
                    <a:lnTo>
                      <a:pt x="239" y="40"/>
                    </a:lnTo>
                    <a:close/>
                    <a:moveTo>
                      <a:pt x="84" y="4"/>
                    </a:moveTo>
                    <a:lnTo>
                      <a:pt x="63" y="0"/>
                    </a:lnTo>
                    <a:lnTo>
                      <a:pt x="60" y="0"/>
                    </a:lnTo>
                    <a:lnTo>
                      <a:pt x="57" y="2"/>
                    </a:lnTo>
                    <a:lnTo>
                      <a:pt x="54" y="3"/>
                    </a:lnTo>
                    <a:lnTo>
                      <a:pt x="53" y="6"/>
                    </a:lnTo>
                    <a:lnTo>
                      <a:pt x="33" y="2"/>
                    </a:lnTo>
                    <a:lnTo>
                      <a:pt x="27" y="0"/>
                    </a:lnTo>
                    <a:lnTo>
                      <a:pt x="22" y="2"/>
                    </a:lnTo>
                    <a:lnTo>
                      <a:pt x="18" y="3"/>
                    </a:lnTo>
                    <a:lnTo>
                      <a:pt x="12" y="6"/>
                    </a:lnTo>
                    <a:lnTo>
                      <a:pt x="8" y="8"/>
                    </a:lnTo>
                    <a:lnTo>
                      <a:pt x="6" y="13"/>
                    </a:lnTo>
                    <a:lnTo>
                      <a:pt x="3" y="18"/>
                    </a:lnTo>
                    <a:lnTo>
                      <a:pt x="2" y="22"/>
                    </a:lnTo>
                    <a:lnTo>
                      <a:pt x="0" y="29"/>
                    </a:lnTo>
                    <a:lnTo>
                      <a:pt x="2" y="33"/>
                    </a:lnTo>
                    <a:lnTo>
                      <a:pt x="3" y="38"/>
                    </a:lnTo>
                    <a:lnTo>
                      <a:pt x="6" y="44"/>
                    </a:lnTo>
                    <a:lnTo>
                      <a:pt x="8" y="48"/>
                    </a:lnTo>
                    <a:lnTo>
                      <a:pt x="12" y="50"/>
                    </a:lnTo>
                    <a:lnTo>
                      <a:pt x="18" y="53"/>
                    </a:lnTo>
                    <a:lnTo>
                      <a:pt x="23" y="54"/>
                    </a:lnTo>
                    <a:lnTo>
                      <a:pt x="35" y="57"/>
                    </a:lnTo>
                    <a:lnTo>
                      <a:pt x="50" y="23"/>
                    </a:lnTo>
                    <a:lnTo>
                      <a:pt x="42" y="59"/>
                    </a:lnTo>
                    <a:lnTo>
                      <a:pt x="44" y="61"/>
                    </a:lnTo>
                    <a:lnTo>
                      <a:pt x="45" y="64"/>
                    </a:lnTo>
                    <a:lnTo>
                      <a:pt x="46" y="65"/>
                    </a:lnTo>
                    <a:lnTo>
                      <a:pt x="49" y="67"/>
                    </a:lnTo>
                    <a:lnTo>
                      <a:pt x="84" y="73"/>
                    </a:lnTo>
                    <a:lnTo>
                      <a:pt x="84" y="26"/>
                    </a:lnTo>
                    <a:lnTo>
                      <a:pt x="61" y="22"/>
                    </a:lnTo>
                    <a:lnTo>
                      <a:pt x="57" y="22"/>
                    </a:lnTo>
                    <a:lnTo>
                      <a:pt x="54" y="25"/>
                    </a:lnTo>
                    <a:lnTo>
                      <a:pt x="57" y="11"/>
                    </a:lnTo>
                    <a:lnTo>
                      <a:pt x="58" y="8"/>
                    </a:lnTo>
                    <a:lnTo>
                      <a:pt x="60" y="7"/>
                    </a:lnTo>
                    <a:lnTo>
                      <a:pt x="63" y="6"/>
                    </a:lnTo>
                    <a:lnTo>
                      <a:pt x="65" y="6"/>
                    </a:lnTo>
                    <a:lnTo>
                      <a:pt x="84" y="8"/>
                    </a:lnTo>
                    <a:lnTo>
                      <a:pt x="84" y="4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74" name="îsľïdê">
                <a:extLst>
                  <a:ext uri="{FF2B5EF4-FFF2-40B4-BE49-F238E27FC236}">
                    <a16:creationId xmlns:a16="http://schemas.microsoft.com/office/drawing/2014/main" id="{63A9C96F-4FCD-3CA5-61FB-68799B3326A3}"/>
                  </a:ext>
                </a:extLst>
              </p:cNvPr>
              <p:cNvSpPr/>
              <p:nvPr/>
            </p:nvSpPr>
            <p:spPr bwMode="auto">
              <a:xfrm>
                <a:off x="1187203" y="3170180"/>
                <a:ext cx="213729" cy="272540"/>
              </a:xfrm>
              <a:custGeom>
                <a:avLst/>
                <a:gdLst>
                  <a:gd name="T0" fmla="*/ 0 w 149"/>
                  <a:gd name="T1" fmla="*/ 33 h 190"/>
                  <a:gd name="T2" fmla="*/ 7 w 149"/>
                  <a:gd name="T3" fmla="*/ 28 h 190"/>
                  <a:gd name="T4" fmla="*/ 96 w 149"/>
                  <a:gd name="T5" fmla="*/ 171 h 190"/>
                  <a:gd name="T6" fmla="*/ 96 w 149"/>
                  <a:gd name="T7" fmla="*/ 171 h 190"/>
                  <a:gd name="T8" fmla="*/ 99 w 149"/>
                  <a:gd name="T9" fmla="*/ 176 h 190"/>
                  <a:gd name="T10" fmla="*/ 101 w 149"/>
                  <a:gd name="T11" fmla="*/ 178 h 190"/>
                  <a:gd name="T12" fmla="*/ 105 w 149"/>
                  <a:gd name="T13" fmla="*/ 180 h 190"/>
                  <a:gd name="T14" fmla="*/ 109 w 149"/>
                  <a:gd name="T15" fmla="*/ 181 h 190"/>
                  <a:gd name="T16" fmla="*/ 114 w 149"/>
                  <a:gd name="T17" fmla="*/ 181 h 190"/>
                  <a:gd name="T18" fmla="*/ 119 w 149"/>
                  <a:gd name="T19" fmla="*/ 181 h 190"/>
                  <a:gd name="T20" fmla="*/ 123 w 149"/>
                  <a:gd name="T21" fmla="*/ 180 h 190"/>
                  <a:gd name="T22" fmla="*/ 127 w 149"/>
                  <a:gd name="T23" fmla="*/ 177 h 190"/>
                  <a:gd name="T24" fmla="*/ 127 w 149"/>
                  <a:gd name="T25" fmla="*/ 177 h 190"/>
                  <a:gd name="T26" fmla="*/ 131 w 149"/>
                  <a:gd name="T27" fmla="*/ 174 h 190"/>
                  <a:gd name="T28" fmla="*/ 135 w 149"/>
                  <a:gd name="T29" fmla="*/ 171 h 190"/>
                  <a:gd name="T30" fmla="*/ 137 w 149"/>
                  <a:gd name="T31" fmla="*/ 167 h 190"/>
                  <a:gd name="T32" fmla="*/ 138 w 149"/>
                  <a:gd name="T33" fmla="*/ 163 h 190"/>
                  <a:gd name="T34" fmla="*/ 139 w 149"/>
                  <a:gd name="T35" fmla="*/ 159 h 190"/>
                  <a:gd name="T36" fmla="*/ 139 w 149"/>
                  <a:gd name="T37" fmla="*/ 155 h 190"/>
                  <a:gd name="T38" fmla="*/ 138 w 149"/>
                  <a:gd name="T39" fmla="*/ 150 h 190"/>
                  <a:gd name="T40" fmla="*/ 137 w 149"/>
                  <a:gd name="T41" fmla="*/ 146 h 190"/>
                  <a:gd name="T42" fmla="*/ 49 w 149"/>
                  <a:gd name="T43" fmla="*/ 4 h 190"/>
                  <a:gd name="T44" fmla="*/ 54 w 149"/>
                  <a:gd name="T45" fmla="*/ 0 h 190"/>
                  <a:gd name="T46" fmla="*/ 145 w 149"/>
                  <a:gd name="T47" fmla="*/ 144 h 190"/>
                  <a:gd name="T48" fmla="*/ 145 w 149"/>
                  <a:gd name="T49" fmla="*/ 144 h 190"/>
                  <a:gd name="T50" fmla="*/ 147 w 149"/>
                  <a:gd name="T51" fmla="*/ 150 h 190"/>
                  <a:gd name="T52" fmla="*/ 149 w 149"/>
                  <a:gd name="T53" fmla="*/ 155 h 190"/>
                  <a:gd name="T54" fmla="*/ 149 w 149"/>
                  <a:gd name="T55" fmla="*/ 161 h 190"/>
                  <a:gd name="T56" fmla="*/ 147 w 149"/>
                  <a:gd name="T57" fmla="*/ 166 h 190"/>
                  <a:gd name="T58" fmla="*/ 145 w 149"/>
                  <a:gd name="T59" fmla="*/ 171 h 190"/>
                  <a:gd name="T60" fmla="*/ 142 w 149"/>
                  <a:gd name="T61" fmla="*/ 177 h 190"/>
                  <a:gd name="T62" fmla="*/ 138 w 149"/>
                  <a:gd name="T63" fmla="*/ 181 h 190"/>
                  <a:gd name="T64" fmla="*/ 133 w 149"/>
                  <a:gd name="T65" fmla="*/ 185 h 190"/>
                  <a:gd name="T66" fmla="*/ 133 w 149"/>
                  <a:gd name="T67" fmla="*/ 185 h 190"/>
                  <a:gd name="T68" fmla="*/ 127 w 149"/>
                  <a:gd name="T69" fmla="*/ 188 h 190"/>
                  <a:gd name="T70" fmla="*/ 120 w 149"/>
                  <a:gd name="T71" fmla="*/ 190 h 190"/>
                  <a:gd name="T72" fmla="*/ 115 w 149"/>
                  <a:gd name="T73" fmla="*/ 190 h 190"/>
                  <a:gd name="T74" fmla="*/ 108 w 149"/>
                  <a:gd name="T75" fmla="*/ 190 h 190"/>
                  <a:gd name="T76" fmla="*/ 103 w 149"/>
                  <a:gd name="T77" fmla="*/ 189 h 190"/>
                  <a:gd name="T78" fmla="*/ 97 w 149"/>
                  <a:gd name="T79" fmla="*/ 186 h 190"/>
                  <a:gd name="T80" fmla="*/ 93 w 149"/>
                  <a:gd name="T81" fmla="*/ 182 h 190"/>
                  <a:gd name="T82" fmla="*/ 91 w 149"/>
                  <a:gd name="T83" fmla="*/ 178 h 190"/>
                  <a:gd name="T84" fmla="*/ 0 w 149"/>
                  <a:gd name="T85" fmla="*/ 33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49" h="190">
                    <a:moveTo>
                      <a:pt x="0" y="33"/>
                    </a:moveTo>
                    <a:lnTo>
                      <a:pt x="7" y="28"/>
                    </a:lnTo>
                    <a:lnTo>
                      <a:pt x="96" y="171"/>
                    </a:lnTo>
                    <a:lnTo>
                      <a:pt x="96" y="171"/>
                    </a:lnTo>
                    <a:lnTo>
                      <a:pt x="99" y="176"/>
                    </a:lnTo>
                    <a:lnTo>
                      <a:pt x="101" y="178"/>
                    </a:lnTo>
                    <a:lnTo>
                      <a:pt x="105" y="180"/>
                    </a:lnTo>
                    <a:lnTo>
                      <a:pt x="109" y="181"/>
                    </a:lnTo>
                    <a:lnTo>
                      <a:pt x="114" y="181"/>
                    </a:lnTo>
                    <a:lnTo>
                      <a:pt x="119" y="181"/>
                    </a:lnTo>
                    <a:lnTo>
                      <a:pt x="123" y="180"/>
                    </a:lnTo>
                    <a:lnTo>
                      <a:pt x="127" y="177"/>
                    </a:lnTo>
                    <a:lnTo>
                      <a:pt x="127" y="177"/>
                    </a:lnTo>
                    <a:lnTo>
                      <a:pt x="131" y="174"/>
                    </a:lnTo>
                    <a:lnTo>
                      <a:pt x="135" y="171"/>
                    </a:lnTo>
                    <a:lnTo>
                      <a:pt x="137" y="167"/>
                    </a:lnTo>
                    <a:lnTo>
                      <a:pt x="138" y="163"/>
                    </a:lnTo>
                    <a:lnTo>
                      <a:pt x="139" y="159"/>
                    </a:lnTo>
                    <a:lnTo>
                      <a:pt x="139" y="155"/>
                    </a:lnTo>
                    <a:lnTo>
                      <a:pt x="138" y="150"/>
                    </a:lnTo>
                    <a:lnTo>
                      <a:pt x="137" y="146"/>
                    </a:lnTo>
                    <a:lnTo>
                      <a:pt x="49" y="4"/>
                    </a:lnTo>
                    <a:lnTo>
                      <a:pt x="54" y="0"/>
                    </a:lnTo>
                    <a:lnTo>
                      <a:pt x="145" y="144"/>
                    </a:lnTo>
                    <a:lnTo>
                      <a:pt x="145" y="144"/>
                    </a:lnTo>
                    <a:lnTo>
                      <a:pt x="147" y="150"/>
                    </a:lnTo>
                    <a:lnTo>
                      <a:pt x="149" y="155"/>
                    </a:lnTo>
                    <a:lnTo>
                      <a:pt x="149" y="161"/>
                    </a:lnTo>
                    <a:lnTo>
                      <a:pt x="147" y="166"/>
                    </a:lnTo>
                    <a:lnTo>
                      <a:pt x="145" y="171"/>
                    </a:lnTo>
                    <a:lnTo>
                      <a:pt x="142" y="177"/>
                    </a:lnTo>
                    <a:lnTo>
                      <a:pt x="138" y="181"/>
                    </a:lnTo>
                    <a:lnTo>
                      <a:pt x="133" y="185"/>
                    </a:lnTo>
                    <a:lnTo>
                      <a:pt x="133" y="185"/>
                    </a:lnTo>
                    <a:lnTo>
                      <a:pt x="127" y="188"/>
                    </a:lnTo>
                    <a:lnTo>
                      <a:pt x="120" y="190"/>
                    </a:lnTo>
                    <a:lnTo>
                      <a:pt x="115" y="190"/>
                    </a:lnTo>
                    <a:lnTo>
                      <a:pt x="108" y="190"/>
                    </a:lnTo>
                    <a:lnTo>
                      <a:pt x="103" y="189"/>
                    </a:lnTo>
                    <a:lnTo>
                      <a:pt x="97" y="186"/>
                    </a:lnTo>
                    <a:lnTo>
                      <a:pt x="93" y="182"/>
                    </a:lnTo>
                    <a:lnTo>
                      <a:pt x="91" y="178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77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75" name="íṣļïḑê">
                <a:extLst>
                  <a:ext uri="{FF2B5EF4-FFF2-40B4-BE49-F238E27FC236}">
                    <a16:creationId xmlns:a16="http://schemas.microsoft.com/office/drawing/2014/main" id="{02683FC4-3D0B-031F-470E-30D9CD58DEF9}"/>
                  </a:ext>
                </a:extLst>
              </p:cNvPr>
              <p:cNvSpPr/>
              <p:nvPr/>
            </p:nvSpPr>
            <p:spPr bwMode="auto">
              <a:xfrm>
                <a:off x="1177162" y="3160140"/>
                <a:ext cx="103278" cy="71721"/>
              </a:xfrm>
              <a:custGeom>
                <a:avLst/>
                <a:gdLst>
                  <a:gd name="T0" fmla="*/ 0 w 72"/>
                  <a:gd name="T1" fmla="*/ 47 h 50"/>
                  <a:gd name="T2" fmla="*/ 0 w 72"/>
                  <a:gd name="T3" fmla="*/ 47 h 50"/>
                  <a:gd name="T4" fmla="*/ 1 w 72"/>
                  <a:gd name="T5" fmla="*/ 49 h 50"/>
                  <a:gd name="T6" fmla="*/ 4 w 72"/>
                  <a:gd name="T7" fmla="*/ 50 h 50"/>
                  <a:gd name="T8" fmla="*/ 5 w 72"/>
                  <a:gd name="T9" fmla="*/ 50 h 50"/>
                  <a:gd name="T10" fmla="*/ 8 w 72"/>
                  <a:gd name="T11" fmla="*/ 49 h 50"/>
                  <a:gd name="T12" fmla="*/ 69 w 72"/>
                  <a:gd name="T13" fmla="*/ 11 h 50"/>
                  <a:gd name="T14" fmla="*/ 69 w 72"/>
                  <a:gd name="T15" fmla="*/ 11 h 50"/>
                  <a:gd name="T16" fmla="*/ 70 w 72"/>
                  <a:gd name="T17" fmla="*/ 9 h 50"/>
                  <a:gd name="T18" fmla="*/ 72 w 72"/>
                  <a:gd name="T19" fmla="*/ 8 h 50"/>
                  <a:gd name="T20" fmla="*/ 72 w 72"/>
                  <a:gd name="T21" fmla="*/ 5 h 50"/>
                  <a:gd name="T22" fmla="*/ 70 w 72"/>
                  <a:gd name="T23" fmla="*/ 2 h 50"/>
                  <a:gd name="T24" fmla="*/ 70 w 72"/>
                  <a:gd name="T25" fmla="*/ 2 h 50"/>
                  <a:gd name="T26" fmla="*/ 69 w 72"/>
                  <a:gd name="T27" fmla="*/ 1 h 50"/>
                  <a:gd name="T28" fmla="*/ 68 w 72"/>
                  <a:gd name="T29" fmla="*/ 0 h 50"/>
                  <a:gd name="T30" fmla="*/ 65 w 72"/>
                  <a:gd name="T31" fmla="*/ 0 h 50"/>
                  <a:gd name="T32" fmla="*/ 64 w 72"/>
                  <a:gd name="T33" fmla="*/ 1 h 50"/>
                  <a:gd name="T34" fmla="*/ 1 w 72"/>
                  <a:gd name="T35" fmla="*/ 39 h 50"/>
                  <a:gd name="T36" fmla="*/ 1 w 72"/>
                  <a:gd name="T37" fmla="*/ 39 h 50"/>
                  <a:gd name="T38" fmla="*/ 0 w 72"/>
                  <a:gd name="T39" fmla="*/ 40 h 50"/>
                  <a:gd name="T40" fmla="*/ 0 w 72"/>
                  <a:gd name="T41" fmla="*/ 43 h 50"/>
                  <a:gd name="T42" fmla="*/ 0 w 72"/>
                  <a:gd name="T43" fmla="*/ 44 h 50"/>
                  <a:gd name="T44" fmla="*/ 0 w 72"/>
                  <a:gd name="T45" fmla="*/ 47 h 50"/>
                  <a:gd name="T46" fmla="*/ 0 w 72"/>
                  <a:gd name="T47" fmla="*/ 47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72" h="50">
                    <a:moveTo>
                      <a:pt x="0" y="47"/>
                    </a:moveTo>
                    <a:lnTo>
                      <a:pt x="0" y="47"/>
                    </a:lnTo>
                    <a:lnTo>
                      <a:pt x="1" y="49"/>
                    </a:lnTo>
                    <a:lnTo>
                      <a:pt x="4" y="50"/>
                    </a:lnTo>
                    <a:lnTo>
                      <a:pt x="5" y="50"/>
                    </a:lnTo>
                    <a:lnTo>
                      <a:pt x="8" y="49"/>
                    </a:lnTo>
                    <a:lnTo>
                      <a:pt x="69" y="11"/>
                    </a:lnTo>
                    <a:lnTo>
                      <a:pt x="69" y="11"/>
                    </a:lnTo>
                    <a:lnTo>
                      <a:pt x="70" y="9"/>
                    </a:lnTo>
                    <a:lnTo>
                      <a:pt x="72" y="8"/>
                    </a:lnTo>
                    <a:lnTo>
                      <a:pt x="72" y="5"/>
                    </a:lnTo>
                    <a:lnTo>
                      <a:pt x="70" y="2"/>
                    </a:lnTo>
                    <a:lnTo>
                      <a:pt x="70" y="2"/>
                    </a:lnTo>
                    <a:lnTo>
                      <a:pt x="69" y="1"/>
                    </a:lnTo>
                    <a:lnTo>
                      <a:pt x="68" y="0"/>
                    </a:lnTo>
                    <a:lnTo>
                      <a:pt x="65" y="0"/>
                    </a:lnTo>
                    <a:lnTo>
                      <a:pt x="64" y="1"/>
                    </a:lnTo>
                    <a:lnTo>
                      <a:pt x="1" y="39"/>
                    </a:lnTo>
                    <a:lnTo>
                      <a:pt x="1" y="39"/>
                    </a:lnTo>
                    <a:lnTo>
                      <a:pt x="0" y="40"/>
                    </a:lnTo>
                    <a:lnTo>
                      <a:pt x="0" y="43"/>
                    </a:lnTo>
                    <a:lnTo>
                      <a:pt x="0" y="44"/>
                    </a:lnTo>
                    <a:lnTo>
                      <a:pt x="0" y="47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76" name="îşḻïdè">
                <a:extLst>
                  <a:ext uri="{FF2B5EF4-FFF2-40B4-BE49-F238E27FC236}">
                    <a16:creationId xmlns:a16="http://schemas.microsoft.com/office/drawing/2014/main" id="{EDCF198A-3D4A-858A-A69A-D3C7A484A955}"/>
                  </a:ext>
                </a:extLst>
              </p:cNvPr>
              <p:cNvSpPr/>
              <p:nvPr/>
            </p:nvSpPr>
            <p:spPr bwMode="auto">
              <a:xfrm>
                <a:off x="1217326" y="3217517"/>
                <a:ext cx="146311" cy="197950"/>
              </a:xfrm>
              <a:custGeom>
                <a:avLst/>
                <a:gdLst>
                  <a:gd name="T0" fmla="*/ 0 w 102"/>
                  <a:gd name="T1" fmla="*/ 6 h 138"/>
                  <a:gd name="T2" fmla="*/ 9 w 102"/>
                  <a:gd name="T3" fmla="*/ 0 h 138"/>
                  <a:gd name="T4" fmla="*/ 88 w 102"/>
                  <a:gd name="T5" fmla="*/ 128 h 138"/>
                  <a:gd name="T6" fmla="*/ 88 w 102"/>
                  <a:gd name="T7" fmla="*/ 128 h 138"/>
                  <a:gd name="T8" fmla="*/ 91 w 102"/>
                  <a:gd name="T9" fmla="*/ 132 h 138"/>
                  <a:gd name="T10" fmla="*/ 94 w 102"/>
                  <a:gd name="T11" fmla="*/ 133 h 138"/>
                  <a:gd name="T12" fmla="*/ 98 w 102"/>
                  <a:gd name="T13" fmla="*/ 134 h 138"/>
                  <a:gd name="T14" fmla="*/ 102 w 102"/>
                  <a:gd name="T15" fmla="*/ 136 h 138"/>
                  <a:gd name="T16" fmla="*/ 102 w 102"/>
                  <a:gd name="T17" fmla="*/ 136 h 138"/>
                  <a:gd name="T18" fmla="*/ 101 w 102"/>
                  <a:gd name="T19" fmla="*/ 136 h 138"/>
                  <a:gd name="T20" fmla="*/ 101 w 102"/>
                  <a:gd name="T21" fmla="*/ 136 h 138"/>
                  <a:gd name="T22" fmla="*/ 95 w 102"/>
                  <a:gd name="T23" fmla="*/ 138 h 138"/>
                  <a:gd name="T24" fmla="*/ 88 w 102"/>
                  <a:gd name="T25" fmla="*/ 138 h 138"/>
                  <a:gd name="T26" fmla="*/ 83 w 102"/>
                  <a:gd name="T27" fmla="*/ 136 h 138"/>
                  <a:gd name="T28" fmla="*/ 79 w 102"/>
                  <a:gd name="T29" fmla="*/ 132 h 138"/>
                  <a:gd name="T30" fmla="*/ 0 w 102"/>
                  <a:gd name="T31" fmla="*/ 6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2" h="138">
                    <a:moveTo>
                      <a:pt x="0" y="6"/>
                    </a:moveTo>
                    <a:lnTo>
                      <a:pt x="9" y="0"/>
                    </a:lnTo>
                    <a:lnTo>
                      <a:pt x="88" y="128"/>
                    </a:lnTo>
                    <a:lnTo>
                      <a:pt x="88" y="128"/>
                    </a:lnTo>
                    <a:lnTo>
                      <a:pt x="91" y="132"/>
                    </a:lnTo>
                    <a:lnTo>
                      <a:pt x="94" y="133"/>
                    </a:lnTo>
                    <a:lnTo>
                      <a:pt x="98" y="134"/>
                    </a:lnTo>
                    <a:lnTo>
                      <a:pt x="102" y="136"/>
                    </a:lnTo>
                    <a:lnTo>
                      <a:pt x="102" y="136"/>
                    </a:lnTo>
                    <a:lnTo>
                      <a:pt x="101" y="136"/>
                    </a:lnTo>
                    <a:lnTo>
                      <a:pt x="101" y="136"/>
                    </a:lnTo>
                    <a:lnTo>
                      <a:pt x="95" y="138"/>
                    </a:lnTo>
                    <a:lnTo>
                      <a:pt x="88" y="138"/>
                    </a:lnTo>
                    <a:lnTo>
                      <a:pt x="83" y="136"/>
                    </a:lnTo>
                    <a:lnTo>
                      <a:pt x="79" y="132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77" name="iṡḷíḋé">
                <a:extLst>
                  <a:ext uri="{FF2B5EF4-FFF2-40B4-BE49-F238E27FC236}">
                    <a16:creationId xmlns:a16="http://schemas.microsoft.com/office/drawing/2014/main" id="{46BB637F-57CC-CCD1-E3C4-ABF9A388D6A0}"/>
                  </a:ext>
                </a:extLst>
              </p:cNvPr>
              <p:cNvSpPr/>
              <p:nvPr/>
            </p:nvSpPr>
            <p:spPr bwMode="auto">
              <a:xfrm>
                <a:off x="1518554" y="2069164"/>
                <a:ext cx="180736" cy="139139"/>
              </a:xfrm>
              <a:custGeom>
                <a:avLst/>
                <a:gdLst>
                  <a:gd name="T0" fmla="*/ 124 w 126"/>
                  <a:gd name="T1" fmla="*/ 38 h 97"/>
                  <a:gd name="T2" fmla="*/ 105 w 126"/>
                  <a:gd name="T3" fmla="*/ 15 h 97"/>
                  <a:gd name="T4" fmla="*/ 99 w 126"/>
                  <a:gd name="T5" fmla="*/ 34 h 97"/>
                  <a:gd name="T6" fmla="*/ 111 w 126"/>
                  <a:gd name="T7" fmla="*/ 39 h 97"/>
                  <a:gd name="T8" fmla="*/ 113 w 126"/>
                  <a:gd name="T9" fmla="*/ 55 h 97"/>
                  <a:gd name="T10" fmla="*/ 99 w 126"/>
                  <a:gd name="T11" fmla="*/ 63 h 97"/>
                  <a:gd name="T12" fmla="*/ 113 w 126"/>
                  <a:gd name="T13" fmla="*/ 72 h 97"/>
                  <a:gd name="T14" fmla="*/ 125 w 126"/>
                  <a:gd name="T15" fmla="*/ 58 h 97"/>
                  <a:gd name="T16" fmla="*/ 99 w 126"/>
                  <a:gd name="T17" fmla="*/ 12 h 97"/>
                  <a:gd name="T18" fmla="*/ 40 w 126"/>
                  <a:gd name="T19" fmla="*/ 1 h 97"/>
                  <a:gd name="T20" fmla="*/ 42 w 126"/>
                  <a:gd name="T21" fmla="*/ 5 h 97"/>
                  <a:gd name="T22" fmla="*/ 46 w 126"/>
                  <a:gd name="T23" fmla="*/ 13 h 97"/>
                  <a:gd name="T24" fmla="*/ 40 w 126"/>
                  <a:gd name="T25" fmla="*/ 20 h 97"/>
                  <a:gd name="T26" fmla="*/ 40 w 126"/>
                  <a:gd name="T27" fmla="*/ 84 h 97"/>
                  <a:gd name="T28" fmla="*/ 59 w 126"/>
                  <a:gd name="T29" fmla="*/ 82 h 97"/>
                  <a:gd name="T30" fmla="*/ 79 w 126"/>
                  <a:gd name="T31" fmla="*/ 76 h 97"/>
                  <a:gd name="T32" fmla="*/ 99 w 126"/>
                  <a:gd name="T33" fmla="*/ 63 h 97"/>
                  <a:gd name="T34" fmla="*/ 92 w 126"/>
                  <a:gd name="T35" fmla="*/ 62 h 97"/>
                  <a:gd name="T36" fmla="*/ 86 w 126"/>
                  <a:gd name="T37" fmla="*/ 42 h 97"/>
                  <a:gd name="T38" fmla="*/ 95 w 126"/>
                  <a:gd name="T39" fmla="*/ 35 h 97"/>
                  <a:gd name="T40" fmla="*/ 40 w 126"/>
                  <a:gd name="T41" fmla="*/ 1 h 97"/>
                  <a:gd name="T42" fmla="*/ 33 w 126"/>
                  <a:gd name="T43" fmla="*/ 9 h 97"/>
                  <a:gd name="T44" fmla="*/ 40 w 126"/>
                  <a:gd name="T45" fmla="*/ 1 h 97"/>
                  <a:gd name="T46" fmla="*/ 40 w 126"/>
                  <a:gd name="T47" fmla="*/ 96 h 97"/>
                  <a:gd name="T48" fmla="*/ 38 w 126"/>
                  <a:gd name="T49" fmla="*/ 85 h 97"/>
                  <a:gd name="T50" fmla="*/ 33 w 126"/>
                  <a:gd name="T51" fmla="*/ 97 h 97"/>
                  <a:gd name="T52" fmla="*/ 37 w 126"/>
                  <a:gd name="T53" fmla="*/ 72 h 97"/>
                  <a:gd name="T54" fmla="*/ 33 w 126"/>
                  <a:gd name="T55" fmla="*/ 32 h 97"/>
                  <a:gd name="T56" fmla="*/ 33 w 126"/>
                  <a:gd name="T57" fmla="*/ 15 h 97"/>
                  <a:gd name="T58" fmla="*/ 36 w 126"/>
                  <a:gd name="T59" fmla="*/ 19 h 97"/>
                  <a:gd name="T60" fmla="*/ 33 w 126"/>
                  <a:gd name="T61" fmla="*/ 3 h 97"/>
                  <a:gd name="T62" fmla="*/ 27 w 126"/>
                  <a:gd name="T63" fmla="*/ 20 h 97"/>
                  <a:gd name="T64" fmla="*/ 33 w 126"/>
                  <a:gd name="T65" fmla="*/ 15 h 97"/>
                  <a:gd name="T66" fmla="*/ 33 w 126"/>
                  <a:gd name="T67" fmla="*/ 3 h 97"/>
                  <a:gd name="T68" fmla="*/ 27 w 126"/>
                  <a:gd name="T69" fmla="*/ 97 h 97"/>
                  <a:gd name="T70" fmla="*/ 27 w 126"/>
                  <a:gd name="T71" fmla="*/ 92 h 97"/>
                  <a:gd name="T72" fmla="*/ 33 w 126"/>
                  <a:gd name="T73" fmla="*/ 32 h 97"/>
                  <a:gd name="T74" fmla="*/ 23 w 126"/>
                  <a:gd name="T75" fmla="*/ 69 h 97"/>
                  <a:gd name="T76" fmla="*/ 27 w 126"/>
                  <a:gd name="T77" fmla="*/ 59 h 97"/>
                  <a:gd name="T78" fmla="*/ 26 w 126"/>
                  <a:gd name="T79" fmla="*/ 47 h 97"/>
                  <a:gd name="T80" fmla="*/ 23 w 126"/>
                  <a:gd name="T81" fmla="*/ 39 h 97"/>
                  <a:gd name="T82" fmla="*/ 33 w 126"/>
                  <a:gd name="T83" fmla="*/ 32 h 97"/>
                  <a:gd name="T84" fmla="*/ 17 w 126"/>
                  <a:gd name="T85" fmla="*/ 11 h 97"/>
                  <a:gd name="T86" fmla="*/ 2 w 126"/>
                  <a:gd name="T87" fmla="*/ 40 h 97"/>
                  <a:gd name="T88" fmla="*/ 8 w 126"/>
                  <a:gd name="T89" fmla="*/ 88 h 97"/>
                  <a:gd name="T90" fmla="*/ 23 w 126"/>
                  <a:gd name="T91" fmla="*/ 97 h 97"/>
                  <a:gd name="T92" fmla="*/ 22 w 126"/>
                  <a:gd name="T93" fmla="*/ 91 h 97"/>
                  <a:gd name="T94" fmla="*/ 17 w 126"/>
                  <a:gd name="T95" fmla="*/ 74 h 97"/>
                  <a:gd name="T96" fmla="*/ 23 w 126"/>
                  <a:gd name="T97" fmla="*/ 65 h 97"/>
                  <a:gd name="T98" fmla="*/ 13 w 126"/>
                  <a:gd name="T99" fmla="*/ 65 h 97"/>
                  <a:gd name="T100" fmla="*/ 7 w 126"/>
                  <a:gd name="T101" fmla="*/ 54 h 97"/>
                  <a:gd name="T102" fmla="*/ 14 w 126"/>
                  <a:gd name="T103" fmla="*/ 43 h 97"/>
                  <a:gd name="T104" fmla="*/ 23 w 126"/>
                  <a:gd name="T105" fmla="*/ 39 h 97"/>
                  <a:gd name="T106" fmla="*/ 14 w 126"/>
                  <a:gd name="T107" fmla="*/ 32 h 97"/>
                  <a:gd name="T108" fmla="*/ 14 w 126"/>
                  <a:gd name="T109" fmla="*/ 24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26" h="97">
                    <a:moveTo>
                      <a:pt x="126" y="53"/>
                    </a:moveTo>
                    <a:lnTo>
                      <a:pt x="126" y="53"/>
                    </a:lnTo>
                    <a:lnTo>
                      <a:pt x="126" y="45"/>
                    </a:lnTo>
                    <a:lnTo>
                      <a:pt x="124" y="38"/>
                    </a:lnTo>
                    <a:lnTo>
                      <a:pt x="121" y="31"/>
                    </a:lnTo>
                    <a:lnTo>
                      <a:pt x="117" y="24"/>
                    </a:lnTo>
                    <a:lnTo>
                      <a:pt x="109" y="17"/>
                    </a:lnTo>
                    <a:lnTo>
                      <a:pt x="105" y="15"/>
                    </a:lnTo>
                    <a:lnTo>
                      <a:pt x="105" y="15"/>
                    </a:lnTo>
                    <a:lnTo>
                      <a:pt x="99" y="12"/>
                    </a:lnTo>
                    <a:lnTo>
                      <a:pt x="99" y="34"/>
                    </a:lnTo>
                    <a:lnTo>
                      <a:pt x="99" y="34"/>
                    </a:lnTo>
                    <a:lnTo>
                      <a:pt x="103" y="35"/>
                    </a:lnTo>
                    <a:lnTo>
                      <a:pt x="106" y="36"/>
                    </a:lnTo>
                    <a:lnTo>
                      <a:pt x="106" y="36"/>
                    </a:lnTo>
                    <a:lnTo>
                      <a:pt x="111" y="39"/>
                    </a:lnTo>
                    <a:lnTo>
                      <a:pt x="114" y="45"/>
                    </a:lnTo>
                    <a:lnTo>
                      <a:pt x="114" y="50"/>
                    </a:lnTo>
                    <a:lnTo>
                      <a:pt x="113" y="55"/>
                    </a:lnTo>
                    <a:lnTo>
                      <a:pt x="113" y="55"/>
                    </a:lnTo>
                    <a:lnTo>
                      <a:pt x="110" y="59"/>
                    </a:lnTo>
                    <a:lnTo>
                      <a:pt x="107" y="62"/>
                    </a:lnTo>
                    <a:lnTo>
                      <a:pt x="103" y="63"/>
                    </a:lnTo>
                    <a:lnTo>
                      <a:pt x="99" y="63"/>
                    </a:lnTo>
                    <a:lnTo>
                      <a:pt x="99" y="76"/>
                    </a:lnTo>
                    <a:lnTo>
                      <a:pt x="99" y="76"/>
                    </a:lnTo>
                    <a:lnTo>
                      <a:pt x="109" y="74"/>
                    </a:lnTo>
                    <a:lnTo>
                      <a:pt x="113" y="72"/>
                    </a:lnTo>
                    <a:lnTo>
                      <a:pt x="117" y="70"/>
                    </a:lnTo>
                    <a:lnTo>
                      <a:pt x="121" y="68"/>
                    </a:lnTo>
                    <a:lnTo>
                      <a:pt x="122" y="63"/>
                    </a:lnTo>
                    <a:lnTo>
                      <a:pt x="125" y="58"/>
                    </a:lnTo>
                    <a:lnTo>
                      <a:pt x="126" y="53"/>
                    </a:lnTo>
                    <a:lnTo>
                      <a:pt x="126" y="53"/>
                    </a:lnTo>
                    <a:close/>
                    <a:moveTo>
                      <a:pt x="99" y="12"/>
                    </a:moveTo>
                    <a:lnTo>
                      <a:pt x="99" y="12"/>
                    </a:lnTo>
                    <a:lnTo>
                      <a:pt x="82" y="5"/>
                    </a:lnTo>
                    <a:lnTo>
                      <a:pt x="65" y="1"/>
                    </a:lnTo>
                    <a:lnTo>
                      <a:pt x="52" y="0"/>
                    </a:lnTo>
                    <a:lnTo>
                      <a:pt x="40" y="1"/>
                    </a:lnTo>
                    <a:lnTo>
                      <a:pt x="40" y="5"/>
                    </a:lnTo>
                    <a:lnTo>
                      <a:pt x="40" y="5"/>
                    </a:lnTo>
                    <a:lnTo>
                      <a:pt x="42" y="5"/>
                    </a:lnTo>
                    <a:lnTo>
                      <a:pt x="42" y="5"/>
                    </a:lnTo>
                    <a:lnTo>
                      <a:pt x="42" y="5"/>
                    </a:lnTo>
                    <a:lnTo>
                      <a:pt x="45" y="8"/>
                    </a:lnTo>
                    <a:lnTo>
                      <a:pt x="46" y="11"/>
                    </a:lnTo>
                    <a:lnTo>
                      <a:pt x="46" y="13"/>
                    </a:lnTo>
                    <a:lnTo>
                      <a:pt x="46" y="16"/>
                    </a:lnTo>
                    <a:lnTo>
                      <a:pt x="46" y="16"/>
                    </a:lnTo>
                    <a:lnTo>
                      <a:pt x="44" y="19"/>
                    </a:lnTo>
                    <a:lnTo>
                      <a:pt x="40" y="20"/>
                    </a:lnTo>
                    <a:lnTo>
                      <a:pt x="40" y="76"/>
                    </a:lnTo>
                    <a:lnTo>
                      <a:pt x="40" y="76"/>
                    </a:lnTo>
                    <a:lnTo>
                      <a:pt x="40" y="80"/>
                    </a:lnTo>
                    <a:lnTo>
                      <a:pt x="40" y="84"/>
                    </a:lnTo>
                    <a:lnTo>
                      <a:pt x="40" y="96"/>
                    </a:lnTo>
                    <a:lnTo>
                      <a:pt x="40" y="96"/>
                    </a:lnTo>
                    <a:lnTo>
                      <a:pt x="49" y="91"/>
                    </a:lnTo>
                    <a:lnTo>
                      <a:pt x="59" y="82"/>
                    </a:lnTo>
                    <a:lnTo>
                      <a:pt x="69" y="77"/>
                    </a:lnTo>
                    <a:lnTo>
                      <a:pt x="73" y="76"/>
                    </a:lnTo>
                    <a:lnTo>
                      <a:pt x="79" y="76"/>
                    </a:lnTo>
                    <a:lnTo>
                      <a:pt x="79" y="76"/>
                    </a:lnTo>
                    <a:lnTo>
                      <a:pt x="90" y="76"/>
                    </a:lnTo>
                    <a:lnTo>
                      <a:pt x="99" y="76"/>
                    </a:lnTo>
                    <a:lnTo>
                      <a:pt x="99" y="63"/>
                    </a:lnTo>
                    <a:lnTo>
                      <a:pt x="99" y="63"/>
                    </a:lnTo>
                    <a:lnTo>
                      <a:pt x="97" y="63"/>
                    </a:lnTo>
                    <a:lnTo>
                      <a:pt x="92" y="62"/>
                    </a:lnTo>
                    <a:lnTo>
                      <a:pt x="92" y="62"/>
                    </a:lnTo>
                    <a:lnTo>
                      <a:pt x="92" y="62"/>
                    </a:lnTo>
                    <a:lnTo>
                      <a:pt x="88" y="59"/>
                    </a:lnTo>
                    <a:lnTo>
                      <a:pt x="86" y="54"/>
                    </a:lnTo>
                    <a:lnTo>
                      <a:pt x="84" y="49"/>
                    </a:lnTo>
                    <a:lnTo>
                      <a:pt x="86" y="42"/>
                    </a:lnTo>
                    <a:lnTo>
                      <a:pt x="86" y="42"/>
                    </a:lnTo>
                    <a:lnTo>
                      <a:pt x="88" y="39"/>
                    </a:lnTo>
                    <a:lnTo>
                      <a:pt x="91" y="36"/>
                    </a:lnTo>
                    <a:lnTo>
                      <a:pt x="95" y="35"/>
                    </a:lnTo>
                    <a:lnTo>
                      <a:pt x="99" y="34"/>
                    </a:lnTo>
                    <a:lnTo>
                      <a:pt x="99" y="12"/>
                    </a:lnTo>
                    <a:close/>
                    <a:moveTo>
                      <a:pt x="40" y="1"/>
                    </a:moveTo>
                    <a:lnTo>
                      <a:pt x="40" y="1"/>
                    </a:lnTo>
                    <a:lnTo>
                      <a:pt x="33" y="3"/>
                    </a:lnTo>
                    <a:lnTo>
                      <a:pt x="33" y="11"/>
                    </a:lnTo>
                    <a:lnTo>
                      <a:pt x="33" y="11"/>
                    </a:lnTo>
                    <a:lnTo>
                      <a:pt x="33" y="9"/>
                    </a:lnTo>
                    <a:lnTo>
                      <a:pt x="33" y="9"/>
                    </a:lnTo>
                    <a:lnTo>
                      <a:pt x="36" y="7"/>
                    </a:lnTo>
                    <a:lnTo>
                      <a:pt x="40" y="5"/>
                    </a:lnTo>
                    <a:lnTo>
                      <a:pt x="40" y="1"/>
                    </a:lnTo>
                    <a:lnTo>
                      <a:pt x="40" y="1"/>
                    </a:lnTo>
                    <a:close/>
                    <a:moveTo>
                      <a:pt x="33" y="97"/>
                    </a:moveTo>
                    <a:lnTo>
                      <a:pt x="33" y="97"/>
                    </a:lnTo>
                    <a:lnTo>
                      <a:pt x="40" y="96"/>
                    </a:lnTo>
                    <a:lnTo>
                      <a:pt x="40" y="84"/>
                    </a:lnTo>
                    <a:lnTo>
                      <a:pt x="40" y="84"/>
                    </a:lnTo>
                    <a:lnTo>
                      <a:pt x="38" y="85"/>
                    </a:lnTo>
                    <a:lnTo>
                      <a:pt x="38" y="85"/>
                    </a:lnTo>
                    <a:lnTo>
                      <a:pt x="36" y="89"/>
                    </a:lnTo>
                    <a:lnTo>
                      <a:pt x="33" y="92"/>
                    </a:lnTo>
                    <a:lnTo>
                      <a:pt x="33" y="97"/>
                    </a:lnTo>
                    <a:lnTo>
                      <a:pt x="33" y="97"/>
                    </a:lnTo>
                    <a:close/>
                    <a:moveTo>
                      <a:pt x="40" y="20"/>
                    </a:moveTo>
                    <a:lnTo>
                      <a:pt x="40" y="76"/>
                    </a:lnTo>
                    <a:lnTo>
                      <a:pt x="40" y="76"/>
                    </a:lnTo>
                    <a:lnTo>
                      <a:pt x="37" y="72"/>
                    </a:lnTo>
                    <a:lnTo>
                      <a:pt x="33" y="69"/>
                    </a:lnTo>
                    <a:lnTo>
                      <a:pt x="33" y="69"/>
                    </a:lnTo>
                    <a:lnTo>
                      <a:pt x="33" y="69"/>
                    </a:lnTo>
                    <a:lnTo>
                      <a:pt x="33" y="32"/>
                    </a:lnTo>
                    <a:lnTo>
                      <a:pt x="33" y="32"/>
                    </a:lnTo>
                    <a:lnTo>
                      <a:pt x="33" y="30"/>
                    </a:lnTo>
                    <a:lnTo>
                      <a:pt x="33" y="26"/>
                    </a:lnTo>
                    <a:lnTo>
                      <a:pt x="33" y="15"/>
                    </a:lnTo>
                    <a:lnTo>
                      <a:pt x="33" y="15"/>
                    </a:lnTo>
                    <a:lnTo>
                      <a:pt x="34" y="17"/>
                    </a:lnTo>
                    <a:lnTo>
                      <a:pt x="36" y="19"/>
                    </a:lnTo>
                    <a:lnTo>
                      <a:pt x="36" y="19"/>
                    </a:lnTo>
                    <a:lnTo>
                      <a:pt x="40" y="20"/>
                    </a:lnTo>
                    <a:lnTo>
                      <a:pt x="40" y="20"/>
                    </a:lnTo>
                    <a:close/>
                    <a:moveTo>
                      <a:pt x="33" y="3"/>
                    </a:moveTo>
                    <a:lnTo>
                      <a:pt x="33" y="3"/>
                    </a:lnTo>
                    <a:lnTo>
                      <a:pt x="23" y="7"/>
                    </a:lnTo>
                    <a:lnTo>
                      <a:pt x="23" y="19"/>
                    </a:lnTo>
                    <a:lnTo>
                      <a:pt x="23" y="19"/>
                    </a:lnTo>
                    <a:lnTo>
                      <a:pt x="27" y="20"/>
                    </a:lnTo>
                    <a:lnTo>
                      <a:pt x="27" y="20"/>
                    </a:lnTo>
                    <a:lnTo>
                      <a:pt x="30" y="23"/>
                    </a:lnTo>
                    <a:lnTo>
                      <a:pt x="33" y="26"/>
                    </a:lnTo>
                    <a:lnTo>
                      <a:pt x="33" y="15"/>
                    </a:lnTo>
                    <a:lnTo>
                      <a:pt x="33" y="15"/>
                    </a:lnTo>
                    <a:lnTo>
                      <a:pt x="32" y="13"/>
                    </a:lnTo>
                    <a:lnTo>
                      <a:pt x="33" y="11"/>
                    </a:lnTo>
                    <a:lnTo>
                      <a:pt x="33" y="3"/>
                    </a:lnTo>
                    <a:lnTo>
                      <a:pt x="33" y="3"/>
                    </a:lnTo>
                    <a:close/>
                    <a:moveTo>
                      <a:pt x="23" y="97"/>
                    </a:moveTo>
                    <a:lnTo>
                      <a:pt x="23" y="97"/>
                    </a:lnTo>
                    <a:lnTo>
                      <a:pt x="27" y="97"/>
                    </a:lnTo>
                    <a:lnTo>
                      <a:pt x="33" y="97"/>
                    </a:lnTo>
                    <a:lnTo>
                      <a:pt x="33" y="92"/>
                    </a:lnTo>
                    <a:lnTo>
                      <a:pt x="33" y="92"/>
                    </a:lnTo>
                    <a:lnTo>
                      <a:pt x="27" y="92"/>
                    </a:lnTo>
                    <a:lnTo>
                      <a:pt x="23" y="91"/>
                    </a:lnTo>
                    <a:lnTo>
                      <a:pt x="23" y="97"/>
                    </a:lnTo>
                    <a:lnTo>
                      <a:pt x="23" y="97"/>
                    </a:lnTo>
                    <a:close/>
                    <a:moveTo>
                      <a:pt x="33" y="32"/>
                    </a:moveTo>
                    <a:lnTo>
                      <a:pt x="33" y="69"/>
                    </a:lnTo>
                    <a:lnTo>
                      <a:pt x="33" y="69"/>
                    </a:lnTo>
                    <a:lnTo>
                      <a:pt x="27" y="68"/>
                    </a:lnTo>
                    <a:lnTo>
                      <a:pt x="23" y="69"/>
                    </a:lnTo>
                    <a:lnTo>
                      <a:pt x="23" y="65"/>
                    </a:lnTo>
                    <a:lnTo>
                      <a:pt x="23" y="65"/>
                    </a:lnTo>
                    <a:lnTo>
                      <a:pt x="26" y="62"/>
                    </a:lnTo>
                    <a:lnTo>
                      <a:pt x="27" y="59"/>
                    </a:lnTo>
                    <a:lnTo>
                      <a:pt x="27" y="59"/>
                    </a:lnTo>
                    <a:lnTo>
                      <a:pt x="29" y="55"/>
                    </a:lnTo>
                    <a:lnTo>
                      <a:pt x="29" y="50"/>
                    </a:lnTo>
                    <a:lnTo>
                      <a:pt x="26" y="47"/>
                    </a:lnTo>
                    <a:lnTo>
                      <a:pt x="23" y="45"/>
                    </a:lnTo>
                    <a:lnTo>
                      <a:pt x="23" y="43"/>
                    </a:lnTo>
                    <a:lnTo>
                      <a:pt x="23" y="39"/>
                    </a:lnTo>
                    <a:lnTo>
                      <a:pt x="23" y="39"/>
                    </a:lnTo>
                    <a:lnTo>
                      <a:pt x="27" y="38"/>
                    </a:lnTo>
                    <a:lnTo>
                      <a:pt x="32" y="34"/>
                    </a:lnTo>
                    <a:lnTo>
                      <a:pt x="32" y="34"/>
                    </a:lnTo>
                    <a:lnTo>
                      <a:pt x="33" y="32"/>
                    </a:lnTo>
                    <a:lnTo>
                      <a:pt x="33" y="32"/>
                    </a:lnTo>
                    <a:close/>
                    <a:moveTo>
                      <a:pt x="23" y="7"/>
                    </a:moveTo>
                    <a:lnTo>
                      <a:pt x="23" y="7"/>
                    </a:lnTo>
                    <a:lnTo>
                      <a:pt x="17" y="11"/>
                    </a:lnTo>
                    <a:lnTo>
                      <a:pt x="13" y="16"/>
                    </a:lnTo>
                    <a:lnTo>
                      <a:pt x="8" y="21"/>
                    </a:lnTo>
                    <a:lnTo>
                      <a:pt x="6" y="27"/>
                    </a:lnTo>
                    <a:lnTo>
                      <a:pt x="2" y="40"/>
                    </a:lnTo>
                    <a:lnTo>
                      <a:pt x="0" y="54"/>
                    </a:lnTo>
                    <a:lnTo>
                      <a:pt x="2" y="66"/>
                    </a:lnTo>
                    <a:lnTo>
                      <a:pt x="4" y="78"/>
                    </a:lnTo>
                    <a:lnTo>
                      <a:pt x="8" y="88"/>
                    </a:lnTo>
                    <a:lnTo>
                      <a:pt x="13" y="91"/>
                    </a:lnTo>
                    <a:lnTo>
                      <a:pt x="15" y="93"/>
                    </a:lnTo>
                    <a:lnTo>
                      <a:pt x="15" y="93"/>
                    </a:lnTo>
                    <a:lnTo>
                      <a:pt x="23" y="97"/>
                    </a:lnTo>
                    <a:lnTo>
                      <a:pt x="23" y="91"/>
                    </a:lnTo>
                    <a:lnTo>
                      <a:pt x="22" y="91"/>
                    </a:lnTo>
                    <a:lnTo>
                      <a:pt x="22" y="91"/>
                    </a:lnTo>
                    <a:lnTo>
                      <a:pt x="22" y="91"/>
                    </a:lnTo>
                    <a:lnTo>
                      <a:pt x="18" y="88"/>
                    </a:lnTo>
                    <a:lnTo>
                      <a:pt x="17" y="84"/>
                    </a:lnTo>
                    <a:lnTo>
                      <a:pt x="15" y="80"/>
                    </a:lnTo>
                    <a:lnTo>
                      <a:pt x="17" y="74"/>
                    </a:lnTo>
                    <a:lnTo>
                      <a:pt x="17" y="74"/>
                    </a:lnTo>
                    <a:lnTo>
                      <a:pt x="19" y="72"/>
                    </a:lnTo>
                    <a:lnTo>
                      <a:pt x="23" y="69"/>
                    </a:lnTo>
                    <a:lnTo>
                      <a:pt x="23" y="65"/>
                    </a:lnTo>
                    <a:lnTo>
                      <a:pt x="23" y="65"/>
                    </a:lnTo>
                    <a:lnTo>
                      <a:pt x="18" y="66"/>
                    </a:lnTo>
                    <a:lnTo>
                      <a:pt x="13" y="65"/>
                    </a:lnTo>
                    <a:lnTo>
                      <a:pt x="13" y="65"/>
                    </a:lnTo>
                    <a:lnTo>
                      <a:pt x="13" y="65"/>
                    </a:lnTo>
                    <a:lnTo>
                      <a:pt x="10" y="62"/>
                    </a:lnTo>
                    <a:lnTo>
                      <a:pt x="7" y="58"/>
                    </a:lnTo>
                    <a:lnTo>
                      <a:pt x="7" y="54"/>
                    </a:lnTo>
                    <a:lnTo>
                      <a:pt x="8" y="49"/>
                    </a:lnTo>
                    <a:lnTo>
                      <a:pt x="8" y="49"/>
                    </a:lnTo>
                    <a:lnTo>
                      <a:pt x="11" y="46"/>
                    </a:lnTo>
                    <a:lnTo>
                      <a:pt x="14" y="43"/>
                    </a:lnTo>
                    <a:lnTo>
                      <a:pt x="18" y="43"/>
                    </a:lnTo>
                    <a:lnTo>
                      <a:pt x="23" y="43"/>
                    </a:lnTo>
                    <a:lnTo>
                      <a:pt x="23" y="39"/>
                    </a:lnTo>
                    <a:lnTo>
                      <a:pt x="23" y="39"/>
                    </a:lnTo>
                    <a:lnTo>
                      <a:pt x="18" y="38"/>
                    </a:lnTo>
                    <a:lnTo>
                      <a:pt x="18" y="38"/>
                    </a:lnTo>
                    <a:lnTo>
                      <a:pt x="15" y="35"/>
                    </a:lnTo>
                    <a:lnTo>
                      <a:pt x="14" y="32"/>
                    </a:lnTo>
                    <a:lnTo>
                      <a:pt x="13" y="28"/>
                    </a:lnTo>
                    <a:lnTo>
                      <a:pt x="14" y="24"/>
                    </a:lnTo>
                    <a:lnTo>
                      <a:pt x="14" y="24"/>
                    </a:lnTo>
                    <a:lnTo>
                      <a:pt x="14" y="24"/>
                    </a:lnTo>
                    <a:lnTo>
                      <a:pt x="18" y="20"/>
                    </a:lnTo>
                    <a:lnTo>
                      <a:pt x="23" y="19"/>
                    </a:lnTo>
                    <a:lnTo>
                      <a:pt x="23" y="7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78" name="ïSḷiḑè">
                <a:extLst>
                  <a:ext uri="{FF2B5EF4-FFF2-40B4-BE49-F238E27FC236}">
                    <a16:creationId xmlns:a16="http://schemas.microsoft.com/office/drawing/2014/main" id="{9F71A2A2-5F63-9863-D517-95E4D9A45A17}"/>
                  </a:ext>
                </a:extLst>
              </p:cNvPr>
              <p:cNvSpPr/>
              <p:nvPr/>
            </p:nvSpPr>
            <p:spPr bwMode="auto">
              <a:xfrm>
                <a:off x="3119362" y="3031052"/>
                <a:ext cx="228073" cy="294056"/>
              </a:xfrm>
              <a:custGeom>
                <a:avLst/>
                <a:gdLst>
                  <a:gd name="T0" fmla="*/ 159 w 159"/>
                  <a:gd name="T1" fmla="*/ 36 h 205"/>
                  <a:gd name="T2" fmla="*/ 151 w 159"/>
                  <a:gd name="T3" fmla="*/ 32 h 205"/>
                  <a:gd name="T4" fmla="*/ 56 w 159"/>
                  <a:gd name="T5" fmla="*/ 185 h 205"/>
                  <a:gd name="T6" fmla="*/ 56 w 159"/>
                  <a:gd name="T7" fmla="*/ 185 h 205"/>
                  <a:gd name="T8" fmla="*/ 53 w 159"/>
                  <a:gd name="T9" fmla="*/ 189 h 205"/>
                  <a:gd name="T10" fmla="*/ 50 w 159"/>
                  <a:gd name="T11" fmla="*/ 191 h 205"/>
                  <a:gd name="T12" fmla="*/ 46 w 159"/>
                  <a:gd name="T13" fmla="*/ 193 h 205"/>
                  <a:gd name="T14" fmla="*/ 41 w 159"/>
                  <a:gd name="T15" fmla="*/ 194 h 205"/>
                  <a:gd name="T16" fmla="*/ 37 w 159"/>
                  <a:gd name="T17" fmla="*/ 195 h 205"/>
                  <a:gd name="T18" fmla="*/ 31 w 159"/>
                  <a:gd name="T19" fmla="*/ 194 h 205"/>
                  <a:gd name="T20" fmla="*/ 27 w 159"/>
                  <a:gd name="T21" fmla="*/ 193 h 205"/>
                  <a:gd name="T22" fmla="*/ 22 w 159"/>
                  <a:gd name="T23" fmla="*/ 191 h 205"/>
                  <a:gd name="T24" fmla="*/ 22 w 159"/>
                  <a:gd name="T25" fmla="*/ 191 h 205"/>
                  <a:gd name="T26" fmla="*/ 18 w 159"/>
                  <a:gd name="T27" fmla="*/ 187 h 205"/>
                  <a:gd name="T28" fmla="*/ 15 w 159"/>
                  <a:gd name="T29" fmla="*/ 185 h 205"/>
                  <a:gd name="T30" fmla="*/ 12 w 159"/>
                  <a:gd name="T31" fmla="*/ 180 h 205"/>
                  <a:gd name="T32" fmla="*/ 10 w 159"/>
                  <a:gd name="T33" fmla="*/ 175 h 205"/>
                  <a:gd name="T34" fmla="*/ 10 w 159"/>
                  <a:gd name="T35" fmla="*/ 171 h 205"/>
                  <a:gd name="T36" fmla="*/ 10 w 159"/>
                  <a:gd name="T37" fmla="*/ 166 h 205"/>
                  <a:gd name="T38" fmla="*/ 11 w 159"/>
                  <a:gd name="T39" fmla="*/ 162 h 205"/>
                  <a:gd name="T40" fmla="*/ 12 w 159"/>
                  <a:gd name="T41" fmla="*/ 157 h 205"/>
                  <a:gd name="T42" fmla="*/ 107 w 159"/>
                  <a:gd name="T43" fmla="*/ 4 h 205"/>
                  <a:gd name="T44" fmla="*/ 100 w 159"/>
                  <a:gd name="T45" fmla="*/ 0 h 205"/>
                  <a:gd name="T46" fmla="*/ 4 w 159"/>
                  <a:gd name="T47" fmla="*/ 155 h 205"/>
                  <a:gd name="T48" fmla="*/ 4 w 159"/>
                  <a:gd name="T49" fmla="*/ 155 h 205"/>
                  <a:gd name="T50" fmla="*/ 2 w 159"/>
                  <a:gd name="T51" fmla="*/ 160 h 205"/>
                  <a:gd name="T52" fmla="*/ 0 w 159"/>
                  <a:gd name="T53" fmla="*/ 167 h 205"/>
                  <a:gd name="T54" fmla="*/ 0 w 159"/>
                  <a:gd name="T55" fmla="*/ 172 h 205"/>
                  <a:gd name="T56" fmla="*/ 2 w 159"/>
                  <a:gd name="T57" fmla="*/ 179 h 205"/>
                  <a:gd name="T58" fmla="*/ 3 w 159"/>
                  <a:gd name="T59" fmla="*/ 185 h 205"/>
                  <a:gd name="T60" fmla="*/ 7 w 159"/>
                  <a:gd name="T61" fmla="*/ 190 h 205"/>
                  <a:gd name="T62" fmla="*/ 11 w 159"/>
                  <a:gd name="T63" fmla="*/ 195 h 205"/>
                  <a:gd name="T64" fmla="*/ 16 w 159"/>
                  <a:gd name="T65" fmla="*/ 199 h 205"/>
                  <a:gd name="T66" fmla="*/ 16 w 159"/>
                  <a:gd name="T67" fmla="*/ 199 h 205"/>
                  <a:gd name="T68" fmla="*/ 23 w 159"/>
                  <a:gd name="T69" fmla="*/ 202 h 205"/>
                  <a:gd name="T70" fmla="*/ 30 w 159"/>
                  <a:gd name="T71" fmla="*/ 203 h 205"/>
                  <a:gd name="T72" fmla="*/ 35 w 159"/>
                  <a:gd name="T73" fmla="*/ 205 h 205"/>
                  <a:gd name="T74" fmla="*/ 42 w 159"/>
                  <a:gd name="T75" fmla="*/ 205 h 205"/>
                  <a:gd name="T76" fmla="*/ 48 w 159"/>
                  <a:gd name="T77" fmla="*/ 202 h 205"/>
                  <a:gd name="T78" fmla="*/ 53 w 159"/>
                  <a:gd name="T79" fmla="*/ 199 h 205"/>
                  <a:gd name="T80" fmla="*/ 58 w 159"/>
                  <a:gd name="T81" fmla="*/ 195 h 205"/>
                  <a:gd name="T82" fmla="*/ 62 w 159"/>
                  <a:gd name="T83" fmla="*/ 191 h 205"/>
                  <a:gd name="T84" fmla="*/ 159 w 159"/>
                  <a:gd name="T85" fmla="*/ 36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59" h="205">
                    <a:moveTo>
                      <a:pt x="159" y="36"/>
                    </a:moveTo>
                    <a:lnTo>
                      <a:pt x="151" y="32"/>
                    </a:lnTo>
                    <a:lnTo>
                      <a:pt x="56" y="185"/>
                    </a:lnTo>
                    <a:lnTo>
                      <a:pt x="56" y="185"/>
                    </a:lnTo>
                    <a:lnTo>
                      <a:pt x="53" y="189"/>
                    </a:lnTo>
                    <a:lnTo>
                      <a:pt x="50" y="191"/>
                    </a:lnTo>
                    <a:lnTo>
                      <a:pt x="46" y="193"/>
                    </a:lnTo>
                    <a:lnTo>
                      <a:pt x="41" y="194"/>
                    </a:lnTo>
                    <a:lnTo>
                      <a:pt x="37" y="195"/>
                    </a:lnTo>
                    <a:lnTo>
                      <a:pt x="31" y="194"/>
                    </a:lnTo>
                    <a:lnTo>
                      <a:pt x="27" y="193"/>
                    </a:lnTo>
                    <a:lnTo>
                      <a:pt x="22" y="191"/>
                    </a:lnTo>
                    <a:lnTo>
                      <a:pt x="22" y="191"/>
                    </a:lnTo>
                    <a:lnTo>
                      <a:pt x="18" y="187"/>
                    </a:lnTo>
                    <a:lnTo>
                      <a:pt x="15" y="185"/>
                    </a:lnTo>
                    <a:lnTo>
                      <a:pt x="12" y="180"/>
                    </a:lnTo>
                    <a:lnTo>
                      <a:pt x="10" y="175"/>
                    </a:lnTo>
                    <a:lnTo>
                      <a:pt x="10" y="171"/>
                    </a:lnTo>
                    <a:lnTo>
                      <a:pt x="10" y="166"/>
                    </a:lnTo>
                    <a:lnTo>
                      <a:pt x="11" y="162"/>
                    </a:lnTo>
                    <a:lnTo>
                      <a:pt x="12" y="157"/>
                    </a:lnTo>
                    <a:lnTo>
                      <a:pt x="107" y="4"/>
                    </a:lnTo>
                    <a:lnTo>
                      <a:pt x="100" y="0"/>
                    </a:lnTo>
                    <a:lnTo>
                      <a:pt x="4" y="155"/>
                    </a:lnTo>
                    <a:lnTo>
                      <a:pt x="4" y="155"/>
                    </a:lnTo>
                    <a:lnTo>
                      <a:pt x="2" y="160"/>
                    </a:lnTo>
                    <a:lnTo>
                      <a:pt x="0" y="167"/>
                    </a:lnTo>
                    <a:lnTo>
                      <a:pt x="0" y="172"/>
                    </a:lnTo>
                    <a:lnTo>
                      <a:pt x="2" y="179"/>
                    </a:lnTo>
                    <a:lnTo>
                      <a:pt x="3" y="185"/>
                    </a:lnTo>
                    <a:lnTo>
                      <a:pt x="7" y="190"/>
                    </a:lnTo>
                    <a:lnTo>
                      <a:pt x="11" y="195"/>
                    </a:lnTo>
                    <a:lnTo>
                      <a:pt x="16" y="199"/>
                    </a:lnTo>
                    <a:lnTo>
                      <a:pt x="16" y="199"/>
                    </a:lnTo>
                    <a:lnTo>
                      <a:pt x="23" y="202"/>
                    </a:lnTo>
                    <a:lnTo>
                      <a:pt x="30" y="203"/>
                    </a:lnTo>
                    <a:lnTo>
                      <a:pt x="35" y="205"/>
                    </a:lnTo>
                    <a:lnTo>
                      <a:pt x="42" y="205"/>
                    </a:lnTo>
                    <a:lnTo>
                      <a:pt x="48" y="202"/>
                    </a:lnTo>
                    <a:lnTo>
                      <a:pt x="53" y="199"/>
                    </a:lnTo>
                    <a:lnTo>
                      <a:pt x="58" y="195"/>
                    </a:lnTo>
                    <a:lnTo>
                      <a:pt x="62" y="191"/>
                    </a:lnTo>
                    <a:lnTo>
                      <a:pt x="159" y="36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8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79" name="ïṩḻíḑé">
                <a:extLst>
                  <a:ext uri="{FF2B5EF4-FFF2-40B4-BE49-F238E27FC236}">
                    <a16:creationId xmlns:a16="http://schemas.microsoft.com/office/drawing/2014/main" id="{707508DF-94BD-0747-C85D-D18DC922DF31}"/>
                  </a:ext>
                </a:extLst>
              </p:cNvPr>
              <p:cNvSpPr/>
              <p:nvPr/>
            </p:nvSpPr>
            <p:spPr bwMode="auto">
              <a:xfrm>
                <a:off x="3248459" y="3022445"/>
                <a:ext cx="110451" cy="74590"/>
              </a:xfrm>
              <a:custGeom>
                <a:avLst/>
                <a:gdLst>
                  <a:gd name="T0" fmla="*/ 75 w 77"/>
                  <a:gd name="T1" fmla="*/ 50 h 52"/>
                  <a:gd name="T2" fmla="*/ 75 w 77"/>
                  <a:gd name="T3" fmla="*/ 50 h 52"/>
                  <a:gd name="T4" fmla="*/ 74 w 77"/>
                  <a:gd name="T5" fmla="*/ 51 h 52"/>
                  <a:gd name="T6" fmla="*/ 71 w 77"/>
                  <a:gd name="T7" fmla="*/ 52 h 52"/>
                  <a:gd name="T8" fmla="*/ 69 w 77"/>
                  <a:gd name="T9" fmla="*/ 52 h 52"/>
                  <a:gd name="T10" fmla="*/ 67 w 77"/>
                  <a:gd name="T11" fmla="*/ 51 h 52"/>
                  <a:gd name="T12" fmla="*/ 2 w 77"/>
                  <a:gd name="T13" fmla="*/ 12 h 52"/>
                  <a:gd name="T14" fmla="*/ 2 w 77"/>
                  <a:gd name="T15" fmla="*/ 12 h 52"/>
                  <a:gd name="T16" fmla="*/ 0 w 77"/>
                  <a:gd name="T17" fmla="*/ 9 h 52"/>
                  <a:gd name="T18" fmla="*/ 0 w 77"/>
                  <a:gd name="T19" fmla="*/ 8 h 52"/>
                  <a:gd name="T20" fmla="*/ 0 w 77"/>
                  <a:gd name="T21" fmla="*/ 5 h 52"/>
                  <a:gd name="T22" fmla="*/ 0 w 77"/>
                  <a:gd name="T23" fmla="*/ 2 h 52"/>
                  <a:gd name="T24" fmla="*/ 0 w 77"/>
                  <a:gd name="T25" fmla="*/ 2 h 52"/>
                  <a:gd name="T26" fmla="*/ 1 w 77"/>
                  <a:gd name="T27" fmla="*/ 1 h 52"/>
                  <a:gd name="T28" fmla="*/ 4 w 77"/>
                  <a:gd name="T29" fmla="*/ 0 h 52"/>
                  <a:gd name="T30" fmla="*/ 6 w 77"/>
                  <a:gd name="T31" fmla="*/ 0 h 52"/>
                  <a:gd name="T32" fmla="*/ 8 w 77"/>
                  <a:gd name="T33" fmla="*/ 1 h 52"/>
                  <a:gd name="T34" fmla="*/ 74 w 77"/>
                  <a:gd name="T35" fmla="*/ 42 h 52"/>
                  <a:gd name="T36" fmla="*/ 74 w 77"/>
                  <a:gd name="T37" fmla="*/ 42 h 52"/>
                  <a:gd name="T38" fmla="*/ 75 w 77"/>
                  <a:gd name="T39" fmla="*/ 43 h 52"/>
                  <a:gd name="T40" fmla="*/ 77 w 77"/>
                  <a:gd name="T41" fmla="*/ 46 h 52"/>
                  <a:gd name="T42" fmla="*/ 77 w 77"/>
                  <a:gd name="T43" fmla="*/ 47 h 52"/>
                  <a:gd name="T44" fmla="*/ 75 w 77"/>
                  <a:gd name="T45" fmla="*/ 50 h 52"/>
                  <a:gd name="T46" fmla="*/ 75 w 77"/>
                  <a:gd name="T47" fmla="*/ 5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77" h="52">
                    <a:moveTo>
                      <a:pt x="75" y="50"/>
                    </a:moveTo>
                    <a:lnTo>
                      <a:pt x="75" y="50"/>
                    </a:lnTo>
                    <a:lnTo>
                      <a:pt x="74" y="51"/>
                    </a:lnTo>
                    <a:lnTo>
                      <a:pt x="71" y="52"/>
                    </a:lnTo>
                    <a:lnTo>
                      <a:pt x="69" y="52"/>
                    </a:lnTo>
                    <a:lnTo>
                      <a:pt x="67" y="51"/>
                    </a:lnTo>
                    <a:lnTo>
                      <a:pt x="2" y="12"/>
                    </a:lnTo>
                    <a:lnTo>
                      <a:pt x="2" y="12"/>
                    </a:lnTo>
                    <a:lnTo>
                      <a:pt x="0" y="9"/>
                    </a:lnTo>
                    <a:lnTo>
                      <a:pt x="0" y="8"/>
                    </a:lnTo>
                    <a:lnTo>
                      <a:pt x="0" y="5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4" y="0"/>
                    </a:lnTo>
                    <a:lnTo>
                      <a:pt x="6" y="0"/>
                    </a:lnTo>
                    <a:lnTo>
                      <a:pt x="8" y="1"/>
                    </a:lnTo>
                    <a:lnTo>
                      <a:pt x="74" y="42"/>
                    </a:lnTo>
                    <a:lnTo>
                      <a:pt x="74" y="42"/>
                    </a:lnTo>
                    <a:lnTo>
                      <a:pt x="75" y="43"/>
                    </a:lnTo>
                    <a:lnTo>
                      <a:pt x="77" y="46"/>
                    </a:lnTo>
                    <a:lnTo>
                      <a:pt x="77" y="47"/>
                    </a:lnTo>
                    <a:lnTo>
                      <a:pt x="75" y="50"/>
                    </a:lnTo>
                    <a:lnTo>
                      <a:pt x="75" y="50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80" name="ïSļidê">
                <a:extLst>
                  <a:ext uri="{FF2B5EF4-FFF2-40B4-BE49-F238E27FC236}">
                    <a16:creationId xmlns:a16="http://schemas.microsoft.com/office/drawing/2014/main" id="{4DF562B9-1B7D-75EF-FD69-2AC756552CFE}"/>
                  </a:ext>
                </a:extLst>
              </p:cNvPr>
              <p:cNvSpPr/>
              <p:nvPr/>
            </p:nvSpPr>
            <p:spPr bwMode="auto">
              <a:xfrm>
                <a:off x="3158092" y="3084125"/>
                <a:ext cx="156352" cy="212294"/>
              </a:xfrm>
              <a:custGeom>
                <a:avLst/>
                <a:gdLst>
                  <a:gd name="T0" fmla="*/ 109 w 109"/>
                  <a:gd name="T1" fmla="*/ 5 h 148"/>
                  <a:gd name="T2" fmla="*/ 99 w 109"/>
                  <a:gd name="T3" fmla="*/ 0 h 148"/>
                  <a:gd name="T4" fmla="*/ 15 w 109"/>
                  <a:gd name="T5" fmla="*/ 137 h 148"/>
                  <a:gd name="T6" fmla="*/ 15 w 109"/>
                  <a:gd name="T7" fmla="*/ 137 h 148"/>
                  <a:gd name="T8" fmla="*/ 12 w 109"/>
                  <a:gd name="T9" fmla="*/ 139 h 148"/>
                  <a:gd name="T10" fmla="*/ 8 w 109"/>
                  <a:gd name="T11" fmla="*/ 142 h 148"/>
                  <a:gd name="T12" fmla="*/ 4 w 109"/>
                  <a:gd name="T13" fmla="*/ 143 h 148"/>
                  <a:gd name="T14" fmla="*/ 0 w 109"/>
                  <a:gd name="T15" fmla="*/ 143 h 148"/>
                  <a:gd name="T16" fmla="*/ 0 w 109"/>
                  <a:gd name="T17" fmla="*/ 143 h 148"/>
                  <a:gd name="T18" fmla="*/ 0 w 109"/>
                  <a:gd name="T19" fmla="*/ 145 h 148"/>
                  <a:gd name="T20" fmla="*/ 0 w 109"/>
                  <a:gd name="T21" fmla="*/ 145 h 148"/>
                  <a:gd name="T22" fmla="*/ 7 w 109"/>
                  <a:gd name="T23" fmla="*/ 148 h 148"/>
                  <a:gd name="T24" fmla="*/ 14 w 109"/>
                  <a:gd name="T25" fmla="*/ 148 h 148"/>
                  <a:gd name="T26" fmla="*/ 21 w 109"/>
                  <a:gd name="T27" fmla="*/ 145 h 148"/>
                  <a:gd name="T28" fmla="*/ 25 w 109"/>
                  <a:gd name="T29" fmla="*/ 141 h 148"/>
                  <a:gd name="T30" fmla="*/ 109 w 109"/>
                  <a:gd name="T31" fmla="*/ 5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9" h="148">
                    <a:moveTo>
                      <a:pt x="109" y="5"/>
                    </a:moveTo>
                    <a:lnTo>
                      <a:pt x="99" y="0"/>
                    </a:lnTo>
                    <a:lnTo>
                      <a:pt x="15" y="137"/>
                    </a:lnTo>
                    <a:lnTo>
                      <a:pt x="15" y="137"/>
                    </a:lnTo>
                    <a:lnTo>
                      <a:pt x="12" y="139"/>
                    </a:lnTo>
                    <a:lnTo>
                      <a:pt x="8" y="142"/>
                    </a:lnTo>
                    <a:lnTo>
                      <a:pt x="4" y="143"/>
                    </a:lnTo>
                    <a:lnTo>
                      <a:pt x="0" y="143"/>
                    </a:lnTo>
                    <a:lnTo>
                      <a:pt x="0" y="143"/>
                    </a:lnTo>
                    <a:lnTo>
                      <a:pt x="0" y="145"/>
                    </a:lnTo>
                    <a:lnTo>
                      <a:pt x="0" y="145"/>
                    </a:lnTo>
                    <a:lnTo>
                      <a:pt x="7" y="148"/>
                    </a:lnTo>
                    <a:lnTo>
                      <a:pt x="14" y="148"/>
                    </a:lnTo>
                    <a:lnTo>
                      <a:pt x="21" y="145"/>
                    </a:lnTo>
                    <a:lnTo>
                      <a:pt x="25" y="141"/>
                    </a:lnTo>
                    <a:lnTo>
                      <a:pt x="109" y="5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47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81" name="íś1iḑé">
                <a:extLst>
                  <a:ext uri="{FF2B5EF4-FFF2-40B4-BE49-F238E27FC236}">
                    <a16:creationId xmlns:a16="http://schemas.microsoft.com/office/drawing/2014/main" id="{B1AE1626-89B3-B19F-9244-7286E08A2F23}"/>
                  </a:ext>
                </a:extLst>
              </p:cNvPr>
              <p:cNvSpPr/>
              <p:nvPr/>
            </p:nvSpPr>
            <p:spPr bwMode="auto">
              <a:xfrm>
                <a:off x="1946010" y="4483288"/>
                <a:ext cx="196516" cy="210859"/>
              </a:xfrm>
              <a:custGeom>
                <a:avLst/>
                <a:gdLst>
                  <a:gd name="T0" fmla="*/ 107 w 137"/>
                  <a:gd name="T1" fmla="*/ 68 h 147"/>
                  <a:gd name="T2" fmla="*/ 103 w 137"/>
                  <a:gd name="T3" fmla="*/ 51 h 147"/>
                  <a:gd name="T4" fmla="*/ 103 w 137"/>
                  <a:gd name="T5" fmla="*/ 99 h 147"/>
                  <a:gd name="T6" fmla="*/ 117 w 137"/>
                  <a:gd name="T7" fmla="*/ 111 h 147"/>
                  <a:gd name="T8" fmla="*/ 115 w 137"/>
                  <a:gd name="T9" fmla="*/ 118 h 147"/>
                  <a:gd name="T10" fmla="*/ 103 w 137"/>
                  <a:gd name="T11" fmla="*/ 38 h 147"/>
                  <a:gd name="T12" fmla="*/ 115 w 137"/>
                  <a:gd name="T13" fmla="*/ 19 h 147"/>
                  <a:gd name="T14" fmla="*/ 117 w 137"/>
                  <a:gd name="T15" fmla="*/ 24 h 147"/>
                  <a:gd name="T16" fmla="*/ 103 w 137"/>
                  <a:gd name="T17" fmla="*/ 38 h 147"/>
                  <a:gd name="T18" fmla="*/ 114 w 137"/>
                  <a:gd name="T19" fmla="*/ 68 h 147"/>
                  <a:gd name="T20" fmla="*/ 134 w 137"/>
                  <a:gd name="T21" fmla="*/ 65 h 147"/>
                  <a:gd name="T22" fmla="*/ 136 w 137"/>
                  <a:gd name="T23" fmla="*/ 70 h 147"/>
                  <a:gd name="T24" fmla="*/ 114 w 137"/>
                  <a:gd name="T25" fmla="*/ 70 h 147"/>
                  <a:gd name="T26" fmla="*/ 69 w 137"/>
                  <a:gd name="T27" fmla="*/ 30 h 147"/>
                  <a:gd name="T28" fmla="*/ 103 w 137"/>
                  <a:gd name="T29" fmla="*/ 51 h 147"/>
                  <a:gd name="T30" fmla="*/ 90 w 137"/>
                  <a:gd name="T31" fmla="*/ 100 h 147"/>
                  <a:gd name="T32" fmla="*/ 84 w 137"/>
                  <a:gd name="T33" fmla="*/ 142 h 147"/>
                  <a:gd name="T34" fmla="*/ 69 w 137"/>
                  <a:gd name="T35" fmla="*/ 114 h 147"/>
                  <a:gd name="T36" fmla="*/ 83 w 137"/>
                  <a:gd name="T37" fmla="*/ 96 h 147"/>
                  <a:gd name="T38" fmla="*/ 95 w 137"/>
                  <a:gd name="T39" fmla="*/ 84 h 147"/>
                  <a:gd name="T40" fmla="*/ 99 w 137"/>
                  <a:gd name="T41" fmla="*/ 62 h 147"/>
                  <a:gd name="T42" fmla="*/ 91 w 137"/>
                  <a:gd name="T43" fmla="*/ 47 h 147"/>
                  <a:gd name="T44" fmla="*/ 69 w 137"/>
                  <a:gd name="T45" fmla="*/ 38 h 147"/>
                  <a:gd name="T46" fmla="*/ 100 w 137"/>
                  <a:gd name="T47" fmla="*/ 31 h 147"/>
                  <a:gd name="T48" fmla="*/ 100 w 137"/>
                  <a:gd name="T49" fmla="*/ 36 h 147"/>
                  <a:gd name="T50" fmla="*/ 103 w 137"/>
                  <a:gd name="T51" fmla="*/ 99 h 147"/>
                  <a:gd name="T52" fmla="*/ 99 w 137"/>
                  <a:gd name="T53" fmla="*/ 101 h 147"/>
                  <a:gd name="T54" fmla="*/ 103 w 137"/>
                  <a:gd name="T55" fmla="*/ 99 h 147"/>
                  <a:gd name="T56" fmla="*/ 72 w 137"/>
                  <a:gd name="T57" fmla="*/ 1 h 147"/>
                  <a:gd name="T58" fmla="*/ 72 w 137"/>
                  <a:gd name="T59" fmla="*/ 23 h 147"/>
                  <a:gd name="T60" fmla="*/ 67 w 137"/>
                  <a:gd name="T61" fmla="*/ 147 h 147"/>
                  <a:gd name="T62" fmla="*/ 49 w 137"/>
                  <a:gd name="T63" fmla="*/ 137 h 147"/>
                  <a:gd name="T64" fmla="*/ 41 w 137"/>
                  <a:gd name="T65" fmla="*/ 92 h 147"/>
                  <a:gd name="T66" fmla="*/ 41 w 137"/>
                  <a:gd name="T67" fmla="*/ 43 h 147"/>
                  <a:gd name="T68" fmla="*/ 69 w 137"/>
                  <a:gd name="T69" fmla="*/ 30 h 147"/>
                  <a:gd name="T70" fmla="*/ 57 w 137"/>
                  <a:gd name="T71" fmla="*/ 40 h 147"/>
                  <a:gd name="T72" fmla="*/ 45 w 137"/>
                  <a:gd name="T73" fmla="*/ 51 h 147"/>
                  <a:gd name="T74" fmla="*/ 40 w 137"/>
                  <a:gd name="T75" fmla="*/ 68 h 147"/>
                  <a:gd name="T76" fmla="*/ 54 w 137"/>
                  <a:gd name="T77" fmla="*/ 93 h 147"/>
                  <a:gd name="T78" fmla="*/ 56 w 137"/>
                  <a:gd name="T79" fmla="*/ 97 h 147"/>
                  <a:gd name="T80" fmla="*/ 69 w 137"/>
                  <a:gd name="T81" fmla="*/ 147 h 147"/>
                  <a:gd name="T82" fmla="*/ 69 w 137"/>
                  <a:gd name="T83" fmla="*/ 24 h 147"/>
                  <a:gd name="T84" fmla="*/ 65 w 137"/>
                  <a:gd name="T85" fmla="*/ 4 h 147"/>
                  <a:gd name="T86" fmla="*/ 69 w 137"/>
                  <a:gd name="T87" fmla="*/ 0 h 147"/>
                  <a:gd name="T88" fmla="*/ 38 w 137"/>
                  <a:gd name="T89" fmla="*/ 104 h 147"/>
                  <a:gd name="T90" fmla="*/ 35 w 137"/>
                  <a:gd name="T91" fmla="*/ 99 h 147"/>
                  <a:gd name="T92" fmla="*/ 35 w 137"/>
                  <a:gd name="T93" fmla="*/ 38 h 147"/>
                  <a:gd name="T94" fmla="*/ 38 w 137"/>
                  <a:gd name="T95" fmla="*/ 31 h 147"/>
                  <a:gd name="T96" fmla="*/ 35 w 137"/>
                  <a:gd name="T97" fmla="*/ 84 h 147"/>
                  <a:gd name="T98" fmla="*/ 33 w 137"/>
                  <a:gd name="T99" fmla="*/ 59 h 147"/>
                  <a:gd name="T100" fmla="*/ 35 w 137"/>
                  <a:gd name="T101" fmla="*/ 30 h 147"/>
                  <a:gd name="T102" fmla="*/ 33 w 137"/>
                  <a:gd name="T103" fmla="*/ 36 h 147"/>
                  <a:gd name="T104" fmla="*/ 21 w 137"/>
                  <a:gd name="T105" fmla="*/ 20 h 147"/>
                  <a:gd name="T106" fmla="*/ 35 w 137"/>
                  <a:gd name="T107" fmla="*/ 30 h 147"/>
                  <a:gd name="T108" fmla="*/ 26 w 137"/>
                  <a:gd name="T109" fmla="*/ 116 h 147"/>
                  <a:gd name="T110" fmla="*/ 21 w 137"/>
                  <a:gd name="T111" fmla="*/ 116 h 147"/>
                  <a:gd name="T112" fmla="*/ 33 w 137"/>
                  <a:gd name="T113" fmla="*/ 99 h 147"/>
                  <a:gd name="T114" fmla="*/ 4 w 137"/>
                  <a:gd name="T115" fmla="*/ 65 h 147"/>
                  <a:gd name="T116" fmla="*/ 23 w 137"/>
                  <a:gd name="T117" fmla="*/ 65 h 147"/>
                  <a:gd name="T118" fmla="*/ 21 w 137"/>
                  <a:gd name="T119" fmla="*/ 72 h 147"/>
                  <a:gd name="T120" fmla="*/ 0 w 137"/>
                  <a:gd name="T121" fmla="*/ 68 h 147"/>
                  <a:gd name="T122" fmla="*/ 4 w 137"/>
                  <a:gd name="T123" fmla="*/ 65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37" h="147">
                    <a:moveTo>
                      <a:pt x="103" y="51"/>
                    </a:moveTo>
                    <a:lnTo>
                      <a:pt x="103" y="51"/>
                    </a:lnTo>
                    <a:lnTo>
                      <a:pt x="106" y="59"/>
                    </a:lnTo>
                    <a:lnTo>
                      <a:pt x="107" y="68"/>
                    </a:lnTo>
                    <a:lnTo>
                      <a:pt x="107" y="68"/>
                    </a:lnTo>
                    <a:lnTo>
                      <a:pt x="106" y="77"/>
                    </a:lnTo>
                    <a:lnTo>
                      <a:pt x="103" y="84"/>
                    </a:lnTo>
                    <a:lnTo>
                      <a:pt x="103" y="51"/>
                    </a:lnTo>
                    <a:lnTo>
                      <a:pt x="103" y="51"/>
                    </a:lnTo>
                    <a:close/>
                    <a:moveTo>
                      <a:pt x="103" y="107"/>
                    </a:moveTo>
                    <a:lnTo>
                      <a:pt x="103" y="99"/>
                    </a:lnTo>
                    <a:lnTo>
                      <a:pt x="103" y="99"/>
                    </a:lnTo>
                    <a:lnTo>
                      <a:pt x="106" y="99"/>
                    </a:lnTo>
                    <a:lnTo>
                      <a:pt x="106" y="99"/>
                    </a:lnTo>
                    <a:lnTo>
                      <a:pt x="117" y="111"/>
                    </a:lnTo>
                    <a:lnTo>
                      <a:pt x="117" y="111"/>
                    </a:lnTo>
                    <a:lnTo>
                      <a:pt x="118" y="114"/>
                    </a:lnTo>
                    <a:lnTo>
                      <a:pt x="117" y="116"/>
                    </a:lnTo>
                    <a:lnTo>
                      <a:pt x="117" y="116"/>
                    </a:lnTo>
                    <a:lnTo>
                      <a:pt x="115" y="118"/>
                    </a:lnTo>
                    <a:lnTo>
                      <a:pt x="113" y="116"/>
                    </a:lnTo>
                    <a:lnTo>
                      <a:pt x="103" y="107"/>
                    </a:lnTo>
                    <a:lnTo>
                      <a:pt x="103" y="107"/>
                    </a:lnTo>
                    <a:close/>
                    <a:moveTo>
                      <a:pt x="103" y="38"/>
                    </a:moveTo>
                    <a:lnTo>
                      <a:pt x="103" y="28"/>
                    </a:lnTo>
                    <a:lnTo>
                      <a:pt x="113" y="20"/>
                    </a:lnTo>
                    <a:lnTo>
                      <a:pt x="113" y="20"/>
                    </a:lnTo>
                    <a:lnTo>
                      <a:pt x="115" y="19"/>
                    </a:lnTo>
                    <a:lnTo>
                      <a:pt x="117" y="20"/>
                    </a:lnTo>
                    <a:lnTo>
                      <a:pt x="117" y="20"/>
                    </a:lnTo>
                    <a:lnTo>
                      <a:pt x="118" y="23"/>
                    </a:lnTo>
                    <a:lnTo>
                      <a:pt x="117" y="24"/>
                    </a:lnTo>
                    <a:lnTo>
                      <a:pt x="106" y="36"/>
                    </a:lnTo>
                    <a:lnTo>
                      <a:pt x="106" y="36"/>
                    </a:lnTo>
                    <a:lnTo>
                      <a:pt x="106" y="36"/>
                    </a:lnTo>
                    <a:lnTo>
                      <a:pt x="103" y="38"/>
                    </a:lnTo>
                    <a:lnTo>
                      <a:pt x="103" y="38"/>
                    </a:lnTo>
                    <a:close/>
                    <a:moveTo>
                      <a:pt x="114" y="68"/>
                    </a:moveTo>
                    <a:lnTo>
                      <a:pt x="114" y="68"/>
                    </a:lnTo>
                    <a:lnTo>
                      <a:pt x="114" y="68"/>
                    </a:lnTo>
                    <a:lnTo>
                      <a:pt x="114" y="65"/>
                    </a:lnTo>
                    <a:lnTo>
                      <a:pt x="117" y="65"/>
                    </a:lnTo>
                    <a:lnTo>
                      <a:pt x="134" y="65"/>
                    </a:lnTo>
                    <a:lnTo>
                      <a:pt x="134" y="65"/>
                    </a:lnTo>
                    <a:lnTo>
                      <a:pt x="136" y="65"/>
                    </a:lnTo>
                    <a:lnTo>
                      <a:pt x="137" y="68"/>
                    </a:lnTo>
                    <a:lnTo>
                      <a:pt x="137" y="68"/>
                    </a:lnTo>
                    <a:lnTo>
                      <a:pt x="136" y="70"/>
                    </a:lnTo>
                    <a:lnTo>
                      <a:pt x="134" y="72"/>
                    </a:lnTo>
                    <a:lnTo>
                      <a:pt x="117" y="72"/>
                    </a:lnTo>
                    <a:lnTo>
                      <a:pt x="117" y="72"/>
                    </a:lnTo>
                    <a:lnTo>
                      <a:pt x="114" y="70"/>
                    </a:lnTo>
                    <a:lnTo>
                      <a:pt x="114" y="68"/>
                    </a:lnTo>
                    <a:lnTo>
                      <a:pt x="114" y="68"/>
                    </a:lnTo>
                    <a:close/>
                    <a:moveTo>
                      <a:pt x="69" y="30"/>
                    </a:moveTo>
                    <a:lnTo>
                      <a:pt x="69" y="30"/>
                    </a:lnTo>
                    <a:lnTo>
                      <a:pt x="80" y="32"/>
                    </a:lnTo>
                    <a:lnTo>
                      <a:pt x="90" y="36"/>
                    </a:lnTo>
                    <a:lnTo>
                      <a:pt x="98" y="43"/>
                    </a:lnTo>
                    <a:lnTo>
                      <a:pt x="103" y="51"/>
                    </a:lnTo>
                    <a:lnTo>
                      <a:pt x="103" y="84"/>
                    </a:lnTo>
                    <a:lnTo>
                      <a:pt x="103" y="84"/>
                    </a:lnTo>
                    <a:lnTo>
                      <a:pt x="98" y="93"/>
                    </a:lnTo>
                    <a:lnTo>
                      <a:pt x="90" y="100"/>
                    </a:lnTo>
                    <a:lnTo>
                      <a:pt x="90" y="130"/>
                    </a:lnTo>
                    <a:lnTo>
                      <a:pt x="90" y="130"/>
                    </a:lnTo>
                    <a:lnTo>
                      <a:pt x="88" y="137"/>
                    </a:lnTo>
                    <a:lnTo>
                      <a:pt x="84" y="142"/>
                    </a:lnTo>
                    <a:lnTo>
                      <a:pt x="79" y="146"/>
                    </a:lnTo>
                    <a:lnTo>
                      <a:pt x="71" y="147"/>
                    </a:lnTo>
                    <a:lnTo>
                      <a:pt x="69" y="147"/>
                    </a:lnTo>
                    <a:lnTo>
                      <a:pt x="69" y="114"/>
                    </a:lnTo>
                    <a:lnTo>
                      <a:pt x="82" y="114"/>
                    </a:lnTo>
                    <a:lnTo>
                      <a:pt x="82" y="97"/>
                    </a:lnTo>
                    <a:lnTo>
                      <a:pt x="82" y="97"/>
                    </a:lnTo>
                    <a:lnTo>
                      <a:pt x="83" y="96"/>
                    </a:lnTo>
                    <a:lnTo>
                      <a:pt x="84" y="95"/>
                    </a:lnTo>
                    <a:lnTo>
                      <a:pt x="84" y="95"/>
                    </a:lnTo>
                    <a:lnTo>
                      <a:pt x="91" y="89"/>
                    </a:lnTo>
                    <a:lnTo>
                      <a:pt x="95" y="84"/>
                    </a:lnTo>
                    <a:lnTo>
                      <a:pt x="98" y="76"/>
                    </a:lnTo>
                    <a:lnTo>
                      <a:pt x="99" y="68"/>
                    </a:lnTo>
                    <a:lnTo>
                      <a:pt x="99" y="68"/>
                    </a:lnTo>
                    <a:lnTo>
                      <a:pt x="99" y="62"/>
                    </a:lnTo>
                    <a:lnTo>
                      <a:pt x="96" y="57"/>
                    </a:lnTo>
                    <a:lnTo>
                      <a:pt x="94" y="51"/>
                    </a:lnTo>
                    <a:lnTo>
                      <a:pt x="91" y="47"/>
                    </a:lnTo>
                    <a:lnTo>
                      <a:pt x="91" y="47"/>
                    </a:lnTo>
                    <a:lnTo>
                      <a:pt x="86" y="43"/>
                    </a:lnTo>
                    <a:lnTo>
                      <a:pt x="82" y="40"/>
                    </a:lnTo>
                    <a:lnTo>
                      <a:pt x="75" y="39"/>
                    </a:lnTo>
                    <a:lnTo>
                      <a:pt x="69" y="38"/>
                    </a:lnTo>
                    <a:lnTo>
                      <a:pt x="69" y="30"/>
                    </a:lnTo>
                    <a:lnTo>
                      <a:pt x="69" y="30"/>
                    </a:lnTo>
                    <a:close/>
                    <a:moveTo>
                      <a:pt x="103" y="28"/>
                    </a:moveTo>
                    <a:lnTo>
                      <a:pt x="100" y="31"/>
                    </a:lnTo>
                    <a:lnTo>
                      <a:pt x="100" y="31"/>
                    </a:lnTo>
                    <a:lnTo>
                      <a:pt x="99" y="34"/>
                    </a:lnTo>
                    <a:lnTo>
                      <a:pt x="100" y="36"/>
                    </a:lnTo>
                    <a:lnTo>
                      <a:pt x="100" y="36"/>
                    </a:lnTo>
                    <a:lnTo>
                      <a:pt x="103" y="38"/>
                    </a:lnTo>
                    <a:lnTo>
                      <a:pt x="103" y="28"/>
                    </a:lnTo>
                    <a:lnTo>
                      <a:pt x="103" y="28"/>
                    </a:lnTo>
                    <a:close/>
                    <a:moveTo>
                      <a:pt x="103" y="99"/>
                    </a:moveTo>
                    <a:lnTo>
                      <a:pt x="103" y="99"/>
                    </a:lnTo>
                    <a:lnTo>
                      <a:pt x="100" y="99"/>
                    </a:lnTo>
                    <a:lnTo>
                      <a:pt x="100" y="99"/>
                    </a:lnTo>
                    <a:lnTo>
                      <a:pt x="99" y="101"/>
                    </a:lnTo>
                    <a:lnTo>
                      <a:pt x="100" y="104"/>
                    </a:lnTo>
                    <a:lnTo>
                      <a:pt x="103" y="107"/>
                    </a:lnTo>
                    <a:lnTo>
                      <a:pt x="103" y="99"/>
                    </a:lnTo>
                    <a:lnTo>
                      <a:pt x="103" y="99"/>
                    </a:lnTo>
                    <a:close/>
                    <a:moveTo>
                      <a:pt x="69" y="24"/>
                    </a:moveTo>
                    <a:lnTo>
                      <a:pt x="69" y="0"/>
                    </a:lnTo>
                    <a:lnTo>
                      <a:pt x="69" y="0"/>
                    </a:lnTo>
                    <a:lnTo>
                      <a:pt x="72" y="1"/>
                    </a:lnTo>
                    <a:lnTo>
                      <a:pt x="72" y="4"/>
                    </a:lnTo>
                    <a:lnTo>
                      <a:pt x="72" y="20"/>
                    </a:lnTo>
                    <a:lnTo>
                      <a:pt x="72" y="20"/>
                    </a:lnTo>
                    <a:lnTo>
                      <a:pt x="72" y="23"/>
                    </a:lnTo>
                    <a:lnTo>
                      <a:pt x="69" y="24"/>
                    </a:lnTo>
                    <a:lnTo>
                      <a:pt x="69" y="24"/>
                    </a:lnTo>
                    <a:close/>
                    <a:moveTo>
                      <a:pt x="69" y="147"/>
                    </a:moveTo>
                    <a:lnTo>
                      <a:pt x="67" y="147"/>
                    </a:lnTo>
                    <a:lnTo>
                      <a:pt x="67" y="147"/>
                    </a:lnTo>
                    <a:lnTo>
                      <a:pt x="60" y="146"/>
                    </a:lnTo>
                    <a:lnTo>
                      <a:pt x="53" y="142"/>
                    </a:lnTo>
                    <a:lnTo>
                      <a:pt x="49" y="137"/>
                    </a:lnTo>
                    <a:lnTo>
                      <a:pt x="48" y="130"/>
                    </a:lnTo>
                    <a:lnTo>
                      <a:pt x="48" y="99"/>
                    </a:lnTo>
                    <a:lnTo>
                      <a:pt x="48" y="99"/>
                    </a:lnTo>
                    <a:lnTo>
                      <a:pt x="41" y="92"/>
                    </a:lnTo>
                    <a:lnTo>
                      <a:pt x="35" y="84"/>
                    </a:lnTo>
                    <a:lnTo>
                      <a:pt x="35" y="51"/>
                    </a:lnTo>
                    <a:lnTo>
                      <a:pt x="35" y="51"/>
                    </a:lnTo>
                    <a:lnTo>
                      <a:pt x="41" y="43"/>
                    </a:lnTo>
                    <a:lnTo>
                      <a:pt x="49" y="36"/>
                    </a:lnTo>
                    <a:lnTo>
                      <a:pt x="59" y="32"/>
                    </a:lnTo>
                    <a:lnTo>
                      <a:pt x="64" y="31"/>
                    </a:lnTo>
                    <a:lnTo>
                      <a:pt x="69" y="30"/>
                    </a:lnTo>
                    <a:lnTo>
                      <a:pt x="69" y="38"/>
                    </a:lnTo>
                    <a:lnTo>
                      <a:pt x="69" y="38"/>
                    </a:lnTo>
                    <a:lnTo>
                      <a:pt x="64" y="39"/>
                    </a:lnTo>
                    <a:lnTo>
                      <a:pt x="57" y="40"/>
                    </a:lnTo>
                    <a:lnTo>
                      <a:pt x="53" y="43"/>
                    </a:lnTo>
                    <a:lnTo>
                      <a:pt x="48" y="47"/>
                    </a:lnTo>
                    <a:lnTo>
                      <a:pt x="48" y="47"/>
                    </a:lnTo>
                    <a:lnTo>
                      <a:pt x="45" y="51"/>
                    </a:lnTo>
                    <a:lnTo>
                      <a:pt x="42" y="57"/>
                    </a:lnTo>
                    <a:lnTo>
                      <a:pt x="40" y="62"/>
                    </a:lnTo>
                    <a:lnTo>
                      <a:pt x="40" y="68"/>
                    </a:lnTo>
                    <a:lnTo>
                      <a:pt x="40" y="68"/>
                    </a:lnTo>
                    <a:lnTo>
                      <a:pt x="41" y="76"/>
                    </a:lnTo>
                    <a:lnTo>
                      <a:pt x="44" y="82"/>
                    </a:lnTo>
                    <a:lnTo>
                      <a:pt x="48" y="89"/>
                    </a:lnTo>
                    <a:lnTo>
                      <a:pt x="54" y="93"/>
                    </a:lnTo>
                    <a:lnTo>
                      <a:pt x="54" y="93"/>
                    </a:lnTo>
                    <a:lnTo>
                      <a:pt x="54" y="93"/>
                    </a:lnTo>
                    <a:lnTo>
                      <a:pt x="56" y="95"/>
                    </a:lnTo>
                    <a:lnTo>
                      <a:pt x="56" y="97"/>
                    </a:lnTo>
                    <a:lnTo>
                      <a:pt x="56" y="114"/>
                    </a:lnTo>
                    <a:lnTo>
                      <a:pt x="69" y="114"/>
                    </a:lnTo>
                    <a:lnTo>
                      <a:pt x="69" y="147"/>
                    </a:lnTo>
                    <a:lnTo>
                      <a:pt x="69" y="147"/>
                    </a:lnTo>
                    <a:close/>
                    <a:moveTo>
                      <a:pt x="69" y="0"/>
                    </a:moveTo>
                    <a:lnTo>
                      <a:pt x="69" y="24"/>
                    </a:lnTo>
                    <a:lnTo>
                      <a:pt x="69" y="24"/>
                    </a:lnTo>
                    <a:lnTo>
                      <a:pt x="69" y="24"/>
                    </a:lnTo>
                    <a:lnTo>
                      <a:pt x="69" y="24"/>
                    </a:lnTo>
                    <a:lnTo>
                      <a:pt x="67" y="23"/>
                    </a:lnTo>
                    <a:lnTo>
                      <a:pt x="65" y="20"/>
                    </a:lnTo>
                    <a:lnTo>
                      <a:pt x="65" y="4"/>
                    </a:lnTo>
                    <a:lnTo>
                      <a:pt x="65" y="4"/>
                    </a:lnTo>
                    <a:lnTo>
                      <a:pt x="67" y="1"/>
                    </a:lnTo>
                    <a:lnTo>
                      <a:pt x="69" y="0"/>
                    </a:lnTo>
                    <a:lnTo>
                      <a:pt x="69" y="0"/>
                    </a:lnTo>
                    <a:lnTo>
                      <a:pt x="69" y="0"/>
                    </a:lnTo>
                    <a:close/>
                    <a:moveTo>
                      <a:pt x="35" y="107"/>
                    </a:moveTo>
                    <a:lnTo>
                      <a:pt x="38" y="104"/>
                    </a:lnTo>
                    <a:lnTo>
                      <a:pt x="38" y="104"/>
                    </a:lnTo>
                    <a:lnTo>
                      <a:pt x="38" y="101"/>
                    </a:lnTo>
                    <a:lnTo>
                      <a:pt x="38" y="99"/>
                    </a:lnTo>
                    <a:lnTo>
                      <a:pt x="38" y="99"/>
                    </a:lnTo>
                    <a:lnTo>
                      <a:pt x="35" y="99"/>
                    </a:lnTo>
                    <a:lnTo>
                      <a:pt x="35" y="107"/>
                    </a:lnTo>
                    <a:lnTo>
                      <a:pt x="35" y="107"/>
                    </a:lnTo>
                    <a:close/>
                    <a:moveTo>
                      <a:pt x="35" y="38"/>
                    </a:moveTo>
                    <a:lnTo>
                      <a:pt x="35" y="38"/>
                    </a:lnTo>
                    <a:lnTo>
                      <a:pt x="38" y="36"/>
                    </a:lnTo>
                    <a:lnTo>
                      <a:pt x="38" y="36"/>
                    </a:lnTo>
                    <a:lnTo>
                      <a:pt x="38" y="34"/>
                    </a:lnTo>
                    <a:lnTo>
                      <a:pt x="38" y="31"/>
                    </a:lnTo>
                    <a:lnTo>
                      <a:pt x="35" y="30"/>
                    </a:lnTo>
                    <a:lnTo>
                      <a:pt x="35" y="38"/>
                    </a:lnTo>
                    <a:close/>
                    <a:moveTo>
                      <a:pt x="35" y="84"/>
                    </a:moveTo>
                    <a:lnTo>
                      <a:pt x="35" y="84"/>
                    </a:lnTo>
                    <a:lnTo>
                      <a:pt x="33" y="76"/>
                    </a:lnTo>
                    <a:lnTo>
                      <a:pt x="31" y="68"/>
                    </a:lnTo>
                    <a:lnTo>
                      <a:pt x="31" y="68"/>
                    </a:lnTo>
                    <a:lnTo>
                      <a:pt x="33" y="59"/>
                    </a:lnTo>
                    <a:lnTo>
                      <a:pt x="35" y="51"/>
                    </a:lnTo>
                    <a:lnTo>
                      <a:pt x="35" y="84"/>
                    </a:lnTo>
                    <a:lnTo>
                      <a:pt x="35" y="84"/>
                    </a:lnTo>
                    <a:close/>
                    <a:moveTo>
                      <a:pt x="35" y="30"/>
                    </a:moveTo>
                    <a:lnTo>
                      <a:pt x="35" y="38"/>
                    </a:lnTo>
                    <a:lnTo>
                      <a:pt x="35" y="38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21" y="24"/>
                    </a:lnTo>
                    <a:lnTo>
                      <a:pt x="21" y="24"/>
                    </a:lnTo>
                    <a:lnTo>
                      <a:pt x="19" y="23"/>
                    </a:lnTo>
                    <a:lnTo>
                      <a:pt x="21" y="20"/>
                    </a:lnTo>
                    <a:lnTo>
                      <a:pt x="21" y="20"/>
                    </a:lnTo>
                    <a:lnTo>
                      <a:pt x="23" y="19"/>
                    </a:lnTo>
                    <a:lnTo>
                      <a:pt x="26" y="20"/>
                    </a:lnTo>
                    <a:lnTo>
                      <a:pt x="35" y="30"/>
                    </a:lnTo>
                    <a:lnTo>
                      <a:pt x="35" y="30"/>
                    </a:lnTo>
                    <a:close/>
                    <a:moveTo>
                      <a:pt x="35" y="99"/>
                    </a:moveTo>
                    <a:lnTo>
                      <a:pt x="35" y="107"/>
                    </a:lnTo>
                    <a:lnTo>
                      <a:pt x="26" y="116"/>
                    </a:lnTo>
                    <a:lnTo>
                      <a:pt x="26" y="116"/>
                    </a:lnTo>
                    <a:lnTo>
                      <a:pt x="23" y="118"/>
                    </a:lnTo>
                    <a:lnTo>
                      <a:pt x="21" y="116"/>
                    </a:lnTo>
                    <a:lnTo>
                      <a:pt x="21" y="116"/>
                    </a:lnTo>
                    <a:lnTo>
                      <a:pt x="19" y="114"/>
                    </a:lnTo>
                    <a:lnTo>
                      <a:pt x="21" y="111"/>
                    </a:lnTo>
                    <a:lnTo>
                      <a:pt x="33" y="99"/>
                    </a:lnTo>
                    <a:lnTo>
                      <a:pt x="33" y="99"/>
                    </a:lnTo>
                    <a:lnTo>
                      <a:pt x="33" y="99"/>
                    </a:lnTo>
                    <a:lnTo>
                      <a:pt x="35" y="99"/>
                    </a:lnTo>
                    <a:lnTo>
                      <a:pt x="35" y="99"/>
                    </a:lnTo>
                    <a:close/>
                    <a:moveTo>
                      <a:pt x="4" y="65"/>
                    </a:moveTo>
                    <a:lnTo>
                      <a:pt x="4" y="65"/>
                    </a:lnTo>
                    <a:lnTo>
                      <a:pt x="21" y="65"/>
                    </a:lnTo>
                    <a:lnTo>
                      <a:pt x="21" y="65"/>
                    </a:lnTo>
                    <a:lnTo>
                      <a:pt x="23" y="65"/>
                    </a:lnTo>
                    <a:lnTo>
                      <a:pt x="25" y="68"/>
                    </a:lnTo>
                    <a:lnTo>
                      <a:pt x="25" y="68"/>
                    </a:lnTo>
                    <a:lnTo>
                      <a:pt x="23" y="70"/>
                    </a:lnTo>
                    <a:lnTo>
                      <a:pt x="21" y="72"/>
                    </a:lnTo>
                    <a:lnTo>
                      <a:pt x="4" y="72"/>
                    </a:lnTo>
                    <a:lnTo>
                      <a:pt x="4" y="72"/>
                    </a:lnTo>
                    <a:lnTo>
                      <a:pt x="2" y="70"/>
                    </a:lnTo>
                    <a:lnTo>
                      <a:pt x="0" y="68"/>
                    </a:lnTo>
                    <a:lnTo>
                      <a:pt x="0" y="68"/>
                    </a:lnTo>
                    <a:lnTo>
                      <a:pt x="2" y="65"/>
                    </a:lnTo>
                    <a:lnTo>
                      <a:pt x="4" y="65"/>
                    </a:lnTo>
                    <a:lnTo>
                      <a:pt x="4" y="65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 fontScale="47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82" name="íś1ïḑê">
                <a:extLst>
                  <a:ext uri="{FF2B5EF4-FFF2-40B4-BE49-F238E27FC236}">
                    <a16:creationId xmlns:a16="http://schemas.microsoft.com/office/drawing/2014/main" id="{9D1983D8-5EF4-86A4-CC52-1689A03EC312}"/>
                  </a:ext>
                </a:extLst>
              </p:cNvPr>
              <p:cNvSpPr/>
              <p:nvPr/>
            </p:nvSpPr>
            <p:spPr bwMode="auto">
              <a:xfrm>
                <a:off x="2310333" y="3025305"/>
                <a:ext cx="51639" cy="51639"/>
              </a:xfrm>
              <a:custGeom>
                <a:avLst/>
                <a:gdLst>
                  <a:gd name="T0" fmla="*/ 0 w 36"/>
                  <a:gd name="T1" fmla="*/ 22 h 36"/>
                  <a:gd name="T2" fmla="*/ 0 w 36"/>
                  <a:gd name="T3" fmla="*/ 22 h 36"/>
                  <a:gd name="T4" fmla="*/ 2 w 36"/>
                  <a:gd name="T5" fmla="*/ 27 h 36"/>
                  <a:gd name="T6" fmla="*/ 8 w 36"/>
                  <a:gd name="T7" fmla="*/ 33 h 36"/>
                  <a:gd name="T8" fmla="*/ 13 w 36"/>
                  <a:gd name="T9" fmla="*/ 36 h 36"/>
                  <a:gd name="T10" fmla="*/ 21 w 36"/>
                  <a:gd name="T11" fmla="*/ 36 h 36"/>
                  <a:gd name="T12" fmla="*/ 21 w 36"/>
                  <a:gd name="T13" fmla="*/ 36 h 36"/>
                  <a:gd name="T14" fmla="*/ 28 w 36"/>
                  <a:gd name="T15" fmla="*/ 33 h 36"/>
                  <a:gd name="T16" fmla="*/ 32 w 36"/>
                  <a:gd name="T17" fmla="*/ 29 h 36"/>
                  <a:gd name="T18" fmla="*/ 35 w 36"/>
                  <a:gd name="T19" fmla="*/ 22 h 36"/>
                  <a:gd name="T20" fmla="*/ 36 w 36"/>
                  <a:gd name="T21" fmla="*/ 15 h 36"/>
                  <a:gd name="T22" fmla="*/ 36 w 36"/>
                  <a:gd name="T23" fmla="*/ 15 h 36"/>
                  <a:gd name="T24" fmla="*/ 33 w 36"/>
                  <a:gd name="T25" fmla="*/ 8 h 36"/>
                  <a:gd name="T26" fmla="*/ 28 w 36"/>
                  <a:gd name="T27" fmla="*/ 3 h 36"/>
                  <a:gd name="T28" fmla="*/ 21 w 36"/>
                  <a:gd name="T29" fmla="*/ 0 h 36"/>
                  <a:gd name="T30" fmla="*/ 14 w 36"/>
                  <a:gd name="T31" fmla="*/ 0 h 36"/>
                  <a:gd name="T32" fmla="*/ 14 w 36"/>
                  <a:gd name="T33" fmla="*/ 0 h 36"/>
                  <a:gd name="T34" fmla="*/ 8 w 36"/>
                  <a:gd name="T35" fmla="*/ 3 h 36"/>
                  <a:gd name="T36" fmla="*/ 4 w 36"/>
                  <a:gd name="T37" fmla="*/ 8 h 36"/>
                  <a:gd name="T38" fmla="*/ 1 w 36"/>
                  <a:gd name="T39" fmla="*/ 14 h 36"/>
                  <a:gd name="T40" fmla="*/ 0 w 36"/>
                  <a:gd name="T41" fmla="*/ 22 h 36"/>
                  <a:gd name="T42" fmla="*/ 0 w 36"/>
                  <a:gd name="T43" fmla="*/ 2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6" h="36">
                    <a:moveTo>
                      <a:pt x="0" y="22"/>
                    </a:moveTo>
                    <a:lnTo>
                      <a:pt x="0" y="22"/>
                    </a:lnTo>
                    <a:lnTo>
                      <a:pt x="2" y="27"/>
                    </a:lnTo>
                    <a:lnTo>
                      <a:pt x="8" y="33"/>
                    </a:lnTo>
                    <a:lnTo>
                      <a:pt x="13" y="36"/>
                    </a:lnTo>
                    <a:lnTo>
                      <a:pt x="21" y="36"/>
                    </a:lnTo>
                    <a:lnTo>
                      <a:pt x="21" y="36"/>
                    </a:lnTo>
                    <a:lnTo>
                      <a:pt x="28" y="33"/>
                    </a:lnTo>
                    <a:lnTo>
                      <a:pt x="32" y="29"/>
                    </a:lnTo>
                    <a:lnTo>
                      <a:pt x="35" y="22"/>
                    </a:lnTo>
                    <a:lnTo>
                      <a:pt x="36" y="15"/>
                    </a:lnTo>
                    <a:lnTo>
                      <a:pt x="36" y="15"/>
                    </a:lnTo>
                    <a:lnTo>
                      <a:pt x="33" y="8"/>
                    </a:lnTo>
                    <a:lnTo>
                      <a:pt x="28" y="3"/>
                    </a:lnTo>
                    <a:lnTo>
                      <a:pt x="21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8" y="3"/>
                    </a:lnTo>
                    <a:lnTo>
                      <a:pt x="4" y="8"/>
                    </a:lnTo>
                    <a:lnTo>
                      <a:pt x="1" y="14"/>
                    </a:lnTo>
                    <a:lnTo>
                      <a:pt x="0" y="22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83" name="íśḷïde">
                <a:extLst>
                  <a:ext uri="{FF2B5EF4-FFF2-40B4-BE49-F238E27FC236}">
                    <a16:creationId xmlns:a16="http://schemas.microsoft.com/office/drawing/2014/main" id="{AF3590FF-D4FF-4304-9C56-1AD9EBA8021B}"/>
                  </a:ext>
                </a:extLst>
              </p:cNvPr>
              <p:cNvSpPr/>
              <p:nvPr/>
            </p:nvSpPr>
            <p:spPr bwMode="auto">
              <a:xfrm>
                <a:off x="2324677" y="2863215"/>
                <a:ext cx="48770" cy="173565"/>
              </a:xfrm>
              <a:custGeom>
                <a:avLst/>
                <a:gdLst>
                  <a:gd name="T0" fmla="*/ 0 w 34"/>
                  <a:gd name="T1" fmla="*/ 121 h 121"/>
                  <a:gd name="T2" fmla="*/ 0 w 34"/>
                  <a:gd name="T3" fmla="*/ 121 h 121"/>
                  <a:gd name="T4" fmla="*/ 21 w 34"/>
                  <a:gd name="T5" fmla="*/ 17 h 121"/>
                  <a:gd name="T6" fmla="*/ 21 w 34"/>
                  <a:gd name="T7" fmla="*/ 17 h 121"/>
                  <a:gd name="T8" fmla="*/ 27 w 34"/>
                  <a:gd name="T9" fmla="*/ 9 h 121"/>
                  <a:gd name="T10" fmla="*/ 31 w 34"/>
                  <a:gd name="T11" fmla="*/ 2 h 121"/>
                  <a:gd name="T12" fmla="*/ 34 w 34"/>
                  <a:gd name="T13" fmla="*/ 0 h 121"/>
                  <a:gd name="T14" fmla="*/ 34 w 34"/>
                  <a:gd name="T15" fmla="*/ 0 h 121"/>
                  <a:gd name="T16" fmla="*/ 31 w 34"/>
                  <a:gd name="T17" fmla="*/ 19 h 121"/>
                  <a:gd name="T18" fmla="*/ 25 w 34"/>
                  <a:gd name="T19" fmla="*/ 61 h 121"/>
                  <a:gd name="T20" fmla="*/ 14 w 34"/>
                  <a:gd name="T21" fmla="*/ 121 h 121"/>
                  <a:gd name="T22" fmla="*/ 0 w 34"/>
                  <a:gd name="T23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4" h="121">
                    <a:moveTo>
                      <a:pt x="0" y="121"/>
                    </a:moveTo>
                    <a:lnTo>
                      <a:pt x="0" y="121"/>
                    </a:lnTo>
                    <a:lnTo>
                      <a:pt x="21" y="17"/>
                    </a:lnTo>
                    <a:lnTo>
                      <a:pt x="21" y="17"/>
                    </a:lnTo>
                    <a:lnTo>
                      <a:pt x="27" y="9"/>
                    </a:lnTo>
                    <a:lnTo>
                      <a:pt x="31" y="2"/>
                    </a:lnTo>
                    <a:lnTo>
                      <a:pt x="34" y="0"/>
                    </a:lnTo>
                    <a:lnTo>
                      <a:pt x="34" y="0"/>
                    </a:lnTo>
                    <a:lnTo>
                      <a:pt x="31" y="19"/>
                    </a:lnTo>
                    <a:lnTo>
                      <a:pt x="25" y="61"/>
                    </a:lnTo>
                    <a:lnTo>
                      <a:pt x="14" y="121"/>
                    </a:lnTo>
                    <a:lnTo>
                      <a:pt x="0" y="121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325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84" name="iṡḻide">
                <a:extLst>
                  <a:ext uri="{FF2B5EF4-FFF2-40B4-BE49-F238E27FC236}">
                    <a16:creationId xmlns:a16="http://schemas.microsoft.com/office/drawing/2014/main" id="{7CE9E050-79A7-E514-F4D9-C7CD6976D481}"/>
                  </a:ext>
                </a:extLst>
              </p:cNvPr>
              <p:cNvSpPr/>
              <p:nvPr/>
            </p:nvSpPr>
            <p:spPr bwMode="auto">
              <a:xfrm>
                <a:off x="2228572" y="2890469"/>
                <a:ext cx="111884" cy="150615"/>
              </a:xfrm>
              <a:custGeom>
                <a:avLst/>
                <a:gdLst>
                  <a:gd name="T0" fmla="*/ 77 w 78"/>
                  <a:gd name="T1" fmla="*/ 98 h 105"/>
                  <a:gd name="T2" fmla="*/ 19 w 78"/>
                  <a:gd name="T3" fmla="*/ 13 h 105"/>
                  <a:gd name="T4" fmla="*/ 0 w 78"/>
                  <a:gd name="T5" fmla="*/ 0 h 105"/>
                  <a:gd name="T6" fmla="*/ 8 w 78"/>
                  <a:gd name="T7" fmla="*/ 20 h 105"/>
                  <a:gd name="T8" fmla="*/ 66 w 78"/>
                  <a:gd name="T9" fmla="*/ 105 h 105"/>
                  <a:gd name="T10" fmla="*/ 78 w 78"/>
                  <a:gd name="T11" fmla="*/ 98 h 105"/>
                  <a:gd name="T12" fmla="*/ 77 w 78"/>
                  <a:gd name="T13" fmla="*/ 98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" h="105">
                    <a:moveTo>
                      <a:pt x="77" y="98"/>
                    </a:moveTo>
                    <a:lnTo>
                      <a:pt x="19" y="13"/>
                    </a:lnTo>
                    <a:lnTo>
                      <a:pt x="0" y="0"/>
                    </a:lnTo>
                    <a:lnTo>
                      <a:pt x="8" y="20"/>
                    </a:lnTo>
                    <a:lnTo>
                      <a:pt x="66" y="105"/>
                    </a:lnTo>
                    <a:lnTo>
                      <a:pt x="78" y="98"/>
                    </a:lnTo>
                    <a:lnTo>
                      <a:pt x="77" y="98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85" name="ïsľíde">
                <a:extLst>
                  <a:ext uri="{FF2B5EF4-FFF2-40B4-BE49-F238E27FC236}">
                    <a16:creationId xmlns:a16="http://schemas.microsoft.com/office/drawing/2014/main" id="{3E5CF213-97DD-7F52-9860-0213DDDFEDEE}"/>
                  </a:ext>
                </a:extLst>
              </p:cNvPr>
              <p:cNvSpPr/>
              <p:nvPr/>
            </p:nvSpPr>
            <p:spPr bwMode="auto">
              <a:xfrm>
                <a:off x="2336152" y="3066903"/>
                <a:ext cx="12910" cy="27254"/>
              </a:xfrm>
              <a:custGeom>
                <a:avLst/>
                <a:gdLst>
                  <a:gd name="T0" fmla="*/ 7 w 9"/>
                  <a:gd name="T1" fmla="*/ 2 h 19"/>
                  <a:gd name="T2" fmla="*/ 7 w 9"/>
                  <a:gd name="T3" fmla="*/ 2 h 19"/>
                  <a:gd name="T4" fmla="*/ 6 w 9"/>
                  <a:gd name="T5" fmla="*/ 0 h 19"/>
                  <a:gd name="T6" fmla="*/ 3 w 9"/>
                  <a:gd name="T7" fmla="*/ 0 h 19"/>
                  <a:gd name="T8" fmla="*/ 3 w 9"/>
                  <a:gd name="T9" fmla="*/ 0 h 19"/>
                  <a:gd name="T10" fmla="*/ 0 w 9"/>
                  <a:gd name="T11" fmla="*/ 1 h 19"/>
                  <a:gd name="T12" fmla="*/ 0 w 9"/>
                  <a:gd name="T13" fmla="*/ 4 h 19"/>
                  <a:gd name="T14" fmla="*/ 3 w 9"/>
                  <a:gd name="T15" fmla="*/ 16 h 19"/>
                  <a:gd name="T16" fmla="*/ 3 w 9"/>
                  <a:gd name="T17" fmla="*/ 16 h 19"/>
                  <a:gd name="T18" fmla="*/ 3 w 9"/>
                  <a:gd name="T19" fmla="*/ 19 h 19"/>
                  <a:gd name="T20" fmla="*/ 6 w 9"/>
                  <a:gd name="T21" fmla="*/ 19 h 19"/>
                  <a:gd name="T22" fmla="*/ 6 w 9"/>
                  <a:gd name="T23" fmla="*/ 19 h 19"/>
                  <a:gd name="T24" fmla="*/ 9 w 9"/>
                  <a:gd name="T25" fmla="*/ 17 h 19"/>
                  <a:gd name="T26" fmla="*/ 9 w 9"/>
                  <a:gd name="T27" fmla="*/ 15 h 19"/>
                  <a:gd name="T28" fmla="*/ 7 w 9"/>
                  <a:gd name="T29" fmla="*/ 2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" h="19">
                    <a:moveTo>
                      <a:pt x="7" y="2"/>
                    </a:moveTo>
                    <a:lnTo>
                      <a:pt x="7" y="2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0" y="1"/>
                    </a:lnTo>
                    <a:lnTo>
                      <a:pt x="0" y="4"/>
                    </a:lnTo>
                    <a:lnTo>
                      <a:pt x="3" y="16"/>
                    </a:lnTo>
                    <a:lnTo>
                      <a:pt x="3" y="16"/>
                    </a:lnTo>
                    <a:lnTo>
                      <a:pt x="3" y="19"/>
                    </a:lnTo>
                    <a:lnTo>
                      <a:pt x="6" y="19"/>
                    </a:lnTo>
                    <a:lnTo>
                      <a:pt x="6" y="19"/>
                    </a:lnTo>
                    <a:lnTo>
                      <a:pt x="9" y="17"/>
                    </a:lnTo>
                    <a:lnTo>
                      <a:pt x="9" y="15"/>
                    </a:lnTo>
                    <a:lnTo>
                      <a:pt x="7" y="2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86" name="îšľïďê">
                <a:extLst>
                  <a:ext uri="{FF2B5EF4-FFF2-40B4-BE49-F238E27FC236}">
                    <a16:creationId xmlns:a16="http://schemas.microsoft.com/office/drawing/2014/main" id="{7252F988-6A81-AAA9-A258-B623998108DE}"/>
                  </a:ext>
                </a:extLst>
              </p:cNvPr>
              <p:cNvSpPr/>
              <p:nvPr/>
            </p:nvSpPr>
            <p:spPr bwMode="auto">
              <a:xfrm>
                <a:off x="2212811" y="1680438"/>
                <a:ext cx="196516" cy="213728"/>
              </a:xfrm>
              <a:custGeom>
                <a:avLst/>
                <a:gdLst>
                  <a:gd name="T0" fmla="*/ 105 w 137"/>
                  <a:gd name="T1" fmla="*/ 69 h 149"/>
                  <a:gd name="T2" fmla="*/ 103 w 137"/>
                  <a:gd name="T3" fmla="*/ 51 h 149"/>
                  <a:gd name="T4" fmla="*/ 103 w 137"/>
                  <a:gd name="T5" fmla="*/ 99 h 149"/>
                  <a:gd name="T6" fmla="*/ 116 w 137"/>
                  <a:gd name="T7" fmla="*/ 112 h 149"/>
                  <a:gd name="T8" fmla="*/ 114 w 137"/>
                  <a:gd name="T9" fmla="*/ 118 h 149"/>
                  <a:gd name="T10" fmla="*/ 103 w 137"/>
                  <a:gd name="T11" fmla="*/ 38 h 149"/>
                  <a:gd name="T12" fmla="*/ 114 w 137"/>
                  <a:gd name="T13" fmla="*/ 19 h 149"/>
                  <a:gd name="T14" fmla="*/ 116 w 137"/>
                  <a:gd name="T15" fmla="*/ 26 h 149"/>
                  <a:gd name="T16" fmla="*/ 103 w 137"/>
                  <a:gd name="T17" fmla="*/ 38 h 149"/>
                  <a:gd name="T18" fmla="*/ 112 w 137"/>
                  <a:gd name="T19" fmla="*/ 69 h 149"/>
                  <a:gd name="T20" fmla="*/ 133 w 137"/>
                  <a:gd name="T21" fmla="*/ 65 h 149"/>
                  <a:gd name="T22" fmla="*/ 135 w 137"/>
                  <a:gd name="T23" fmla="*/ 72 h 149"/>
                  <a:gd name="T24" fmla="*/ 114 w 137"/>
                  <a:gd name="T25" fmla="*/ 72 h 149"/>
                  <a:gd name="T26" fmla="*/ 69 w 137"/>
                  <a:gd name="T27" fmla="*/ 31 h 149"/>
                  <a:gd name="T28" fmla="*/ 103 w 137"/>
                  <a:gd name="T29" fmla="*/ 51 h 149"/>
                  <a:gd name="T30" fmla="*/ 89 w 137"/>
                  <a:gd name="T31" fmla="*/ 100 h 149"/>
                  <a:gd name="T32" fmla="*/ 84 w 137"/>
                  <a:gd name="T33" fmla="*/ 144 h 149"/>
                  <a:gd name="T34" fmla="*/ 69 w 137"/>
                  <a:gd name="T35" fmla="*/ 115 h 149"/>
                  <a:gd name="T36" fmla="*/ 81 w 137"/>
                  <a:gd name="T37" fmla="*/ 96 h 149"/>
                  <a:gd name="T38" fmla="*/ 95 w 137"/>
                  <a:gd name="T39" fmla="*/ 84 h 149"/>
                  <a:gd name="T40" fmla="*/ 97 w 137"/>
                  <a:gd name="T41" fmla="*/ 62 h 149"/>
                  <a:gd name="T42" fmla="*/ 89 w 137"/>
                  <a:gd name="T43" fmla="*/ 47 h 149"/>
                  <a:gd name="T44" fmla="*/ 69 w 137"/>
                  <a:gd name="T45" fmla="*/ 39 h 149"/>
                  <a:gd name="T46" fmla="*/ 100 w 137"/>
                  <a:gd name="T47" fmla="*/ 33 h 149"/>
                  <a:gd name="T48" fmla="*/ 100 w 137"/>
                  <a:gd name="T49" fmla="*/ 38 h 149"/>
                  <a:gd name="T50" fmla="*/ 103 w 137"/>
                  <a:gd name="T51" fmla="*/ 99 h 149"/>
                  <a:gd name="T52" fmla="*/ 99 w 137"/>
                  <a:gd name="T53" fmla="*/ 103 h 149"/>
                  <a:gd name="T54" fmla="*/ 103 w 137"/>
                  <a:gd name="T55" fmla="*/ 99 h 149"/>
                  <a:gd name="T56" fmla="*/ 70 w 137"/>
                  <a:gd name="T57" fmla="*/ 1 h 149"/>
                  <a:gd name="T58" fmla="*/ 70 w 137"/>
                  <a:gd name="T59" fmla="*/ 23 h 149"/>
                  <a:gd name="T60" fmla="*/ 66 w 137"/>
                  <a:gd name="T61" fmla="*/ 149 h 149"/>
                  <a:gd name="T62" fmla="*/ 49 w 137"/>
                  <a:gd name="T63" fmla="*/ 137 h 149"/>
                  <a:gd name="T64" fmla="*/ 39 w 137"/>
                  <a:gd name="T65" fmla="*/ 93 h 149"/>
                  <a:gd name="T66" fmla="*/ 40 w 137"/>
                  <a:gd name="T67" fmla="*/ 43 h 149"/>
                  <a:gd name="T68" fmla="*/ 69 w 137"/>
                  <a:gd name="T69" fmla="*/ 31 h 149"/>
                  <a:gd name="T70" fmla="*/ 57 w 137"/>
                  <a:gd name="T71" fmla="*/ 41 h 149"/>
                  <a:gd name="T72" fmla="*/ 43 w 137"/>
                  <a:gd name="T73" fmla="*/ 51 h 149"/>
                  <a:gd name="T74" fmla="*/ 38 w 137"/>
                  <a:gd name="T75" fmla="*/ 69 h 149"/>
                  <a:gd name="T76" fmla="*/ 53 w 137"/>
                  <a:gd name="T77" fmla="*/ 95 h 149"/>
                  <a:gd name="T78" fmla="*/ 55 w 137"/>
                  <a:gd name="T79" fmla="*/ 98 h 149"/>
                  <a:gd name="T80" fmla="*/ 69 w 137"/>
                  <a:gd name="T81" fmla="*/ 149 h 149"/>
                  <a:gd name="T82" fmla="*/ 68 w 137"/>
                  <a:gd name="T83" fmla="*/ 24 h 149"/>
                  <a:gd name="T84" fmla="*/ 65 w 137"/>
                  <a:gd name="T85" fmla="*/ 4 h 149"/>
                  <a:gd name="T86" fmla="*/ 69 w 137"/>
                  <a:gd name="T87" fmla="*/ 0 h 149"/>
                  <a:gd name="T88" fmla="*/ 36 w 137"/>
                  <a:gd name="T89" fmla="*/ 106 h 149"/>
                  <a:gd name="T90" fmla="*/ 34 w 137"/>
                  <a:gd name="T91" fmla="*/ 99 h 149"/>
                  <a:gd name="T92" fmla="*/ 34 w 137"/>
                  <a:gd name="T93" fmla="*/ 38 h 149"/>
                  <a:gd name="T94" fmla="*/ 36 w 137"/>
                  <a:gd name="T95" fmla="*/ 33 h 149"/>
                  <a:gd name="T96" fmla="*/ 34 w 137"/>
                  <a:gd name="T97" fmla="*/ 85 h 149"/>
                  <a:gd name="T98" fmla="*/ 31 w 137"/>
                  <a:gd name="T99" fmla="*/ 61 h 149"/>
                  <a:gd name="T100" fmla="*/ 34 w 137"/>
                  <a:gd name="T101" fmla="*/ 30 h 149"/>
                  <a:gd name="T102" fmla="*/ 31 w 137"/>
                  <a:gd name="T103" fmla="*/ 38 h 149"/>
                  <a:gd name="T104" fmla="*/ 20 w 137"/>
                  <a:gd name="T105" fmla="*/ 20 h 149"/>
                  <a:gd name="T106" fmla="*/ 34 w 137"/>
                  <a:gd name="T107" fmla="*/ 30 h 149"/>
                  <a:gd name="T108" fmla="*/ 24 w 137"/>
                  <a:gd name="T109" fmla="*/ 116 h 149"/>
                  <a:gd name="T110" fmla="*/ 20 w 137"/>
                  <a:gd name="T111" fmla="*/ 116 h 149"/>
                  <a:gd name="T112" fmla="*/ 31 w 137"/>
                  <a:gd name="T113" fmla="*/ 100 h 149"/>
                  <a:gd name="T114" fmla="*/ 4 w 137"/>
                  <a:gd name="T115" fmla="*/ 65 h 149"/>
                  <a:gd name="T116" fmla="*/ 23 w 137"/>
                  <a:gd name="T117" fmla="*/ 66 h 149"/>
                  <a:gd name="T118" fmla="*/ 20 w 137"/>
                  <a:gd name="T119" fmla="*/ 72 h 149"/>
                  <a:gd name="T120" fmla="*/ 0 w 137"/>
                  <a:gd name="T121" fmla="*/ 69 h 149"/>
                  <a:gd name="T122" fmla="*/ 4 w 137"/>
                  <a:gd name="T123" fmla="*/ 65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37" h="149">
                    <a:moveTo>
                      <a:pt x="103" y="51"/>
                    </a:moveTo>
                    <a:lnTo>
                      <a:pt x="103" y="51"/>
                    </a:lnTo>
                    <a:lnTo>
                      <a:pt x="105" y="60"/>
                    </a:lnTo>
                    <a:lnTo>
                      <a:pt x="105" y="69"/>
                    </a:lnTo>
                    <a:lnTo>
                      <a:pt x="105" y="69"/>
                    </a:lnTo>
                    <a:lnTo>
                      <a:pt x="105" y="77"/>
                    </a:lnTo>
                    <a:lnTo>
                      <a:pt x="103" y="85"/>
                    </a:lnTo>
                    <a:lnTo>
                      <a:pt x="103" y="51"/>
                    </a:lnTo>
                    <a:lnTo>
                      <a:pt x="103" y="51"/>
                    </a:lnTo>
                    <a:close/>
                    <a:moveTo>
                      <a:pt x="103" y="108"/>
                    </a:moveTo>
                    <a:lnTo>
                      <a:pt x="103" y="99"/>
                    </a:lnTo>
                    <a:lnTo>
                      <a:pt x="103" y="99"/>
                    </a:lnTo>
                    <a:lnTo>
                      <a:pt x="104" y="100"/>
                    </a:lnTo>
                    <a:lnTo>
                      <a:pt x="104" y="100"/>
                    </a:lnTo>
                    <a:lnTo>
                      <a:pt x="116" y="112"/>
                    </a:lnTo>
                    <a:lnTo>
                      <a:pt x="116" y="112"/>
                    </a:lnTo>
                    <a:lnTo>
                      <a:pt x="118" y="115"/>
                    </a:lnTo>
                    <a:lnTo>
                      <a:pt x="116" y="116"/>
                    </a:lnTo>
                    <a:lnTo>
                      <a:pt x="116" y="116"/>
                    </a:lnTo>
                    <a:lnTo>
                      <a:pt x="114" y="118"/>
                    </a:lnTo>
                    <a:lnTo>
                      <a:pt x="111" y="116"/>
                    </a:lnTo>
                    <a:lnTo>
                      <a:pt x="103" y="108"/>
                    </a:lnTo>
                    <a:lnTo>
                      <a:pt x="103" y="108"/>
                    </a:lnTo>
                    <a:close/>
                    <a:moveTo>
                      <a:pt x="103" y="38"/>
                    </a:moveTo>
                    <a:lnTo>
                      <a:pt x="103" y="30"/>
                    </a:lnTo>
                    <a:lnTo>
                      <a:pt x="111" y="20"/>
                    </a:lnTo>
                    <a:lnTo>
                      <a:pt x="111" y="20"/>
                    </a:lnTo>
                    <a:lnTo>
                      <a:pt x="114" y="19"/>
                    </a:lnTo>
                    <a:lnTo>
                      <a:pt x="116" y="20"/>
                    </a:lnTo>
                    <a:lnTo>
                      <a:pt x="116" y="20"/>
                    </a:lnTo>
                    <a:lnTo>
                      <a:pt x="118" y="23"/>
                    </a:lnTo>
                    <a:lnTo>
                      <a:pt x="116" y="26"/>
                    </a:lnTo>
                    <a:lnTo>
                      <a:pt x="104" y="38"/>
                    </a:lnTo>
                    <a:lnTo>
                      <a:pt x="104" y="38"/>
                    </a:lnTo>
                    <a:lnTo>
                      <a:pt x="104" y="38"/>
                    </a:lnTo>
                    <a:lnTo>
                      <a:pt x="103" y="38"/>
                    </a:lnTo>
                    <a:lnTo>
                      <a:pt x="103" y="38"/>
                    </a:lnTo>
                    <a:close/>
                    <a:moveTo>
                      <a:pt x="112" y="69"/>
                    </a:moveTo>
                    <a:lnTo>
                      <a:pt x="112" y="69"/>
                    </a:lnTo>
                    <a:lnTo>
                      <a:pt x="112" y="69"/>
                    </a:lnTo>
                    <a:lnTo>
                      <a:pt x="114" y="66"/>
                    </a:lnTo>
                    <a:lnTo>
                      <a:pt x="116" y="65"/>
                    </a:lnTo>
                    <a:lnTo>
                      <a:pt x="133" y="65"/>
                    </a:lnTo>
                    <a:lnTo>
                      <a:pt x="133" y="65"/>
                    </a:lnTo>
                    <a:lnTo>
                      <a:pt x="135" y="66"/>
                    </a:lnTo>
                    <a:lnTo>
                      <a:pt x="137" y="69"/>
                    </a:lnTo>
                    <a:lnTo>
                      <a:pt x="137" y="69"/>
                    </a:lnTo>
                    <a:lnTo>
                      <a:pt x="135" y="72"/>
                    </a:lnTo>
                    <a:lnTo>
                      <a:pt x="133" y="72"/>
                    </a:lnTo>
                    <a:lnTo>
                      <a:pt x="116" y="72"/>
                    </a:lnTo>
                    <a:lnTo>
                      <a:pt x="116" y="72"/>
                    </a:lnTo>
                    <a:lnTo>
                      <a:pt x="114" y="72"/>
                    </a:lnTo>
                    <a:lnTo>
                      <a:pt x="112" y="69"/>
                    </a:lnTo>
                    <a:lnTo>
                      <a:pt x="112" y="69"/>
                    </a:lnTo>
                    <a:close/>
                    <a:moveTo>
                      <a:pt x="69" y="31"/>
                    </a:moveTo>
                    <a:lnTo>
                      <a:pt x="69" y="31"/>
                    </a:lnTo>
                    <a:lnTo>
                      <a:pt x="78" y="33"/>
                    </a:lnTo>
                    <a:lnTo>
                      <a:pt x="88" y="37"/>
                    </a:lnTo>
                    <a:lnTo>
                      <a:pt x="96" y="43"/>
                    </a:lnTo>
                    <a:lnTo>
                      <a:pt x="103" y="51"/>
                    </a:lnTo>
                    <a:lnTo>
                      <a:pt x="103" y="85"/>
                    </a:lnTo>
                    <a:lnTo>
                      <a:pt x="103" y="85"/>
                    </a:lnTo>
                    <a:lnTo>
                      <a:pt x="96" y="93"/>
                    </a:lnTo>
                    <a:lnTo>
                      <a:pt x="89" y="100"/>
                    </a:lnTo>
                    <a:lnTo>
                      <a:pt x="89" y="130"/>
                    </a:lnTo>
                    <a:lnTo>
                      <a:pt x="89" y="130"/>
                    </a:lnTo>
                    <a:lnTo>
                      <a:pt x="88" y="137"/>
                    </a:lnTo>
                    <a:lnTo>
                      <a:pt x="84" y="144"/>
                    </a:lnTo>
                    <a:lnTo>
                      <a:pt x="77" y="148"/>
                    </a:lnTo>
                    <a:lnTo>
                      <a:pt x="70" y="149"/>
                    </a:lnTo>
                    <a:lnTo>
                      <a:pt x="69" y="149"/>
                    </a:lnTo>
                    <a:lnTo>
                      <a:pt x="69" y="115"/>
                    </a:lnTo>
                    <a:lnTo>
                      <a:pt x="81" y="115"/>
                    </a:lnTo>
                    <a:lnTo>
                      <a:pt x="81" y="98"/>
                    </a:lnTo>
                    <a:lnTo>
                      <a:pt x="81" y="98"/>
                    </a:lnTo>
                    <a:lnTo>
                      <a:pt x="81" y="96"/>
                    </a:lnTo>
                    <a:lnTo>
                      <a:pt x="82" y="95"/>
                    </a:lnTo>
                    <a:lnTo>
                      <a:pt x="82" y="95"/>
                    </a:lnTo>
                    <a:lnTo>
                      <a:pt x="89" y="89"/>
                    </a:lnTo>
                    <a:lnTo>
                      <a:pt x="95" y="84"/>
                    </a:lnTo>
                    <a:lnTo>
                      <a:pt x="97" y="77"/>
                    </a:lnTo>
                    <a:lnTo>
                      <a:pt x="99" y="69"/>
                    </a:lnTo>
                    <a:lnTo>
                      <a:pt x="99" y="69"/>
                    </a:lnTo>
                    <a:lnTo>
                      <a:pt x="97" y="62"/>
                    </a:lnTo>
                    <a:lnTo>
                      <a:pt x="96" y="57"/>
                    </a:lnTo>
                    <a:lnTo>
                      <a:pt x="93" y="51"/>
                    </a:lnTo>
                    <a:lnTo>
                      <a:pt x="89" y="47"/>
                    </a:lnTo>
                    <a:lnTo>
                      <a:pt x="89" y="47"/>
                    </a:lnTo>
                    <a:lnTo>
                      <a:pt x="85" y="43"/>
                    </a:lnTo>
                    <a:lnTo>
                      <a:pt x="80" y="41"/>
                    </a:lnTo>
                    <a:lnTo>
                      <a:pt x="74" y="39"/>
                    </a:lnTo>
                    <a:lnTo>
                      <a:pt x="69" y="39"/>
                    </a:lnTo>
                    <a:lnTo>
                      <a:pt x="69" y="31"/>
                    </a:lnTo>
                    <a:lnTo>
                      <a:pt x="69" y="31"/>
                    </a:lnTo>
                    <a:close/>
                    <a:moveTo>
                      <a:pt x="103" y="30"/>
                    </a:moveTo>
                    <a:lnTo>
                      <a:pt x="100" y="33"/>
                    </a:lnTo>
                    <a:lnTo>
                      <a:pt x="100" y="33"/>
                    </a:lnTo>
                    <a:lnTo>
                      <a:pt x="99" y="35"/>
                    </a:lnTo>
                    <a:lnTo>
                      <a:pt x="100" y="38"/>
                    </a:lnTo>
                    <a:lnTo>
                      <a:pt x="100" y="38"/>
                    </a:lnTo>
                    <a:lnTo>
                      <a:pt x="103" y="38"/>
                    </a:lnTo>
                    <a:lnTo>
                      <a:pt x="103" y="30"/>
                    </a:lnTo>
                    <a:lnTo>
                      <a:pt x="103" y="30"/>
                    </a:lnTo>
                    <a:close/>
                    <a:moveTo>
                      <a:pt x="103" y="99"/>
                    </a:moveTo>
                    <a:lnTo>
                      <a:pt x="103" y="99"/>
                    </a:lnTo>
                    <a:lnTo>
                      <a:pt x="100" y="100"/>
                    </a:lnTo>
                    <a:lnTo>
                      <a:pt x="100" y="100"/>
                    </a:lnTo>
                    <a:lnTo>
                      <a:pt x="99" y="103"/>
                    </a:lnTo>
                    <a:lnTo>
                      <a:pt x="100" y="106"/>
                    </a:lnTo>
                    <a:lnTo>
                      <a:pt x="103" y="108"/>
                    </a:lnTo>
                    <a:lnTo>
                      <a:pt x="103" y="99"/>
                    </a:lnTo>
                    <a:lnTo>
                      <a:pt x="103" y="99"/>
                    </a:lnTo>
                    <a:close/>
                    <a:moveTo>
                      <a:pt x="69" y="24"/>
                    </a:moveTo>
                    <a:lnTo>
                      <a:pt x="69" y="0"/>
                    </a:lnTo>
                    <a:lnTo>
                      <a:pt x="69" y="0"/>
                    </a:lnTo>
                    <a:lnTo>
                      <a:pt x="70" y="1"/>
                    </a:lnTo>
                    <a:lnTo>
                      <a:pt x="72" y="4"/>
                    </a:lnTo>
                    <a:lnTo>
                      <a:pt x="72" y="20"/>
                    </a:lnTo>
                    <a:lnTo>
                      <a:pt x="72" y="20"/>
                    </a:lnTo>
                    <a:lnTo>
                      <a:pt x="70" y="23"/>
                    </a:lnTo>
                    <a:lnTo>
                      <a:pt x="69" y="24"/>
                    </a:lnTo>
                    <a:lnTo>
                      <a:pt x="69" y="24"/>
                    </a:lnTo>
                    <a:close/>
                    <a:moveTo>
                      <a:pt x="69" y="149"/>
                    </a:moveTo>
                    <a:lnTo>
                      <a:pt x="66" y="149"/>
                    </a:lnTo>
                    <a:lnTo>
                      <a:pt x="66" y="149"/>
                    </a:lnTo>
                    <a:lnTo>
                      <a:pt x="58" y="148"/>
                    </a:lnTo>
                    <a:lnTo>
                      <a:pt x="53" y="144"/>
                    </a:lnTo>
                    <a:lnTo>
                      <a:pt x="49" y="137"/>
                    </a:lnTo>
                    <a:lnTo>
                      <a:pt x="47" y="130"/>
                    </a:lnTo>
                    <a:lnTo>
                      <a:pt x="47" y="100"/>
                    </a:lnTo>
                    <a:lnTo>
                      <a:pt x="47" y="100"/>
                    </a:lnTo>
                    <a:lnTo>
                      <a:pt x="39" y="93"/>
                    </a:lnTo>
                    <a:lnTo>
                      <a:pt x="34" y="85"/>
                    </a:lnTo>
                    <a:lnTo>
                      <a:pt x="34" y="53"/>
                    </a:lnTo>
                    <a:lnTo>
                      <a:pt x="34" y="53"/>
                    </a:lnTo>
                    <a:lnTo>
                      <a:pt x="40" y="43"/>
                    </a:lnTo>
                    <a:lnTo>
                      <a:pt x="47" y="37"/>
                    </a:lnTo>
                    <a:lnTo>
                      <a:pt x="58" y="33"/>
                    </a:lnTo>
                    <a:lnTo>
                      <a:pt x="62" y="31"/>
                    </a:lnTo>
                    <a:lnTo>
                      <a:pt x="69" y="31"/>
                    </a:lnTo>
                    <a:lnTo>
                      <a:pt x="69" y="39"/>
                    </a:lnTo>
                    <a:lnTo>
                      <a:pt x="69" y="39"/>
                    </a:lnTo>
                    <a:lnTo>
                      <a:pt x="62" y="39"/>
                    </a:lnTo>
                    <a:lnTo>
                      <a:pt x="57" y="41"/>
                    </a:lnTo>
                    <a:lnTo>
                      <a:pt x="51" y="43"/>
                    </a:lnTo>
                    <a:lnTo>
                      <a:pt x="47" y="47"/>
                    </a:lnTo>
                    <a:lnTo>
                      <a:pt x="47" y="47"/>
                    </a:lnTo>
                    <a:lnTo>
                      <a:pt x="43" y="51"/>
                    </a:lnTo>
                    <a:lnTo>
                      <a:pt x="40" y="57"/>
                    </a:lnTo>
                    <a:lnTo>
                      <a:pt x="39" y="62"/>
                    </a:lnTo>
                    <a:lnTo>
                      <a:pt x="38" y="69"/>
                    </a:lnTo>
                    <a:lnTo>
                      <a:pt x="38" y="69"/>
                    </a:lnTo>
                    <a:lnTo>
                      <a:pt x="39" y="77"/>
                    </a:lnTo>
                    <a:lnTo>
                      <a:pt x="42" y="84"/>
                    </a:lnTo>
                    <a:lnTo>
                      <a:pt x="47" y="89"/>
                    </a:lnTo>
                    <a:lnTo>
                      <a:pt x="53" y="95"/>
                    </a:lnTo>
                    <a:lnTo>
                      <a:pt x="53" y="95"/>
                    </a:lnTo>
                    <a:lnTo>
                      <a:pt x="53" y="95"/>
                    </a:lnTo>
                    <a:lnTo>
                      <a:pt x="54" y="96"/>
                    </a:lnTo>
                    <a:lnTo>
                      <a:pt x="55" y="98"/>
                    </a:lnTo>
                    <a:lnTo>
                      <a:pt x="55" y="115"/>
                    </a:lnTo>
                    <a:lnTo>
                      <a:pt x="69" y="115"/>
                    </a:lnTo>
                    <a:lnTo>
                      <a:pt x="69" y="149"/>
                    </a:lnTo>
                    <a:lnTo>
                      <a:pt x="69" y="149"/>
                    </a:lnTo>
                    <a:close/>
                    <a:moveTo>
                      <a:pt x="69" y="0"/>
                    </a:moveTo>
                    <a:lnTo>
                      <a:pt x="69" y="24"/>
                    </a:lnTo>
                    <a:lnTo>
                      <a:pt x="68" y="24"/>
                    </a:lnTo>
                    <a:lnTo>
                      <a:pt x="68" y="24"/>
                    </a:lnTo>
                    <a:lnTo>
                      <a:pt x="68" y="24"/>
                    </a:lnTo>
                    <a:lnTo>
                      <a:pt x="66" y="23"/>
                    </a:lnTo>
                    <a:lnTo>
                      <a:pt x="65" y="20"/>
                    </a:lnTo>
                    <a:lnTo>
                      <a:pt x="65" y="4"/>
                    </a:lnTo>
                    <a:lnTo>
                      <a:pt x="65" y="4"/>
                    </a:lnTo>
                    <a:lnTo>
                      <a:pt x="66" y="1"/>
                    </a:lnTo>
                    <a:lnTo>
                      <a:pt x="68" y="0"/>
                    </a:lnTo>
                    <a:lnTo>
                      <a:pt x="69" y="0"/>
                    </a:lnTo>
                    <a:lnTo>
                      <a:pt x="69" y="0"/>
                    </a:lnTo>
                    <a:close/>
                    <a:moveTo>
                      <a:pt x="34" y="107"/>
                    </a:moveTo>
                    <a:lnTo>
                      <a:pt x="36" y="106"/>
                    </a:lnTo>
                    <a:lnTo>
                      <a:pt x="36" y="106"/>
                    </a:lnTo>
                    <a:lnTo>
                      <a:pt x="38" y="103"/>
                    </a:lnTo>
                    <a:lnTo>
                      <a:pt x="36" y="100"/>
                    </a:lnTo>
                    <a:lnTo>
                      <a:pt x="36" y="100"/>
                    </a:lnTo>
                    <a:lnTo>
                      <a:pt x="34" y="99"/>
                    </a:lnTo>
                    <a:lnTo>
                      <a:pt x="34" y="107"/>
                    </a:lnTo>
                    <a:lnTo>
                      <a:pt x="34" y="107"/>
                    </a:lnTo>
                    <a:close/>
                    <a:moveTo>
                      <a:pt x="34" y="38"/>
                    </a:moveTo>
                    <a:lnTo>
                      <a:pt x="34" y="38"/>
                    </a:lnTo>
                    <a:lnTo>
                      <a:pt x="36" y="38"/>
                    </a:lnTo>
                    <a:lnTo>
                      <a:pt x="36" y="38"/>
                    </a:lnTo>
                    <a:lnTo>
                      <a:pt x="38" y="35"/>
                    </a:lnTo>
                    <a:lnTo>
                      <a:pt x="36" y="33"/>
                    </a:lnTo>
                    <a:lnTo>
                      <a:pt x="34" y="30"/>
                    </a:lnTo>
                    <a:lnTo>
                      <a:pt x="34" y="38"/>
                    </a:lnTo>
                    <a:close/>
                    <a:moveTo>
                      <a:pt x="34" y="85"/>
                    </a:moveTo>
                    <a:lnTo>
                      <a:pt x="34" y="85"/>
                    </a:lnTo>
                    <a:lnTo>
                      <a:pt x="31" y="77"/>
                    </a:lnTo>
                    <a:lnTo>
                      <a:pt x="31" y="69"/>
                    </a:lnTo>
                    <a:lnTo>
                      <a:pt x="31" y="69"/>
                    </a:lnTo>
                    <a:lnTo>
                      <a:pt x="31" y="61"/>
                    </a:lnTo>
                    <a:lnTo>
                      <a:pt x="34" y="53"/>
                    </a:lnTo>
                    <a:lnTo>
                      <a:pt x="34" y="85"/>
                    </a:lnTo>
                    <a:lnTo>
                      <a:pt x="34" y="85"/>
                    </a:lnTo>
                    <a:close/>
                    <a:moveTo>
                      <a:pt x="34" y="30"/>
                    </a:moveTo>
                    <a:lnTo>
                      <a:pt x="34" y="38"/>
                    </a:lnTo>
                    <a:lnTo>
                      <a:pt x="34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20" y="26"/>
                    </a:lnTo>
                    <a:lnTo>
                      <a:pt x="20" y="26"/>
                    </a:lnTo>
                    <a:lnTo>
                      <a:pt x="19" y="23"/>
                    </a:lnTo>
                    <a:lnTo>
                      <a:pt x="20" y="20"/>
                    </a:lnTo>
                    <a:lnTo>
                      <a:pt x="20" y="20"/>
                    </a:lnTo>
                    <a:lnTo>
                      <a:pt x="23" y="19"/>
                    </a:lnTo>
                    <a:lnTo>
                      <a:pt x="24" y="20"/>
                    </a:lnTo>
                    <a:lnTo>
                      <a:pt x="34" y="30"/>
                    </a:lnTo>
                    <a:lnTo>
                      <a:pt x="34" y="30"/>
                    </a:lnTo>
                    <a:close/>
                    <a:moveTo>
                      <a:pt x="34" y="99"/>
                    </a:moveTo>
                    <a:lnTo>
                      <a:pt x="34" y="107"/>
                    </a:lnTo>
                    <a:lnTo>
                      <a:pt x="24" y="116"/>
                    </a:lnTo>
                    <a:lnTo>
                      <a:pt x="24" y="116"/>
                    </a:lnTo>
                    <a:lnTo>
                      <a:pt x="23" y="118"/>
                    </a:lnTo>
                    <a:lnTo>
                      <a:pt x="20" y="116"/>
                    </a:lnTo>
                    <a:lnTo>
                      <a:pt x="20" y="116"/>
                    </a:lnTo>
                    <a:lnTo>
                      <a:pt x="19" y="115"/>
                    </a:lnTo>
                    <a:lnTo>
                      <a:pt x="20" y="112"/>
                    </a:lnTo>
                    <a:lnTo>
                      <a:pt x="31" y="100"/>
                    </a:lnTo>
                    <a:lnTo>
                      <a:pt x="31" y="100"/>
                    </a:lnTo>
                    <a:lnTo>
                      <a:pt x="31" y="100"/>
                    </a:lnTo>
                    <a:lnTo>
                      <a:pt x="34" y="99"/>
                    </a:lnTo>
                    <a:lnTo>
                      <a:pt x="34" y="99"/>
                    </a:lnTo>
                    <a:close/>
                    <a:moveTo>
                      <a:pt x="4" y="65"/>
                    </a:moveTo>
                    <a:lnTo>
                      <a:pt x="4" y="65"/>
                    </a:lnTo>
                    <a:lnTo>
                      <a:pt x="20" y="65"/>
                    </a:lnTo>
                    <a:lnTo>
                      <a:pt x="20" y="65"/>
                    </a:lnTo>
                    <a:lnTo>
                      <a:pt x="23" y="66"/>
                    </a:lnTo>
                    <a:lnTo>
                      <a:pt x="24" y="69"/>
                    </a:lnTo>
                    <a:lnTo>
                      <a:pt x="24" y="69"/>
                    </a:lnTo>
                    <a:lnTo>
                      <a:pt x="23" y="72"/>
                    </a:lnTo>
                    <a:lnTo>
                      <a:pt x="20" y="72"/>
                    </a:lnTo>
                    <a:lnTo>
                      <a:pt x="4" y="72"/>
                    </a:lnTo>
                    <a:lnTo>
                      <a:pt x="4" y="72"/>
                    </a:lnTo>
                    <a:lnTo>
                      <a:pt x="1" y="72"/>
                    </a:lnTo>
                    <a:lnTo>
                      <a:pt x="0" y="69"/>
                    </a:lnTo>
                    <a:lnTo>
                      <a:pt x="0" y="69"/>
                    </a:lnTo>
                    <a:lnTo>
                      <a:pt x="1" y="66"/>
                    </a:lnTo>
                    <a:lnTo>
                      <a:pt x="4" y="65"/>
                    </a:lnTo>
                    <a:lnTo>
                      <a:pt x="4" y="65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 fontScale="5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187" name="îŝľiḓè">
                <a:extLst>
                  <a:ext uri="{FF2B5EF4-FFF2-40B4-BE49-F238E27FC236}">
                    <a16:creationId xmlns:a16="http://schemas.microsoft.com/office/drawing/2014/main" id="{BD9BDC13-66FB-2B4C-DE26-5674FCB78FB1}"/>
                  </a:ext>
                </a:extLst>
              </p:cNvPr>
              <p:cNvSpPr/>
              <p:nvPr/>
            </p:nvSpPr>
            <p:spPr bwMode="auto">
              <a:xfrm>
                <a:off x="1383477" y="2333768"/>
                <a:ext cx="516746" cy="492816"/>
              </a:xfrm>
              <a:custGeom>
                <a:avLst/>
                <a:gdLst>
                  <a:gd name="connsiteX0" fmla="*/ 315778 w 607639"/>
                  <a:gd name="connsiteY0" fmla="*/ 173080 h 579502"/>
                  <a:gd name="connsiteX1" fmla="*/ 315778 w 607639"/>
                  <a:gd name="connsiteY1" fmla="*/ 266058 h 579502"/>
                  <a:gd name="connsiteX2" fmla="*/ 303493 w 607639"/>
                  <a:gd name="connsiteY2" fmla="*/ 278325 h 579502"/>
                  <a:gd name="connsiteX3" fmla="*/ 210375 w 607639"/>
                  <a:gd name="connsiteY3" fmla="*/ 278325 h 579502"/>
                  <a:gd name="connsiteX4" fmla="*/ 303493 w 607639"/>
                  <a:gd name="connsiteY4" fmla="*/ 359925 h 579502"/>
                  <a:gd name="connsiteX5" fmla="*/ 397500 w 607639"/>
                  <a:gd name="connsiteY5" fmla="*/ 266058 h 579502"/>
                  <a:gd name="connsiteX6" fmla="*/ 315778 w 607639"/>
                  <a:gd name="connsiteY6" fmla="*/ 173080 h 579502"/>
                  <a:gd name="connsiteX7" fmla="*/ 249814 w 607639"/>
                  <a:gd name="connsiteY7" fmla="*/ 160816 h 579502"/>
                  <a:gd name="connsiteX8" fmla="*/ 198110 w 607639"/>
                  <a:gd name="connsiteY8" fmla="*/ 212449 h 579502"/>
                  <a:gd name="connsiteX9" fmla="*/ 249814 w 607639"/>
                  <a:gd name="connsiteY9" fmla="*/ 212449 h 579502"/>
                  <a:gd name="connsiteX10" fmla="*/ 303493 w 607639"/>
                  <a:gd name="connsiteY10" fmla="*/ 147835 h 579502"/>
                  <a:gd name="connsiteX11" fmla="*/ 421981 w 607639"/>
                  <a:gd name="connsiteY11" fmla="*/ 266058 h 579502"/>
                  <a:gd name="connsiteX12" fmla="*/ 303493 w 607639"/>
                  <a:gd name="connsiteY12" fmla="*/ 384370 h 579502"/>
                  <a:gd name="connsiteX13" fmla="*/ 185093 w 607639"/>
                  <a:gd name="connsiteY13" fmla="*/ 266058 h 579502"/>
                  <a:gd name="connsiteX14" fmla="*/ 197289 w 607639"/>
                  <a:gd name="connsiteY14" fmla="*/ 253880 h 579502"/>
                  <a:gd name="connsiteX15" fmla="*/ 291297 w 607639"/>
                  <a:gd name="connsiteY15" fmla="*/ 253880 h 579502"/>
                  <a:gd name="connsiteX16" fmla="*/ 291297 w 607639"/>
                  <a:gd name="connsiteY16" fmla="*/ 160013 h 579502"/>
                  <a:gd name="connsiteX17" fmla="*/ 303493 w 607639"/>
                  <a:gd name="connsiteY17" fmla="*/ 147835 h 579502"/>
                  <a:gd name="connsiteX18" fmla="*/ 262095 w 607639"/>
                  <a:gd name="connsiteY18" fmla="*/ 135133 h 579502"/>
                  <a:gd name="connsiteX19" fmla="*/ 274287 w 607639"/>
                  <a:gd name="connsiteY19" fmla="*/ 147397 h 579502"/>
                  <a:gd name="connsiteX20" fmla="*/ 274287 w 607639"/>
                  <a:gd name="connsiteY20" fmla="*/ 224713 h 579502"/>
                  <a:gd name="connsiteX21" fmla="*/ 262095 w 607639"/>
                  <a:gd name="connsiteY21" fmla="*/ 236888 h 579502"/>
                  <a:gd name="connsiteX22" fmla="*/ 184672 w 607639"/>
                  <a:gd name="connsiteY22" fmla="*/ 236888 h 579502"/>
                  <a:gd name="connsiteX23" fmla="*/ 172391 w 607639"/>
                  <a:gd name="connsiteY23" fmla="*/ 224713 h 579502"/>
                  <a:gd name="connsiteX24" fmla="*/ 262095 w 607639"/>
                  <a:gd name="connsiteY24" fmla="*/ 135133 h 579502"/>
                  <a:gd name="connsiteX25" fmla="*/ 58120 w 607639"/>
                  <a:gd name="connsiteY25" fmla="*/ 108514 h 579502"/>
                  <a:gd name="connsiteX26" fmla="*/ 58120 w 607639"/>
                  <a:gd name="connsiteY26" fmla="*/ 413970 h 579502"/>
                  <a:gd name="connsiteX27" fmla="*/ 549430 w 607639"/>
                  <a:gd name="connsiteY27" fmla="*/ 413970 h 579502"/>
                  <a:gd name="connsiteX28" fmla="*/ 549430 w 607639"/>
                  <a:gd name="connsiteY28" fmla="*/ 108514 h 579502"/>
                  <a:gd name="connsiteX29" fmla="*/ 27236 w 607639"/>
                  <a:gd name="connsiteY29" fmla="*/ 56079 h 579502"/>
                  <a:gd name="connsiteX30" fmla="*/ 27236 w 607639"/>
                  <a:gd name="connsiteY30" fmla="*/ 81319 h 579502"/>
                  <a:gd name="connsiteX31" fmla="*/ 580403 w 607639"/>
                  <a:gd name="connsiteY31" fmla="*/ 81319 h 579502"/>
                  <a:gd name="connsiteX32" fmla="*/ 580403 w 607639"/>
                  <a:gd name="connsiteY32" fmla="*/ 56079 h 579502"/>
                  <a:gd name="connsiteX33" fmla="*/ 303775 w 607639"/>
                  <a:gd name="connsiteY33" fmla="*/ 0 h 579502"/>
                  <a:gd name="connsiteX34" fmla="*/ 317393 w 607639"/>
                  <a:gd name="connsiteY34" fmla="*/ 13597 h 579502"/>
                  <a:gd name="connsiteX35" fmla="*/ 317393 w 607639"/>
                  <a:gd name="connsiteY35" fmla="*/ 28884 h 579502"/>
                  <a:gd name="connsiteX36" fmla="*/ 580403 w 607639"/>
                  <a:gd name="connsiteY36" fmla="*/ 28884 h 579502"/>
                  <a:gd name="connsiteX37" fmla="*/ 607639 w 607639"/>
                  <a:gd name="connsiteY37" fmla="*/ 56079 h 579502"/>
                  <a:gd name="connsiteX38" fmla="*/ 607639 w 607639"/>
                  <a:gd name="connsiteY38" fmla="*/ 81319 h 579502"/>
                  <a:gd name="connsiteX39" fmla="*/ 580403 w 607639"/>
                  <a:gd name="connsiteY39" fmla="*/ 108514 h 579502"/>
                  <a:gd name="connsiteX40" fmla="*/ 576665 w 607639"/>
                  <a:gd name="connsiteY40" fmla="*/ 108514 h 579502"/>
                  <a:gd name="connsiteX41" fmla="*/ 576665 w 607639"/>
                  <a:gd name="connsiteY41" fmla="*/ 413970 h 579502"/>
                  <a:gd name="connsiteX42" fmla="*/ 549430 w 607639"/>
                  <a:gd name="connsiteY42" fmla="*/ 441165 h 579502"/>
                  <a:gd name="connsiteX43" fmla="*/ 317393 w 607639"/>
                  <a:gd name="connsiteY43" fmla="*/ 441165 h 579502"/>
                  <a:gd name="connsiteX44" fmla="*/ 317393 w 607639"/>
                  <a:gd name="connsiteY44" fmla="*/ 481069 h 579502"/>
                  <a:gd name="connsiteX45" fmla="*/ 418236 w 607639"/>
                  <a:gd name="connsiteY45" fmla="*/ 554923 h 579502"/>
                  <a:gd name="connsiteX46" fmla="*/ 421173 w 607639"/>
                  <a:gd name="connsiteY46" fmla="*/ 573942 h 579502"/>
                  <a:gd name="connsiteX47" fmla="*/ 410225 w 607639"/>
                  <a:gd name="connsiteY47" fmla="*/ 579452 h 579502"/>
                  <a:gd name="connsiteX48" fmla="*/ 402215 w 607639"/>
                  <a:gd name="connsiteY48" fmla="*/ 576874 h 579502"/>
                  <a:gd name="connsiteX49" fmla="*/ 317393 w 607639"/>
                  <a:gd name="connsiteY49" fmla="*/ 514752 h 579502"/>
                  <a:gd name="connsiteX50" fmla="*/ 317393 w 607639"/>
                  <a:gd name="connsiteY50" fmla="*/ 565854 h 579502"/>
                  <a:gd name="connsiteX51" fmla="*/ 303775 w 607639"/>
                  <a:gd name="connsiteY51" fmla="*/ 579452 h 579502"/>
                  <a:gd name="connsiteX52" fmla="*/ 290157 w 607639"/>
                  <a:gd name="connsiteY52" fmla="*/ 565854 h 579502"/>
                  <a:gd name="connsiteX53" fmla="*/ 290157 w 607639"/>
                  <a:gd name="connsiteY53" fmla="*/ 514752 h 579502"/>
                  <a:gd name="connsiteX54" fmla="*/ 205424 w 607639"/>
                  <a:gd name="connsiteY54" fmla="*/ 576874 h 579502"/>
                  <a:gd name="connsiteX55" fmla="*/ 186377 w 607639"/>
                  <a:gd name="connsiteY55" fmla="*/ 573942 h 579502"/>
                  <a:gd name="connsiteX56" fmla="*/ 189314 w 607639"/>
                  <a:gd name="connsiteY56" fmla="*/ 554923 h 579502"/>
                  <a:gd name="connsiteX57" fmla="*/ 290157 w 607639"/>
                  <a:gd name="connsiteY57" fmla="*/ 481069 h 579502"/>
                  <a:gd name="connsiteX58" fmla="*/ 290157 w 607639"/>
                  <a:gd name="connsiteY58" fmla="*/ 441165 h 579502"/>
                  <a:gd name="connsiteX59" fmla="*/ 58120 w 607639"/>
                  <a:gd name="connsiteY59" fmla="*/ 441165 h 579502"/>
                  <a:gd name="connsiteX60" fmla="*/ 30885 w 607639"/>
                  <a:gd name="connsiteY60" fmla="*/ 413970 h 579502"/>
                  <a:gd name="connsiteX61" fmla="*/ 30885 w 607639"/>
                  <a:gd name="connsiteY61" fmla="*/ 108514 h 579502"/>
                  <a:gd name="connsiteX62" fmla="*/ 27236 w 607639"/>
                  <a:gd name="connsiteY62" fmla="*/ 108514 h 579502"/>
                  <a:gd name="connsiteX63" fmla="*/ 0 w 607639"/>
                  <a:gd name="connsiteY63" fmla="*/ 81319 h 579502"/>
                  <a:gd name="connsiteX64" fmla="*/ 0 w 607639"/>
                  <a:gd name="connsiteY64" fmla="*/ 56079 h 579502"/>
                  <a:gd name="connsiteX65" fmla="*/ 27236 w 607639"/>
                  <a:gd name="connsiteY65" fmla="*/ 28884 h 579502"/>
                  <a:gd name="connsiteX66" fmla="*/ 290157 w 607639"/>
                  <a:gd name="connsiteY66" fmla="*/ 28884 h 579502"/>
                  <a:gd name="connsiteX67" fmla="*/ 290157 w 607639"/>
                  <a:gd name="connsiteY67" fmla="*/ 13597 h 579502"/>
                  <a:gd name="connsiteX68" fmla="*/ 303775 w 607639"/>
                  <a:gd name="connsiteY68" fmla="*/ 0 h 5795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</a:cxnLst>
                <a:rect l="l" t="t" r="r" b="b"/>
                <a:pathLst>
                  <a:path w="607639" h="579502">
                    <a:moveTo>
                      <a:pt x="315778" y="173080"/>
                    </a:moveTo>
                    <a:lnTo>
                      <a:pt x="315778" y="266058"/>
                    </a:lnTo>
                    <a:cubicBezTo>
                      <a:pt x="315778" y="272814"/>
                      <a:pt x="310258" y="278325"/>
                      <a:pt x="303493" y="278325"/>
                    </a:cubicBezTo>
                    <a:lnTo>
                      <a:pt x="210375" y="278325"/>
                    </a:lnTo>
                    <a:cubicBezTo>
                      <a:pt x="216429" y="324281"/>
                      <a:pt x="255866" y="359925"/>
                      <a:pt x="303493" y="359925"/>
                    </a:cubicBezTo>
                    <a:cubicBezTo>
                      <a:pt x="355303" y="359925"/>
                      <a:pt x="397500" y="317792"/>
                      <a:pt x="397500" y="266058"/>
                    </a:cubicBezTo>
                    <a:cubicBezTo>
                      <a:pt x="397500" y="218502"/>
                      <a:pt x="361802" y="179124"/>
                      <a:pt x="315778" y="173080"/>
                    </a:cubicBezTo>
                    <a:close/>
                    <a:moveTo>
                      <a:pt x="249814" y="160816"/>
                    </a:moveTo>
                    <a:cubicBezTo>
                      <a:pt x="223740" y="165793"/>
                      <a:pt x="203093" y="186410"/>
                      <a:pt x="198110" y="212449"/>
                    </a:cubicBezTo>
                    <a:lnTo>
                      <a:pt x="249814" y="212449"/>
                    </a:lnTo>
                    <a:close/>
                    <a:moveTo>
                      <a:pt x="303493" y="147835"/>
                    </a:moveTo>
                    <a:cubicBezTo>
                      <a:pt x="368835" y="147835"/>
                      <a:pt x="421981" y="200902"/>
                      <a:pt x="421981" y="266058"/>
                    </a:cubicBezTo>
                    <a:cubicBezTo>
                      <a:pt x="421981" y="331303"/>
                      <a:pt x="368835" y="384370"/>
                      <a:pt x="303493" y="384370"/>
                    </a:cubicBezTo>
                    <a:cubicBezTo>
                      <a:pt x="238239" y="384370"/>
                      <a:pt x="185093" y="331303"/>
                      <a:pt x="185093" y="266058"/>
                    </a:cubicBezTo>
                    <a:cubicBezTo>
                      <a:pt x="185093" y="259303"/>
                      <a:pt x="190523" y="253880"/>
                      <a:pt x="197289" y="253880"/>
                    </a:cubicBezTo>
                    <a:lnTo>
                      <a:pt x="291297" y="253880"/>
                    </a:lnTo>
                    <a:lnTo>
                      <a:pt x="291297" y="160013"/>
                    </a:lnTo>
                    <a:cubicBezTo>
                      <a:pt x="291297" y="153257"/>
                      <a:pt x="296727" y="147835"/>
                      <a:pt x="303493" y="147835"/>
                    </a:cubicBezTo>
                    <a:close/>
                    <a:moveTo>
                      <a:pt x="262095" y="135133"/>
                    </a:moveTo>
                    <a:cubicBezTo>
                      <a:pt x="268859" y="135133"/>
                      <a:pt x="274287" y="140643"/>
                      <a:pt x="274287" y="147397"/>
                    </a:cubicBezTo>
                    <a:lnTo>
                      <a:pt x="274287" y="224713"/>
                    </a:lnTo>
                    <a:cubicBezTo>
                      <a:pt x="274287" y="231467"/>
                      <a:pt x="268859" y="236888"/>
                      <a:pt x="262095" y="236888"/>
                    </a:cubicBezTo>
                    <a:lnTo>
                      <a:pt x="184672" y="236888"/>
                    </a:lnTo>
                    <a:cubicBezTo>
                      <a:pt x="177909" y="236888"/>
                      <a:pt x="172391" y="231467"/>
                      <a:pt x="172391" y="224713"/>
                    </a:cubicBezTo>
                    <a:cubicBezTo>
                      <a:pt x="172391" y="175302"/>
                      <a:pt x="212616" y="135133"/>
                      <a:pt x="262095" y="135133"/>
                    </a:cubicBezTo>
                    <a:close/>
                    <a:moveTo>
                      <a:pt x="58120" y="108514"/>
                    </a:moveTo>
                    <a:lnTo>
                      <a:pt x="58120" y="413970"/>
                    </a:lnTo>
                    <a:lnTo>
                      <a:pt x="549430" y="413970"/>
                    </a:lnTo>
                    <a:lnTo>
                      <a:pt x="549430" y="108514"/>
                    </a:lnTo>
                    <a:close/>
                    <a:moveTo>
                      <a:pt x="27236" y="56079"/>
                    </a:moveTo>
                    <a:lnTo>
                      <a:pt x="27236" y="81319"/>
                    </a:lnTo>
                    <a:lnTo>
                      <a:pt x="580403" y="81319"/>
                    </a:lnTo>
                    <a:lnTo>
                      <a:pt x="580403" y="56079"/>
                    </a:lnTo>
                    <a:close/>
                    <a:moveTo>
                      <a:pt x="303775" y="0"/>
                    </a:moveTo>
                    <a:cubicBezTo>
                      <a:pt x="311341" y="0"/>
                      <a:pt x="317393" y="6132"/>
                      <a:pt x="317393" y="13597"/>
                    </a:cubicBezTo>
                    <a:lnTo>
                      <a:pt x="317393" y="28884"/>
                    </a:lnTo>
                    <a:lnTo>
                      <a:pt x="580403" y="28884"/>
                    </a:lnTo>
                    <a:cubicBezTo>
                      <a:pt x="595356" y="28884"/>
                      <a:pt x="607639" y="41148"/>
                      <a:pt x="607639" y="56079"/>
                    </a:cubicBezTo>
                    <a:lnTo>
                      <a:pt x="607639" y="81319"/>
                    </a:lnTo>
                    <a:cubicBezTo>
                      <a:pt x="607639" y="96338"/>
                      <a:pt x="595356" y="108514"/>
                      <a:pt x="580403" y="108514"/>
                    </a:cubicBezTo>
                    <a:lnTo>
                      <a:pt x="576665" y="108514"/>
                    </a:lnTo>
                    <a:lnTo>
                      <a:pt x="576665" y="413970"/>
                    </a:lnTo>
                    <a:cubicBezTo>
                      <a:pt x="576665" y="428990"/>
                      <a:pt x="564472" y="441165"/>
                      <a:pt x="549430" y="441165"/>
                    </a:cubicBezTo>
                    <a:lnTo>
                      <a:pt x="317393" y="441165"/>
                    </a:lnTo>
                    <a:lnTo>
                      <a:pt x="317393" y="481069"/>
                    </a:lnTo>
                    <a:lnTo>
                      <a:pt x="418236" y="554923"/>
                    </a:lnTo>
                    <a:cubicBezTo>
                      <a:pt x="424377" y="559366"/>
                      <a:pt x="425623" y="567898"/>
                      <a:pt x="421173" y="573942"/>
                    </a:cubicBezTo>
                    <a:cubicBezTo>
                      <a:pt x="418503" y="577585"/>
                      <a:pt x="414409" y="579452"/>
                      <a:pt x="410225" y="579452"/>
                    </a:cubicBezTo>
                    <a:cubicBezTo>
                      <a:pt x="407466" y="579452"/>
                      <a:pt x="404618" y="578652"/>
                      <a:pt x="402215" y="576874"/>
                    </a:cubicBezTo>
                    <a:lnTo>
                      <a:pt x="317393" y="514752"/>
                    </a:lnTo>
                    <a:lnTo>
                      <a:pt x="317393" y="565854"/>
                    </a:lnTo>
                    <a:cubicBezTo>
                      <a:pt x="317393" y="573408"/>
                      <a:pt x="311341" y="579452"/>
                      <a:pt x="303775" y="579452"/>
                    </a:cubicBezTo>
                    <a:cubicBezTo>
                      <a:pt x="296299" y="579452"/>
                      <a:pt x="290157" y="573408"/>
                      <a:pt x="290157" y="565854"/>
                    </a:cubicBezTo>
                    <a:lnTo>
                      <a:pt x="290157" y="514752"/>
                    </a:lnTo>
                    <a:lnTo>
                      <a:pt x="205424" y="576874"/>
                    </a:lnTo>
                    <a:cubicBezTo>
                      <a:pt x="199372" y="581318"/>
                      <a:pt x="190827" y="579985"/>
                      <a:pt x="186377" y="573942"/>
                    </a:cubicBezTo>
                    <a:cubicBezTo>
                      <a:pt x="181927" y="567898"/>
                      <a:pt x="183262" y="559366"/>
                      <a:pt x="189314" y="554923"/>
                    </a:cubicBezTo>
                    <a:lnTo>
                      <a:pt x="290157" y="481069"/>
                    </a:lnTo>
                    <a:lnTo>
                      <a:pt x="290157" y="441165"/>
                    </a:lnTo>
                    <a:lnTo>
                      <a:pt x="58120" y="441165"/>
                    </a:lnTo>
                    <a:cubicBezTo>
                      <a:pt x="43167" y="441165"/>
                      <a:pt x="30885" y="428990"/>
                      <a:pt x="30885" y="413970"/>
                    </a:cubicBezTo>
                    <a:lnTo>
                      <a:pt x="30885" y="108514"/>
                    </a:lnTo>
                    <a:lnTo>
                      <a:pt x="27236" y="108514"/>
                    </a:lnTo>
                    <a:cubicBezTo>
                      <a:pt x="12194" y="108514"/>
                      <a:pt x="0" y="96338"/>
                      <a:pt x="0" y="81319"/>
                    </a:cubicBezTo>
                    <a:lnTo>
                      <a:pt x="0" y="56079"/>
                    </a:lnTo>
                    <a:cubicBezTo>
                      <a:pt x="0" y="41148"/>
                      <a:pt x="12194" y="28884"/>
                      <a:pt x="27236" y="28884"/>
                    </a:cubicBezTo>
                    <a:lnTo>
                      <a:pt x="290157" y="28884"/>
                    </a:lnTo>
                    <a:lnTo>
                      <a:pt x="290157" y="13597"/>
                    </a:lnTo>
                    <a:cubicBezTo>
                      <a:pt x="290157" y="6132"/>
                      <a:pt x="296299" y="0"/>
                      <a:pt x="30377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wrap="square" lIns="91440" tIns="45720" rIns="91440" bIns="45720">
                <a:normAutofit/>
              </a:bodyPr>
              <a:lstStyle/>
              <a:p>
                <a:endParaRPr lang="zh-CN" altLang="en-US"/>
              </a:p>
            </p:txBody>
          </p:sp>
          <p:sp>
            <p:nvSpPr>
              <p:cNvPr id="188" name="išḷïdè">
                <a:extLst>
                  <a:ext uri="{FF2B5EF4-FFF2-40B4-BE49-F238E27FC236}">
                    <a16:creationId xmlns:a16="http://schemas.microsoft.com/office/drawing/2014/main" id="{A2BE5607-F91E-7425-3F64-D5911168E8E3}"/>
                  </a:ext>
                </a:extLst>
              </p:cNvPr>
              <p:cNvSpPr/>
              <p:nvPr/>
            </p:nvSpPr>
            <p:spPr bwMode="auto">
              <a:xfrm>
                <a:off x="2133375" y="3525097"/>
                <a:ext cx="609685" cy="608691"/>
              </a:xfrm>
              <a:custGeom>
                <a:avLst/>
                <a:gdLst>
                  <a:gd name="connsiteX0" fmla="*/ 139649 w 606580"/>
                  <a:gd name="connsiteY0" fmla="*/ 323260 h 605592"/>
                  <a:gd name="connsiteX1" fmla="*/ 274852 w 606580"/>
                  <a:gd name="connsiteY1" fmla="*/ 323260 h 605592"/>
                  <a:gd name="connsiteX2" fmla="*/ 274852 w 606580"/>
                  <a:gd name="connsiteY2" fmla="*/ 349440 h 605592"/>
                  <a:gd name="connsiteX3" fmla="*/ 139649 w 606580"/>
                  <a:gd name="connsiteY3" fmla="*/ 349440 h 605592"/>
                  <a:gd name="connsiteX4" fmla="*/ 66294 w 606580"/>
                  <a:gd name="connsiteY4" fmla="*/ 26233 h 605592"/>
                  <a:gd name="connsiteX5" fmla="*/ 66294 w 606580"/>
                  <a:gd name="connsiteY5" fmla="*/ 375703 h 605592"/>
                  <a:gd name="connsiteX6" fmla="*/ 540286 w 606580"/>
                  <a:gd name="connsiteY6" fmla="*/ 375703 h 605592"/>
                  <a:gd name="connsiteX7" fmla="*/ 540286 w 606580"/>
                  <a:gd name="connsiteY7" fmla="*/ 26233 h 605592"/>
                  <a:gd name="connsiteX8" fmla="*/ 39925 w 606580"/>
                  <a:gd name="connsiteY8" fmla="*/ 0 h 605592"/>
                  <a:gd name="connsiteX9" fmla="*/ 566655 w 606580"/>
                  <a:gd name="connsiteY9" fmla="*/ 0 h 605592"/>
                  <a:gd name="connsiteX10" fmla="*/ 566655 w 606580"/>
                  <a:gd name="connsiteY10" fmla="*/ 375703 h 605592"/>
                  <a:gd name="connsiteX11" fmla="*/ 606580 w 606580"/>
                  <a:gd name="connsiteY11" fmla="*/ 375703 h 605592"/>
                  <a:gd name="connsiteX12" fmla="*/ 606580 w 606580"/>
                  <a:gd name="connsiteY12" fmla="*/ 401936 h 605592"/>
                  <a:gd name="connsiteX13" fmla="*/ 373716 w 606580"/>
                  <a:gd name="connsiteY13" fmla="*/ 401936 h 605592"/>
                  <a:gd name="connsiteX14" fmla="*/ 413269 w 606580"/>
                  <a:gd name="connsiteY14" fmla="*/ 600587 h 605592"/>
                  <a:gd name="connsiteX15" fmla="*/ 387364 w 606580"/>
                  <a:gd name="connsiteY15" fmla="*/ 605592 h 605592"/>
                  <a:gd name="connsiteX16" fmla="*/ 346790 w 606580"/>
                  <a:gd name="connsiteY16" fmla="*/ 401936 h 605592"/>
                  <a:gd name="connsiteX17" fmla="*/ 316521 w 606580"/>
                  <a:gd name="connsiteY17" fmla="*/ 401936 h 605592"/>
                  <a:gd name="connsiteX18" fmla="*/ 316521 w 606580"/>
                  <a:gd name="connsiteY18" fmla="*/ 551828 h 605592"/>
                  <a:gd name="connsiteX19" fmla="*/ 290059 w 606580"/>
                  <a:gd name="connsiteY19" fmla="*/ 551828 h 605592"/>
                  <a:gd name="connsiteX20" fmla="*/ 290059 w 606580"/>
                  <a:gd name="connsiteY20" fmla="*/ 401936 h 605592"/>
                  <a:gd name="connsiteX21" fmla="*/ 247163 w 606580"/>
                  <a:gd name="connsiteY21" fmla="*/ 401936 h 605592"/>
                  <a:gd name="connsiteX22" fmla="*/ 206588 w 606580"/>
                  <a:gd name="connsiteY22" fmla="*/ 605592 h 605592"/>
                  <a:gd name="connsiteX23" fmla="*/ 180591 w 606580"/>
                  <a:gd name="connsiteY23" fmla="*/ 600494 h 605592"/>
                  <a:gd name="connsiteX24" fmla="*/ 220237 w 606580"/>
                  <a:gd name="connsiteY24" fmla="*/ 401936 h 605592"/>
                  <a:gd name="connsiteX25" fmla="*/ 0 w 606580"/>
                  <a:gd name="connsiteY25" fmla="*/ 401936 h 605592"/>
                  <a:gd name="connsiteX26" fmla="*/ 0 w 606580"/>
                  <a:gd name="connsiteY26" fmla="*/ 375703 h 605592"/>
                  <a:gd name="connsiteX27" fmla="*/ 39925 w 606580"/>
                  <a:gd name="connsiteY27" fmla="*/ 375703 h 605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606580" h="605592">
                    <a:moveTo>
                      <a:pt x="139649" y="323260"/>
                    </a:moveTo>
                    <a:lnTo>
                      <a:pt x="274852" y="323260"/>
                    </a:lnTo>
                    <a:lnTo>
                      <a:pt x="274852" y="349440"/>
                    </a:lnTo>
                    <a:lnTo>
                      <a:pt x="139649" y="349440"/>
                    </a:lnTo>
                    <a:close/>
                    <a:moveTo>
                      <a:pt x="66294" y="26233"/>
                    </a:moveTo>
                    <a:lnTo>
                      <a:pt x="66294" y="375703"/>
                    </a:lnTo>
                    <a:lnTo>
                      <a:pt x="540286" y="375703"/>
                    </a:lnTo>
                    <a:lnTo>
                      <a:pt x="540286" y="26233"/>
                    </a:lnTo>
                    <a:close/>
                    <a:moveTo>
                      <a:pt x="39925" y="0"/>
                    </a:moveTo>
                    <a:lnTo>
                      <a:pt x="566655" y="0"/>
                    </a:lnTo>
                    <a:lnTo>
                      <a:pt x="566655" y="375703"/>
                    </a:lnTo>
                    <a:lnTo>
                      <a:pt x="606580" y="375703"/>
                    </a:lnTo>
                    <a:lnTo>
                      <a:pt x="606580" y="401936"/>
                    </a:lnTo>
                    <a:lnTo>
                      <a:pt x="373716" y="401936"/>
                    </a:lnTo>
                    <a:lnTo>
                      <a:pt x="413269" y="600587"/>
                    </a:lnTo>
                    <a:lnTo>
                      <a:pt x="387364" y="605592"/>
                    </a:lnTo>
                    <a:lnTo>
                      <a:pt x="346790" y="401936"/>
                    </a:lnTo>
                    <a:lnTo>
                      <a:pt x="316521" y="401936"/>
                    </a:lnTo>
                    <a:lnTo>
                      <a:pt x="316521" y="551828"/>
                    </a:lnTo>
                    <a:lnTo>
                      <a:pt x="290059" y="551828"/>
                    </a:lnTo>
                    <a:lnTo>
                      <a:pt x="290059" y="401936"/>
                    </a:lnTo>
                    <a:lnTo>
                      <a:pt x="247163" y="401936"/>
                    </a:lnTo>
                    <a:lnTo>
                      <a:pt x="206588" y="605592"/>
                    </a:lnTo>
                    <a:lnTo>
                      <a:pt x="180591" y="600494"/>
                    </a:lnTo>
                    <a:lnTo>
                      <a:pt x="220237" y="401936"/>
                    </a:lnTo>
                    <a:lnTo>
                      <a:pt x="0" y="401936"/>
                    </a:lnTo>
                    <a:lnTo>
                      <a:pt x="0" y="375703"/>
                    </a:lnTo>
                    <a:lnTo>
                      <a:pt x="39925" y="375703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89" name="ïsḻîdé">
                <a:extLst>
                  <a:ext uri="{FF2B5EF4-FFF2-40B4-BE49-F238E27FC236}">
                    <a16:creationId xmlns:a16="http://schemas.microsoft.com/office/drawing/2014/main" id="{4B102329-4744-39E4-4FDF-C15FCFBD6DD9}"/>
                  </a:ext>
                </a:extLst>
              </p:cNvPr>
              <p:cNvSpPr/>
              <p:nvPr/>
            </p:nvSpPr>
            <p:spPr bwMode="auto">
              <a:xfrm>
                <a:off x="3207799" y="3360994"/>
                <a:ext cx="387032" cy="386440"/>
              </a:xfrm>
              <a:custGeom>
                <a:avLst/>
                <a:gdLst>
                  <a:gd name="connsiteX0" fmla="*/ 424725 w 607004"/>
                  <a:gd name="connsiteY0" fmla="*/ 67461 h 606075"/>
                  <a:gd name="connsiteX1" fmla="*/ 522693 w 607004"/>
                  <a:gd name="connsiteY1" fmla="*/ 67461 h 606075"/>
                  <a:gd name="connsiteX2" fmla="*/ 539544 w 607004"/>
                  <a:gd name="connsiteY2" fmla="*/ 84287 h 606075"/>
                  <a:gd name="connsiteX3" fmla="*/ 539544 w 607004"/>
                  <a:gd name="connsiteY3" fmla="*/ 182109 h 606075"/>
                  <a:gd name="connsiteX4" fmla="*/ 522693 w 607004"/>
                  <a:gd name="connsiteY4" fmla="*/ 198935 h 606075"/>
                  <a:gd name="connsiteX5" fmla="*/ 505843 w 607004"/>
                  <a:gd name="connsiteY5" fmla="*/ 182109 h 606075"/>
                  <a:gd name="connsiteX6" fmla="*/ 505843 w 607004"/>
                  <a:gd name="connsiteY6" fmla="*/ 124830 h 606075"/>
                  <a:gd name="connsiteX7" fmla="*/ 332046 w 607004"/>
                  <a:gd name="connsiteY7" fmla="*/ 298457 h 606075"/>
                  <a:gd name="connsiteX8" fmla="*/ 308204 w 607004"/>
                  <a:gd name="connsiteY8" fmla="*/ 298457 h 606075"/>
                  <a:gd name="connsiteX9" fmla="*/ 233450 w 607004"/>
                  <a:gd name="connsiteY9" fmla="*/ 223905 h 606075"/>
                  <a:gd name="connsiteX10" fmla="*/ 96134 w 607004"/>
                  <a:gd name="connsiteY10" fmla="*/ 361017 h 606075"/>
                  <a:gd name="connsiteX11" fmla="*/ 72381 w 607004"/>
                  <a:gd name="connsiteY11" fmla="*/ 361106 h 606075"/>
                  <a:gd name="connsiteX12" fmla="*/ 72381 w 607004"/>
                  <a:gd name="connsiteY12" fmla="*/ 337210 h 606075"/>
                  <a:gd name="connsiteX13" fmla="*/ 221529 w 607004"/>
                  <a:gd name="connsiteY13" fmla="*/ 188105 h 606075"/>
                  <a:gd name="connsiteX14" fmla="*/ 245461 w 607004"/>
                  <a:gd name="connsiteY14" fmla="*/ 188105 h 606075"/>
                  <a:gd name="connsiteX15" fmla="*/ 320125 w 607004"/>
                  <a:gd name="connsiteY15" fmla="*/ 262658 h 606075"/>
                  <a:gd name="connsiteX16" fmla="*/ 481911 w 607004"/>
                  <a:gd name="connsiteY16" fmla="*/ 101113 h 606075"/>
                  <a:gd name="connsiteX17" fmla="*/ 424725 w 607004"/>
                  <a:gd name="connsiteY17" fmla="*/ 101113 h 606075"/>
                  <a:gd name="connsiteX18" fmla="*/ 407875 w 607004"/>
                  <a:gd name="connsiteY18" fmla="*/ 84287 h 606075"/>
                  <a:gd name="connsiteX19" fmla="*/ 424725 w 607004"/>
                  <a:gd name="connsiteY19" fmla="*/ 67461 h 606075"/>
                  <a:gd name="connsiteX20" fmla="*/ 33697 w 607004"/>
                  <a:gd name="connsiteY20" fmla="*/ 33647 h 606075"/>
                  <a:gd name="connsiteX21" fmla="*/ 33697 w 607004"/>
                  <a:gd name="connsiteY21" fmla="*/ 399644 h 606075"/>
                  <a:gd name="connsiteX22" fmla="*/ 573307 w 607004"/>
                  <a:gd name="connsiteY22" fmla="*/ 399644 h 606075"/>
                  <a:gd name="connsiteX23" fmla="*/ 573307 w 607004"/>
                  <a:gd name="connsiteY23" fmla="*/ 33647 h 606075"/>
                  <a:gd name="connsiteX24" fmla="*/ 16849 w 607004"/>
                  <a:gd name="connsiteY24" fmla="*/ 0 h 606075"/>
                  <a:gd name="connsiteX25" fmla="*/ 590155 w 607004"/>
                  <a:gd name="connsiteY25" fmla="*/ 0 h 606075"/>
                  <a:gd name="connsiteX26" fmla="*/ 607004 w 607004"/>
                  <a:gd name="connsiteY26" fmla="*/ 16823 h 606075"/>
                  <a:gd name="connsiteX27" fmla="*/ 607004 w 607004"/>
                  <a:gd name="connsiteY27" fmla="*/ 416468 h 606075"/>
                  <a:gd name="connsiteX28" fmla="*/ 590155 w 607004"/>
                  <a:gd name="connsiteY28" fmla="*/ 433291 h 606075"/>
                  <a:gd name="connsiteX29" fmla="*/ 320396 w 607004"/>
                  <a:gd name="connsiteY29" fmla="*/ 433291 h 606075"/>
                  <a:gd name="connsiteX30" fmla="*/ 320396 w 607004"/>
                  <a:gd name="connsiteY30" fmla="*/ 503448 h 606075"/>
                  <a:gd name="connsiteX31" fmla="*/ 456441 w 607004"/>
                  <a:gd name="connsiteY31" fmla="*/ 577990 h 606075"/>
                  <a:gd name="connsiteX32" fmla="*/ 455276 w 607004"/>
                  <a:gd name="connsiteY32" fmla="*/ 601704 h 606075"/>
                  <a:gd name="connsiteX33" fmla="*/ 431526 w 607004"/>
                  <a:gd name="connsiteY33" fmla="*/ 600540 h 606075"/>
                  <a:gd name="connsiteX34" fmla="*/ 320396 w 607004"/>
                  <a:gd name="connsiteY34" fmla="*/ 537184 h 606075"/>
                  <a:gd name="connsiteX35" fmla="*/ 320396 w 607004"/>
                  <a:gd name="connsiteY35" fmla="*/ 589175 h 606075"/>
                  <a:gd name="connsiteX36" fmla="*/ 303547 w 607004"/>
                  <a:gd name="connsiteY36" fmla="*/ 605999 h 606075"/>
                  <a:gd name="connsiteX37" fmla="*/ 286698 w 607004"/>
                  <a:gd name="connsiteY37" fmla="*/ 589175 h 606075"/>
                  <a:gd name="connsiteX38" fmla="*/ 286698 w 607004"/>
                  <a:gd name="connsiteY38" fmla="*/ 537184 h 606075"/>
                  <a:gd name="connsiteX39" fmla="*/ 175568 w 607004"/>
                  <a:gd name="connsiteY39" fmla="*/ 600540 h 606075"/>
                  <a:gd name="connsiteX40" fmla="*/ 151729 w 607004"/>
                  <a:gd name="connsiteY40" fmla="*/ 601704 h 606075"/>
                  <a:gd name="connsiteX41" fmla="*/ 150564 w 607004"/>
                  <a:gd name="connsiteY41" fmla="*/ 577990 h 606075"/>
                  <a:gd name="connsiteX42" fmla="*/ 286698 w 607004"/>
                  <a:gd name="connsiteY42" fmla="*/ 503448 h 606075"/>
                  <a:gd name="connsiteX43" fmla="*/ 286698 w 607004"/>
                  <a:gd name="connsiteY43" fmla="*/ 433291 h 606075"/>
                  <a:gd name="connsiteX44" fmla="*/ 16849 w 607004"/>
                  <a:gd name="connsiteY44" fmla="*/ 433291 h 606075"/>
                  <a:gd name="connsiteX45" fmla="*/ 0 w 607004"/>
                  <a:gd name="connsiteY45" fmla="*/ 416468 h 606075"/>
                  <a:gd name="connsiteX46" fmla="*/ 0 w 607004"/>
                  <a:gd name="connsiteY46" fmla="*/ 16823 h 606075"/>
                  <a:gd name="connsiteX47" fmla="*/ 16849 w 607004"/>
                  <a:gd name="connsiteY47" fmla="*/ 0 h 606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607004" h="606075">
                    <a:moveTo>
                      <a:pt x="424725" y="67461"/>
                    </a:moveTo>
                    <a:lnTo>
                      <a:pt x="522693" y="67461"/>
                    </a:lnTo>
                    <a:cubicBezTo>
                      <a:pt x="532015" y="67461"/>
                      <a:pt x="539544" y="74979"/>
                      <a:pt x="539544" y="84287"/>
                    </a:cubicBezTo>
                    <a:lnTo>
                      <a:pt x="539544" y="182109"/>
                    </a:lnTo>
                    <a:cubicBezTo>
                      <a:pt x="539544" y="191417"/>
                      <a:pt x="532015" y="198935"/>
                      <a:pt x="522693" y="198935"/>
                    </a:cubicBezTo>
                    <a:cubicBezTo>
                      <a:pt x="513372" y="198935"/>
                      <a:pt x="505843" y="191417"/>
                      <a:pt x="505843" y="182109"/>
                    </a:cubicBezTo>
                    <a:lnTo>
                      <a:pt x="505843" y="124830"/>
                    </a:lnTo>
                    <a:lnTo>
                      <a:pt x="332046" y="298457"/>
                    </a:lnTo>
                    <a:cubicBezTo>
                      <a:pt x="325772" y="304811"/>
                      <a:pt x="314478" y="304811"/>
                      <a:pt x="308204" y="298457"/>
                    </a:cubicBezTo>
                    <a:lnTo>
                      <a:pt x="233450" y="223905"/>
                    </a:lnTo>
                    <a:lnTo>
                      <a:pt x="96134" y="361017"/>
                    </a:lnTo>
                    <a:cubicBezTo>
                      <a:pt x="92907" y="364328"/>
                      <a:pt x="80717" y="369340"/>
                      <a:pt x="72381" y="361106"/>
                    </a:cubicBezTo>
                    <a:cubicBezTo>
                      <a:pt x="65838" y="354394"/>
                      <a:pt x="65838" y="343833"/>
                      <a:pt x="72381" y="337210"/>
                    </a:cubicBezTo>
                    <a:lnTo>
                      <a:pt x="221529" y="188105"/>
                    </a:lnTo>
                    <a:cubicBezTo>
                      <a:pt x="227893" y="181751"/>
                      <a:pt x="239097" y="181751"/>
                      <a:pt x="245461" y="188105"/>
                    </a:cubicBezTo>
                    <a:lnTo>
                      <a:pt x="320125" y="262658"/>
                    </a:lnTo>
                    <a:lnTo>
                      <a:pt x="481911" y="101113"/>
                    </a:lnTo>
                    <a:lnTo>
                      <a:pt x="424725" y="101113"/>
                    </a:lnTo>
                    <a:cubicBezTo>
                      <a:pt x="415404" y="101113"/>
                      <a:pt x="407875" y="93595"/>
                      <a:pt x="407875" y="84287"/>
                    </a:cubicBezTo>
                    <a:cubicBezTo>
                      <a:pt x="407875" y="74979"/>
                      <a:pt x="415404" y="67461"/>
                      <a:pt x="424725" y="67461"/>
                    </a:cubicBezTo>
                    <a:close/>
                    <a:moveTo>
                      <a:pt x="33697" y="33647"/>
                    </a:moveTo>
                    <a:lnTo>
                      <a:pt x="33697" y="399644"/>
                    </a:lnTo>
                    <a:lnTo>
                      <a:pt x="573307" y="399644"/>
                    </a:lnTo>
                    <a:lnTo>
                      <a:pt x="573307" y="33647"/>
                    </a:lnTo>
                    <a:close/>
                    <a:moveTo>
                      <a:pt x="16849" y="0"/>
                    </a:moveTo>
                    <a:lnTo>
                      <a:pt x="590155" y="0"/>
                    </a:lnTo>
                    <a:cubicBezTo>
                      <a:pt x="599476" y="0"/>
                      <a:pt x="607004" y="7517"/>
                      <a:pt x="607004" y="16823"/>
                    </a:cubicBezTo>
                    <a:lnTo>
                      <a:pt x="607004" y="416468"/>
                    </a:lnTo>
                    <a:cubicBezTo>
                      <a:pt x="607004" y="425774"/>
                      <a:pt x="599476" y="433291"/>
                      <a:pt x="590155" y="433291"/>
                    </a:cubicBezTo>
                    <a:lnTo>
                      <a:pt x="320396" y="433291"/>
                    </a:lnTo>
                    <a:lnTo>
                      <a:pt x="320396" y="503448"/>
                    </a:lnTo>
                    <a:cubicBezTo>
                      <a:pt x="369598" y="508191"/>
                      <a:pt x="416290" y="533694"/>
                      <a:pt x="456441" y="577990"/>
                    </a:cubicBezTo>
                    <a:cubicBezTo>
                      <a:pt x="462714" y="584791"/>
                      <a:pt x="462176" y="595529"/>
                      <a:pt x="455276" y="601704"/>
                    </a:cubicBezTo>
                    <a:cubicBezTo>
                      <a:pt x="448375" y="607968"/>
                      <a:pt x="437710" y="607431"/>
                      <a:pt x="431526" y="600540"/>
                    </a:cubicBezTo>
                    <a:cubicBezTo>
                      <a:pt x="398008" y="563672"/>
                      <a:pt x="359919" y="541927"/>
                      <a:pt x="320396" y="537184"/>
                    </a:cubicBezTo>
                    <a:lnTo>
                      <a:pt x="320396" y="589175"/>
                    </a:lnTo>
                    <a:cubicBezTo>
                      <a:pt x="320396" y="598482"/>
                      <a:pt x="312868" y="605999"/>
                      <a:pt x="303547" y="605999"/>
                    </a:cubicBezTo>
                    <a:cubicBezTo>
                      <a:pt x="294226" y="605999"/>
                      <a:pt x="286698" y="598482"/>
                      <a:pt x="286698" y="589175"/>
                    </a:cubicBezTo>
                    <a:lnTo>
                      <a:pt x="286698" y="537184"/>
                    </a:lnTo>
                    <a:cubicBezTo>
                      <a:pt x="247086" y="542106"/>
                      <a:pt x="208997" y="563672"/>
                      <a:pt x="175568" y="600540"/>
                    </a:cubicBezTo>
                    <a:cubicBezTo>
                      <a:pt x="172162" y="604209"/>
                      <a:pt x="159436" y="608415"/>
                      <a:pt x="151729" y="601704"/>
                    </a:cubicBezTo>
                    <a:cubicBezTo>
                      <a:pt x="144828" y="595619"/>
                      <a:pt x="144380" y="584880"/>
                      <a:pt x="150564" y="577990"/>
                    </a:cubicBezTo>
                    <a:cubicBezTo>
                      <a:pt x="190714" y="533605"/>
                      <a:pt x="237407" y="508191"/>
                      <a:pt x="286698" y="503448"/>
                    </a:cubicBezTo>
                    <a:lnTo>
                      <a:pt x="286698" y="433291"/>
                    </a:lnTo>
                    <a:lnTo>
                      <a:pt x="16849" y="433291"/>
                    </a:lnTo>
                    <a:cubicBezTo>
                      <a:pt x="7528" y="433291"/>
                      <a:pt x="0" y="425774"/>
                      <a:pt x="0" y="416468"/>
                    </a:cubicBezTo>
                    <a:lnTo>
                      <a:pt x="0" y="16823"/>
                    </a:lnTo>
                    <a:cubicBezTo>
                      <a:pt x="0" y="7517"/>
                      <a:pt x="7528" y="0"/>
                      <a:pt x="16849" y="0"/>
                    </a:cubicBez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</p:grpSp>
        <p:sp>
          <p:nvSpPr>
            <p:cNvPr id="7" name="işliḋé">
              <a:extLst>
                <a:ext uri="{FF2B5EF4-FFF2-40B4-BE49-F238E27FC236}">
                  <a16:creationId xmlns:a16="http://schemas.microsoft.com/office/drawing/2014/main" id="{10CC0B62-5C66-5E55-9C74-0F4BF9CDDFF5}"/>
                </a:ext>
              </a:extLst>
            </p:cNvPr>
            <p:cNvSpPr/>
            <p:nvPr/>
          </p:nvSpPr>
          <p:spPr bwMode="auto">
            <a:xfrm>
              <a:off x="4752499" y="4036757"/>
              <a:ext cx="311058" cy="296654"/>
            </a:xfrm>
            <a:custGeom>
              <a:avLst/>
              <a:gdLst>
                <a:gd name="connsiteX0" fmla="*/ 315778 w 607639"/>
                <a:gd name="connsiteY0" fmla="*/ 173080 h 579502"/>
                <a:gd name="connsiteX1" fmla="*/ 315778 w 607639"/>
                <a:gd name="connsiteY1" fmla="*/ 266058 h 579502"/>
                <a:gd name="connsiteX2" fmla="*/ 303493 w 607639"/>
                <a:gd name="connsiteY2" fmla="*/ 278325 h 579502"/>
                <a:gd name="connsiteX3" fmla="*/ 210375 w 607639"/>
                <a:gd name="connsiteY3" fmla="*/ 278325 h 579502"/>
                <a:gd name="connsiteX4" fmla="*/ 303493 w 607639"/>
                <a:gd name="connsiteY4" fmla="*/ 359925 h 579502"/>
                <a:gd name="connsiteX5" fmla="*/ 397500 w 607639"/>
                <a:gd name="connsiteY5" fmla="*/ 266058 h 579502"/>
                <a:gd name="connsiteX6" fmla="*/ 315778 w 607639"/>
                <a:gd name="connsiteY6" fmla="*/ 173080 h 579502"/>
                <a:gd name="connsiteX7" fmla="*/ 249814 w 607639"/>
                <a:gd name="connsiteY7" fmla="*/ 160816 h 579502"/>
                <a:gd name="connsiteX8" fmla="*/ 198110 w 607639"/>
                <a:gd name="connsiteY8" fmla="*/ 212449 h 579502"/>
                <a:gd name="connsiteX9" fmla="*/ 249814 w 607639"/>
                <a:gd name="connsiteY9" fmla="*/ 212449 h 579502"/>
                <a:gd name="connsiteX10" fmla="*/ 303493 w 607639"/>
                <a:gd name="connsiteY10" fmla="*/ 147835 h 579502"/>
                <a:gd name="connsiteX11" fmla="*/ 421981 w 607639"/>
                <a:gd name="connsiteY11" fmla="*/ 266058 h 579502"/>
                <a:gd name="connsiteX12" fmla="*/ 303493 w 607639"/>
                <a:gd name="connsiteY12" fmla="*/ 384370 h 579502"/>
                <a:gd name="connsiteX13" fmla="*/ 185093 w 607639"/>
                <a:gd name="connsiteY13" fmla="*/ 266058 h 579502"/>
                <a:gd name="connsiteX14" fmla="*/ 197289 w 607639"/>
                <a:gd name="connsiteY14" fmla="*/ 253880 h 579502"/>
                <a:gd name="connsiteX15" fmla="*/ 291297 w 607639"/>
                <a:gd name="connsiteY15" fmla="*/ 253880 h 579502"/>
                <a:gd name="connsiteX16" fmla="*/ 291297 w 607639"/>
                <a:gd name="connsiteY16" fmla="*/ 160013 h 579502"/>
                <a:gd name="connsiteX17" fmla="*/ 303493 w 607639"/>
                <a:gd name="connsiteY17" fmla="*/ 147835 h 579502"/>
                <a:gd name="connsiteX18" fmla="*/ 262095 w 607639"/>
                <a:gd name="connsiteY18" fmla="*/ 135133 h 579502"/>
                <a:gd name="connsiteX19" fmla="*/ 274287 w 607639"/>
                <a:gd name="connsiteY19" fmla="*/ 147397 h 579502"/>
                <a:gd name="connsiteX20" fmla="*/ 274287 w 607639"/>
                <a:gd name="connsiteY20" fmla="*/ 224713 h 579502"/>
                <a:gd name="connsiteX21" fmla="*/ 262095 w 607639"/>
                <a:gd name="connsiteY21" fmla="*/ 236888 h 579502"/>
                <a:gd name="connsiteX22" fmla="*/ 184672 w 607639"/>
                <a:gd name="connsiteY22" fmla="*/ 236888 h 579502"/>
                <a:gd name="connsiteX23" fmla="*/ 172391 w 607639"/>
                <a:gd name="connsiteY23" fmla="*/ 224713 h 579502"/>
                <a:gd name="connsiteX24" fmla="*/ 262095 w 607639"/>
                <a:gd name="connsiteY24" fmla="*/ 135133 h 579502"/>
                <a:gd name="connsiteX25" fmla="*/ 58120 w 607639"/>
                <a:gd name="connsiteY25" fmla="*/ 108514 h 579502"/>
                <a:gd name="connsiteX26" fmla="*/ 58120 w 607639"/>
                <a:gd name="connsiteY26" fmla="*/ 413970 h 579502"/>
                <a:gd name="connsiteX27" fmla="*/ 549430 w 607639"/>
                <a:gd name="connsiteY27" fmla="*/ 413970 h 579502"/>
                <a:gd name="connsiteX28" fmla="*/ 549430 w 607639"/>
                <a:gd name="connsiteY28" fmla="*/ 108514 h 579502"/>
                <a:gd name="connsiteX29" fmla="*/ 27236 w 607639"/>
                <a:gd name="connsiteY29" fmla="*/ 56079 h 579502"/>
                <a:gd name="connsiteX30" fmla="*/ 27236 w 607639"/>
                <a:gd name="connsiteY30" fmla="*/ 81319 h 579502"/>
                <a:gd name="connsiteX31" fmla="*/ 580403 w 607639"/>
                <a:gd name="connsiteY31" fmla="*/ 81319 h 579502"/>
                <a:gd name="connsiteX32" fmla="*/ 580403 w 607639"/>
                <a:gd name="connsiteY32" fmla="*/ 56079 h 579502"/>
                <a:gd name="connsiteX33" fmla="*/ 303775 w 607639"/>
                <a:gd name="connsiteY33" fmla="*/ 0 h 579502"/>
                <a:gd name="connsiteX34" fmla="*/ 317393 w 607639"/>
                <a:gd name="connsiteY34" fmla="*/ 13597 h 579502"/>
                <a:gd name="connsiteX35" fmla="*/ 317393 w 607639"/>
                <a:gd name="connsiteY35" fmla="*/ 28884 h 579502"/>
                <a:gd name="connsiteX36" fmla="*/ 580403 w 607639"/>
                <a:gd name="connsiteY36" fmla="*/ 28884 h 579502"/>
                <a:gd name="connsiteX37" fmla="*/ 607639 w 607639"/>
                <a:gd name="connsiteY37" fmla="*/ 56079 h 579502"/>
                <a:gd name="connsiteX38" fmla="*/ 607639 w 607639"/>
                <a:gd name="connsiteY38" fmla="*/ 81319 h 579502"/>
                <a:gd name="connsiteX39" fmla="*/ 580403 w 607639"/>
                <a:gd name="connsiteY39" fmla="*/ 108514 h 579502"/>
                <a:gd name="connsiteX40" fmla="*/ 576665 w 607639"/>
                <a:gd name="connsiteY40" fmla="*/ 108514 h 579502"/>
                <a:gd name="connsiteX41" fmla="*/ 576665 w 607639"/>
                <a:gd name="connsiteY41" fmla="*/ 413970 h 579502"/>
                <a:gd name="connsiteX42" fmla="*/ 549430 w 607639"/>
                <a:gd name="connsiteY42" fmla="*/ 441165 h 579502"/>
                <a:gd name="connsiteX43" fmla="*/ 317393 w 607639"/>
                <a:gd name="connsiteY43" fmla="*/ 441165 h 579502"/>
                <a:gd name="connsiteX44" fmla="*/ 317393 w 607639"/>
                <a:gd name="connsiteY44" fmla="*/ 481069 h 579502"/>
                <a:gd name="connsiteX45" fmla="*/ 418236 w 607639"/>
                <a:gd name="connsiteY45" fmla="*/ 554923 h 579502"/>
                <a:gd name="connsiteX46" fmla="*/ 421173 w 607639"/>
                <a:gd name="connsiteY46" fmla="*/ 573942 h 579502"/>
                <a:gd name="connsiteX47" fmla="*/ 410225 w 607639"/>
                <a:gd name="connsiteY47" fmla="*/ 579452 h 579502"/>
                <a:gd name="connsiteX48" fmla="*/ 402215 w 607639"/>
                <a:gd name="connsiteY48" fmla="*/ 576874 h 579502"/>
                <a:gd name="connsiteX49" fmla="*/ 317393 w 607639"/>
                <a:gd name="connsiteY49" fmla="*/ 514752 h 579502"/>
                <a:gd name="connsiteX50" fmla="*/ 317393 w 607639"/>
                <a:gd name="connsiteY50" fmla="*/ 565854 h 579502"/>
                <a:gd name="connsiteX51" fmla="*/ 303775 w 607639"/>
                <a:gd name="connsiteY51" fmla="*/ 579452 h 579502"/>
                <a:gd name="connsiteX52" fmla="*/ 290157 w 607639"/>
                <a:gd name="connsiteY52" fmla="*/ 565854 h 579502"/>
                <a:gd name="connsiteX53" fmla="*/ 290157 w 607639"/>
                <a:gd name="connsiteY53" fmla="*/ 514752 h 579502"/>
                <a:gd name="connsiteX54" fmla="*/ 205424 w 607639"/>
                <a:gd name="connsiteY54" fmla="*/ 576874 h 579502"/>
                <a:gd name="connsiteX55" fmla="*/ 186377 w 607639"/>
                <a:gd name="connsiteY55" fmla="*/ 573942 h 579502"/>
                <a:gd name="connsiteX56" fmla="*/ 189314 w 607639"/>
                <a:gd name="connsiteY56" fmla="*/ 554923 h 579502"/>
                <a:gd name="connsiteX57" fmla="*/ 290157 w 607639"/>
                <a:gd name="connsiteY57" fmla="*/ 481069 h 579502"/>
                <a:gd name="connsiteX58" fmla="*/ 290157 w 607639"/>
                <a:gd name="connsiteY58" fmla="*/ 441165 h 579502"/>
                <a:gd name="connsiteX59" fmla="*/ 58120 w 607639"/>
                <a:gd name="connsiteY59" fmla="*/ 441165 h 579502"/>
                <a:gd name="connsiteX60" fmla="*/ 30885 w 607639"/>
                <a:gd name="connsiteY60" fmla="*/ 413970 h 579502"/>
                <a:gd name="connsiteX61" fmla="*/ 30885 w 607639"/>
                <a:gd name="connsiteY61" fmla="*/ 108514 h 579502"/>
                <a:gd name="connsiteX62" fmla="*/ 27236 w 607639"/>
                <a:gd name="connsiteY62" fmla="*/ 108514 h 579502"/>
                <a:gd name="connsiteX63" fmla="*/ 0 w 607639"/>
                <a:gd name="connsiteY63" fmla="*/ 81319 h 579502"/>
                <a:gd name="connsiteX64" fmla="*/ 0 w 607639"/>
                <a:gd name="connsiteY64" fmla="*/ 56079 h 579502"/>
                <a:gd name="connsiteX65" fmla="*/ 27236 w 607639"/>
                <a:gd name="connsiteY65" fmla="*/ 28884 h 579502"/>
                <a:gd name="connsiteX66" fmla="*/ 290157 w 607639"/>
                <a:gd name="connsiteY66" fmla="*/ 28884 h 579502"/>
                <a:gd name="connsiteX67" fmla="*/ 290157 w 607639"/>
                <a:gd name="connsiteY67" fmla="*/ 13597 h 579502"/>
                <a:gd name="connsiteX68" fmla="*/ 303775 w 607639"/>
                <a:gd name="connsiteY68" fmla="*/ 0 h 57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607639" h="579502">
                  <a:moveTo>
                    <a:pt x="315778" y="173080"/>
                  </a:moveTo>
                  <a:lnTo>
                    <a:pt x="315778" y="266058"/>
                  </a:lnTo>
                  <a:cubicBezTo>
                    <a:pt x="315778" y="272814"/>
                    <a:pt x="310258" y="278325"/>
                    <a:pt x="303493" y="278325"/>
                  </a:cubicBezTo>
                  <a:lnTo>
                    <a:pt x="210375" y="278325"/>
                  </a:lnTo>
                  <a:cubicBezTo>
                    <a:pt x="216429" y="324281"/>
                    <a:pt x="255866" y="359925"/>
                    <a:pt x="303493" y="359925"/>
                  </a:cubicBezTo>
                  <a:cubicBezTo>
                    <a:pt x="355303" y="359925"/>
                    <a:pt x="397500" y="317792"/>
                    <a:pt x="397500" y="266058"/>
                  </a:cubicBezTo>
                  <a:cubicBezTo>
                    <a:pt x="397500" y="218502"/>
                    <a:pt x="361802" y="179124"/>
                    <a:pt x="315778" y="173080"/>
                  </a:cubicBezTo>
                  <a:close/>
                  <a:moveTo>
                    <a:pt x="249814" y="160816"/>
                  </a:moveTo>
                  <a:cubicBezTo>
                    <a:pt x="223740" y="165793"/>
                    <a:pt x="203093" y="186410"/>
                    <a:pt x="198110" y="212449"/>
                  </a:cubicBezTo>
                  <a:lnTo>
                    <a:pt x="249814" y="212449"/>
                  </a:lnTo>
                  <a:close/>
                  <a:moveTo>
                    <a:pt x="303493" y="147835"/>
                  </a:moveTo>
                  <a:cubicBezTo>
                    <a:pt x="368835" y="147835"/>
                    <a:pt x="421981" y="200902"/>
                    <a:pt x="421981" y="266058"/>
                  </a:cubicBezTo>
                  <a:cubicBezTo>
                    <a:pt x="421981" y="331303"/>
                    <a:pt x="368835" y="384370"/>
                    <a:pt x="303493" y="384370"/>
                  </a:cubicBezTo>
                  <a:cubicBezTo>
                    <a:pt x="238239" y="384370"/>
                    <a:pt x="185093" y="331303"/>
                    <a:pt x="185093" y="266058"/>
                  </a:cubicBezTo>
                  <a:cubicBezTo>
                    <a:pt x="185093" y="259303"/>
                    <a:pt x="190523" y="253880"/>
                    <a:pt x="197289" y="253880"/>
                  </a:cubicBezTo>
                  <a:lnTo>
                    <a:pt x="291297" y="253880"/>
                  </a:lnTo>
                  <a:lnTo>
                    <a:pt x="291297" y="160013"/>
                  </a:lnTo>
                  <a:cubicBezTo>
                    <a:pt x="291297" y="153257"/>
                    <a:pt x="296727" y="147835"/>
                    <a:pt x="303493" y="147835"/>
                  </a:cubicBezTo>
                  <a:close/>
                  <a:moveTo>
                    <a:pt x="262095" y="135133"/>
                  </a:moveTo>
                  <a:cubicBezTo>
                    <a:pt x="268859" y="135133"/>
                    <a:pt x="274287" y="140643"/>
                    <a:pt x="274287" y="147397"/>
                  </a:cubicBezTo>
                  <a:lnTo>
                    <a:pt x="274287" y="224713"/>
                  </a:lnTo>
                  <a:cubicBezTo>
                    <a:pt x="274287" y="231467"/>
                    <a:pt x="268859" y="236888"/>
                    <a:pt x="262095" y="236888"/>
                  </a:cubicBezTo>
                  <a:lnTo>
                    <a:pt x="184672" y="236888"/>
                  </a:lnTo>
                  <a:cubicBezTo>
                    <a:pt x="177909" y="236888"/>
                    <a:pt x="172391" y="231467"/>
                    <a:pt x="172391" y="224713"/>
                  </a:cubicBezTo>
                  <a:cubicBezTo>
                    <a:pt x="172391" y="175302"/>
                    <a:pt x="212616" y="135133"/>
                    <a:pt x="262095" y="135133"/>
                  </a:cubicBezTo>
                  <a:close/>
                  <a:moveTo>
                    <a:pt x="58120" y="108514"/>
                  </a:moveTo>
                  <a:lnTo>
                    <a:pt x="58120" y="413970"/>
                  </a:lnTo>
                  <a:lnTo>
                    <a:pt x="549430" y="413970"/>
                  </a:lnTo>
                  <a:lnTo>
                    <a:pt x="549430" y="108514"/>
                  </a:lnTo>
                  <a:close/>
                  <a:moveTo>
                    <a:pt x="27236" y="56079"/>
                  </a:moveTo>
                  <a:lnTo>
                    <a:pt x="27236" y="81319"/>
                  </a:lnTo>
                  <a:lnTo>
                    <a:pt x="580403" y="81319"/>
                  </a:lnTo>
                  <a:lnTo>
                    <a:pt x="580403" y="56079"/>
                  </a:lnTo>
                  <a:close/>
                  <a:moveTo>
                    <a:pt x="303775" y="0"/>
                  </a:moveTo>
                  <a:cubicBezTo>
                    <a:pt x="311341" y="0"/>
                    <a:pt x="317393" y="6132"/>
                    <a:pt x="317393" y="13597"/>
                  </a:cubicBezTo>
                  <a:lnTo>
                    <a:pt x="317393" y="28884"/>
                  </a:lnTo>
                  <a:lnTo>
                    <a:pt x="580403" y="28884"/>
                  </a:lnTo>
                  <a:cubicBezTo>
                    <a:pt x="595356" y="28884"/>
                    <a:pt x="607639" y="41148"/>
                    <a:pt x="607639" y="56079"/>
                  </a:cubicBezTo>
                  <a:lnTo>
                    <a:pt x="607639" y="81319"/>
                  </a:lnTo>
                  <a:cubicBezTo>
                    <a:pt x="607639" y="96338"/>
                    <a:pt x="595356" y="108514"/>
                    <a:pt x="580403" y="108514"/>
                  </a:cubicBezTo>
                  <a:lnTo>
                    <a:pt x="576665" y="108514"/>
                  </a:lnTo>
                  <a:lnTo>
                    <a:pt x="576665" y="413970"/>
                  </a:lnTo>
                  <a:cubicBezTo>
                    <a:pt x="576665" y="428990"/>
                    <a:pt x="564472" y="441165"/>
                    <a:pt x="549430" y="441165"/>
                  </a:cubicBezTo>
                  <a:lnTo>
                    <a:pt x="317393" y="441165"/>
                  </a:lnTo>
                  <a:lnTo>
                    <a:pt x="317393" y="481069"/>
                  </a:lnTo>
                  <a:lnTo>
                    <a:pt x="418236" y="554923"/>
                  </a:lnTo>
                  <a:cubicBezTo>
                    <a:pt x="424377" y="559366"/>
                    <a:pt x="425623" y="567898"/>
                    <a:pt x="421173" y="573942"/>
                  </a:cubicBezTo>
                  <a:cubicBezTo>
                    <a:pt x="418503" y="577585"/>
                    <a:pt x="414409" y="579452"/>
                    <a:pt x="410225" y="579452"/>
                  </a:cubicBezTo>
                  <a:cubicBezTo>
                    <a:pt x="407466" y="579452"/>
                    <a:pt x="404618" y="578652"/>
                    <a:pt x="402215" y="576874"/>
                  </a:cubicBezTo>
                  <a:lnTo>
                    <a:pt x="317393" y="514752"/>
                  </a:lnTo>
                  <a:lnTo>
                    <a:pt x="317393" y="565854"/>
                  </a:lnTo>
                  <a:cubicBezTo>
                    <a:pt x="317393" y="573408"/>
                    <a:pt x="311341" y="579452"/>
                    <a:pt x="303775" y="579452"/>
                  </a:cubicBezTo>
                  <a:cubicBezTo>
                    <a:pt x="296299" y="579452"/>
                    <a:pt x="290157" y="573408"/>
                    <a:pt x="290157" y="565854"/>
                  </a:cubicBezTo>
                  <a:lnTo>
                    <a:pt x="290157" y="514752"/>
                  </a:lnTo>
                  <a:lnTo>
                    <a:pt x="205424" y="576874"/>
                  </a:lnTo>
                  <a:cubicBezTo>
                    <a:pt x="199372" y="581318"/>
                    <a:pt x="190827" y="579985"/>
                    <a:pt x="186377" y="573942"/>
                  </a:cubicBezTo>
                  <a:cubicBezTo>
                    <a:pt x="181927" y="567898"/>
                    <a:pt x="183262" y="559366"/>
                    <a:pt x="189314" y="554923"/>
                  </a:cubicBezTo>
                  <a:lnTo>
                    <a:pt x="290157" y="481069"/>
                  </a:lnTo>
                  <a:lnTo>
                    <a:pt x="290157" y="441165"/>
                  </a:lnTo>
                  <a:lnTo>
                    <a:pt x="58120" y="441165"/>
                  </a:lnTo>
                  <a:cubicBezTo>
                    <a:pt x="43167" y="441165"/>
                    <a:pt x="30885" y="428990"/>
                    <a:pt x="30885" y="413970"/>
                  </a:cubicBezTo>
                  <a:lnTo>
                    <a:pt x="30885" y="108514"/>
                  </a:lnTo>
                  <a:lnTo>
                    <a:pt x="27236" y="108514"/>
                  </a:lnTo>
                  <a:cubicBezTo>
                    <a:pt x="12194" y="108514"/>
                    <a:pt x="0" y="96338"/>
                    <a:pt x="0" y="81319"/>
                  </a:cubicBezTo>
                  <a:lnTo>
                    <a:pt x="0" y="56079"/>
                  </a:lnTo>
                  <a:cubicBezTo>
                    <a:pt x="0" y="41148"/>
                    <a:pt x="12194" y="28884"/>
                    <a:pt x="27236" y="28884"/>
                  </a:cubicBezTo>
                  <a:lnTo>
                    <a:pt x="290157" y="28884"/>
                  </a:lnTo>
                  <a:lnTo>
                    <a:pt x="290157" y="13597"/>
                  </a:lnTo>
                  <a:cubicBezTo>
                    <a:pt x="290157" y="6132"/>
                    <a:pt x="296299" y="0"/>
                    <a:pt x="30377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square" lIns="91440" tIns="45720" rIns="91440" bIns="45720" anchor="ctr">
              <a:normAutofit fontScale="8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8" name="iSḷîdé">
              <a:extLst>
                <a:ext uri="{FF2B5EF4-FFF2-40B4-BE49-F238E27FC236}">
                  <a16:creationId xmlns:a16="http://schemas.microsoft.com/office/drawing/2014/main" id="{D3399850-6BFD-5497-4E98-F39A8FA8DFC7}"/>
                </a:ext>
              </a:extLst>
            </p:cNvPr>
            <p:cNvSpPr/>
            <p:nvPr/>
          </p:nvSpPr>
          <p:spPr bwMode="auto">
            <a:xfrm>
              <a:off x="7224340" y="4029809"/>
              <a:ext cx="311058" cy="310551"/>
            </a:xfrm>
            <a:custGeom>
              <a:avLst/>
              <a:gdLst>
                <a:gd name="connsiteX0" fmla="*/ 139649 w 606580"/>
                <a:gd name="connsiteY0" fmla="*/ 323260 h 605592"/>
                <a:gd name="connsiteX1" fmla="*/ 274852 w 606580"/>
                <a:gd name="connsiteY1" fmla="*/ 323260 h 605592"/>
                <a:gd name="connsiteX2" fmla="*/ 274852 w 606580"/>
                <a:gd name="connsiteY2" fmla="*/ 349440 h 605592"/>
                <a:gd name="connsiteX3" fmla="*/ 139649 w 606580"/>
                <a:gd name="connsiteY3" fmla="*/ 349440 h 605592"/>
                <a:gd name="connsiteX4" fmla="*/ 66294 w 606580"/>
                <a:gd name="connsiteY4" fmla="*/ 26233 h 605592"/>
                <a:gd name="connsiteX5" fmla="*/ 66294 w 606580"/>
                <a:gd name="connsiteY5" fmla="*/ 375703 h 605592"/>
                <a:gd name="connsiteX6" fmla="*/ 540286 w 606580"/>
                <a:gd name="connsiteY6" fmla="*/ 375703 h 605592"/>
                <a:gd name="connsiteX7" fmla="*/ 540286 w 606580"/>
                <a:gd name="connsiteY7" fmla="*/ 26233 h 605592"/>
                <a:gd name="connsiteX8" fmla="*/ 39925 w 606580"/>
                <a:gd name="connsiteY8" fmla="*/ 0 h 605592"/>
                <a:gd name="connsiteX9" fmla="*/ 566655 w 606580"/>
                <a:gd name="connsiteY9" fmla="*/ 0 h 605592"/>
                <a:gd name="connsiteX10" fmla="*/ 566655 w 606580"/>
                <a:gd name="connsiteY10" fmla="*/ 375703 h 605592"/>
                <a:gd name="connsiteX11" fmla="*/ 606580 w 606580"/>
                <a:gd name="connsiteY11" fmla="*/ 375703 h 605592"/>
                <a:gd name="connsiteX12" fmla="*/ 606580 w 606580"/>
                <a:gd name="connsiteY12" fmla="*/ 401936 h 605592"/>
                <a:gd name="connsiteX13" fmla="*/ 373716 w 606580"/>
                <a:gd name="connsiteY13" fmla="*/ 401936 h 605592"/>
                <a:gd name="connsiteX14" fmla="*/ 413269 w 606580"/>
                <a:gd name="connsiteY14" fmla="*/ 600587 h 605592"/>
                <a:gd name="connsiteX15" fmla="*/ 387364 w 606580"/>
                <a:gd name="connsiteY15" fmla="*/ 605592 h 605592"/>
                <a:gd name="connsiteX16" fmla="*/ 346790 w 606580"/>
                <a:gd name="connsiteY16" fmla="*/ 401936 h 605592"/>
                <a:gd name="connsiteX17" fmla="*/ 316521 w 606580"/>
                <a:gd name="connsiteY17" fmla="*/ 401936 h 605592"/>
                <a:gd name="connsiteX18" fmla="*/ 316521 w 606580"/>
                <a:gd name="connsiteY18" fmla="*/ 551828 h 605592"/>
                <a:gd name="connsiteX19" fmla="*/ 290059 w 606580"/>
                <a:gd name="connsiteY19" fmla="*/ 551828 h 605592"/>
                <a:gd name="connsiteX20" fmla="*/ 290059 w 606580"/>
                <a:gd name="connsiteY20" fmla="*/ 401936 h 605592"/>
                <a:gd name="connsiteX21" fmla="*/ 247163 w 606580"/>
                <a:gd name="connsiteY21" fmla="*/ 401936 h 605592"/>
                <a:gd name="connsiteX22" fmla="*/ 206588 w 606580"/>
                <a:gd name="connsiteY22" fmla="*/ 605592 h 605592"/>
                <a:gd name="connsiteX23" fmla="*/ 180591 w 606580"/>
                <a:gd name="connsiteY23" fmla="*/ 600494 h 605592"/>
                <a:gd name="connsiteX24" fmla="*/ 220237 w 606580"/>
                <a:gd name="connsiteY24" fmla="*/ 401936 h 605592"/>
                <a:gd name="connsiteX25" fmla="*/ 0 w 606580"/>
                <a:gd name="connsiteY25" fmla="*/ 401936 h 605592"/>
                <a:gd name="connsiteX26" fmla="*/ 0 w 606580"/>
                <a:gd name="connsiteY26" fmla="*/ 375703 h 605592"/>
                <a:gd name="connsiteX27" fmla="*/ 39925 w 606580"/>
                <a:gd name="connsiteY27" fmla="*/ 375703 h 60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606580" h="605592">
                  <a:moveTo>
                    <a:pt x="139649" y="323260"/>
                  </a:moveTo>
                  <a:lnTo>
                    <a:pt x="274852" y="323260"/>
                  </a:lnTo>
                  <a:lnTo>
                    <a:pt x="274852" y="349440"/>
                  </a:lnTo>
                  <a:lnTo>
                    <a:pt x="139649" y="349440"/>
                  </a:lnTo>
                  <a:close/>
                  <a:moveTo>
                    <a:pt x="66294" y="26233"/>
                  </a:moveTo>
                  <a:lnTo>
                    <a:pt x="66294" y="375703"/>
                  </a:lnTo>
                  <a:lnTo>
                    <a:pt x="540286" y="375703"/>
                  </a:lnTo>
                  <a:lnTo>
                    <a:pt x="540286" y="26233"/>
                  </a:lnTo>
                  <a:close/>
                  <a:moveTo>
                    <a:pt x="39925" y="0"/>
                  </a:moveTo>
                  <a:lnTo>
                    <a:pt x="566655" y="0"/>
                  </a:lnTo>
                  <a:lnTo>
                    <a:pt x="566655" y="375703"/>
                  </a:lnTo>
                  <a:lnTo>
                    <a:pt x="606580" y="375703"/>
                  </a:lnTo>
                  <a:lnTo>
                    <a:pt x="606580" y="401936"/>
                  </a:lnTo>
                  <a:lnTo>
                    <a:pt x="373716" y="401936"/>
                  </a:lnTo>
                  <a:lnTo>
                    <a:pt x="413269" y="600587"/>
                  </a:lnTo>
                  <a:lnTo>
                    <a:pt x="387364" y="605592"/>
                  </a:lnTo>
                  <a:lnTo>
                    <a:pt x="346790" y="401936"/>
                  </a:lnTo>
                  <a:lnTo>
                    <a:pt x="316521" y="401936"/>
                  </a:lnTo>
                  <a:lnTo>
                    <a:pt x="316521" y="551828"/>
                  </a:lnTo>
                  <a:lnTo>
                    <a:pt x="290059" y="551828"/>
                  </a:lnTo>
                  <a:lnTo>
                    <a:pt x="290059" y="401936"/>
                  </a:lnTo>
                  <a:lnTo>
                    <a:pt x="247163" y="401936"/>
                  </a:lnTo>
                  <a:lnTo>
                    <a:pt x="206588" y="605592"/>
                  </a:lnTo>
                  <a:lnTo>
                    <a:pt x="180591" y="600494"/>
                  </a:lnTo>
                  <a:lnTo>
                    <a:pt x="220237" y="401936"/>
                  </a:lnTo>
                  <a:lnTo>
                    <a:pt x="0" y="401936"/>
                  </a:lnTo>
                  <a:lnTo>
                    <a:pt x="0" y="375703"/>
                  </a:lnTo>
                  <a:lnTo>
                    <a:pt x="39925" y="3757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square" lIns="91440" tIns="45720" rIns="91440" bIns="45720" anchor="ctr">
              <a:normAutofit fontScale="92500" lnSpcReduction="20000"/>
            </a:bodyPr>
            <a:lstStyle/>
            <a:p>
              <a:pPr algn="ctr"/>
              <a:endParaRPr/>
            </a:p>
          </p:txBody>
        </p:sp>
        <p:sp>
          <p:nvSpPr>
            <p:cNvPr id="9" name="i$liḓe">
              <a:extLst>
                <a:ext uri="{FF2B5EF4-FFF2-40B4-BE49-F238E27FC236}">
                  <a16:creationId xmlns:a16="http://schemas.microsoft.com/office/drawing/2014/main" id="{D0677C47-C49C-9EF7-BA98-2E7B7DE12B12}"/>
                </a:ext>
              </a:extLst>
            </p:cNvPr>
            <p:cNvSpPr/>
            <p:nvPr/>
          </p:nvSpPr>
          <p:spPr bwMode="auto">
            <a:xfrm>
              <a:off x="9696181" y="4029794"/>
              <a:ext cx="311058" cy="310581"/>
            </a:xfrm>
            <a:custGeom>
              <a:avLst/>
              <a:gdLst>
                <a:gd name="connsiteX0" fmla="*/ 424725 w 607004"/>
                <a:gd name="connsiteY0" fmla="*/ 67461 h 606075"/>
                <a:gd name="connsiteX1" fmla="*/ 522693 w 607004"/>
                <a:gd name="connsiteY1" fmla="*/ 67461 h 606075"/>
                <a:gd name="connsiteX2" fmla="*/ 539544 w 607004"/>
                <a:gd name="connsiteY2" fmla="*/ 84287 h 606075"/>
                <a:gd name="connsiteX3" fmla="*/ 539544 w 607004"/>
                <a:gd name="connsiteY3" fmla="*/ 182109 h 606075"/>
                <a:gd name="connsiteX4" fmla="*/ 522693 w 607004"/>
                <a:gd name="connsiteY4" fmla="*/ 198935 h 606075"/>
                <a:gd name="connsiteX5" fmla="*/ 505843 w 607004"/>
                <a:gd name="connsiteY5" fmla="*/ 182109 h 606075"/>
                <a:gd name="connsiteX6" fmla="*/ 505843 w 607004"/>
                <a:gd name="connsiteY6" fmla="*/ 124830 h 606075"/>
                <a:gd name="connsiteX7" fmla="*/ 332046 w 607004"/>
                <a:gd name="connsiteY7" fmla="*/ 298457 h 606075"/>
                <a:gd name="connsiteX8" fmla="*/ 308204 w 607004"/>
                <a:gd name="connsiteY8" fmla="*/ 298457 h 606075"/>
                <a:gd name="connsiteX9" fmla="*/ 233450 w 607004"/>
                <a:gd name="connsiteY9" fmla="*/ 223905 h 606075"/>
                <a:gd name="connsiteX10" fmla="*/ 96134 w 607004"/>
                <a:gd name="connsiteY10" fmla="*/ 361017 h 606075"/>
                <a:gd name="connsiteX11" fmla="*/ 72381 w 607004"/>
                <a:gd name="connsiteY11" fmla="*/ 361106 h 606075"/>
                <a:gd name="connsiteX12" fmla="*/ 72381 w 607004"/>
                <a:gd name="connsiteY12" fmla="*/ 337210 h 606075"/>
                <a:gd name="connsiteX13" fmla="*/ 221529 w 607004"/>
                <a:gd name="connsiteY13" fmla="*/ 188105 h 606075"/>
                <a:gd name="connsiteX14" fmla="*/ 245461 w 607004"/>
                <a:gd name="connsiteY14" fmla="*/ 188105 h 606075"/>
                <a:gd name="connsiteX15" fmla="*/ 320125 w 607004"/>
                <a:gd name="connsiteY15" fmla="*/ 262658 h 606075"/>
                <a:gd name="connsiteX16" fmla="*/ 481911 w 607004"/>
                <a:gd name="connsiteY16" fmla="*/ 101113 h 606075"/>
                <a:gd name="connsiteX17" fmla="*/ 424725 w 607004"/>
                <a:gd name="connsiteY17" fmla="*/ 101113 h 606075"/>
                <a:gd name="connsiteX18" fmla="*/ 407875 w 607004"/>
                <a:gd name="connsiteY18" fmla="*/ 84287 h 606075"/>
                <a:gd name="connsiteX19" fmla="*/ 424725 w 607004"/>
                <a:gd name="connsiteY19" fmla="*/ 67461 h 606075"/>
                <a:gd name="connsiteX20" fmla="*/ 33697 w 607004"/>
                <a:gd name="connsiteY20" fmla="*/ 33647 h 606075"/>
                <a:gd name="connsiteX21" fmla="*/ 33697 w 607004"/>
                <a:gd name="connsiteY21" fmla="*/ 399644 h 606075"/>
                <a:gd name="connsiteX22" fmla="*/ 573307 w 607004"/>
                <a:gd name="connsiteY22" fmla="*/ 399644 h 606075"/>
                <a:gd name="connsiteX23" fmla="*/ 573307 w 607004"/>
                <a:gd name="connsiteY23" fmla="*/ 33647 h 606075"/>
                <a:gd name="connsiteX24" fmla="*/ 16849 w 607004"/>
                <a:gd name="connsiteY24" fmla="*/ 0 h 606075"/>
                <a:gd name="connsiteX25" fmla="*/ 590155 w 607004"/>
                <a:gd name="connsiteY25" fmla="*/ 0 h 606075"/>
                <a:gd name="connsiteX26" fmla="*/ 607004 w 607004"/>
                <a:gd name="connsiteY26" fmla="*/ 16823 h 606075"/>
                <a:gd name="connsiteX27" fmla="*/ 607004 w 607004"/>
                <a:gd name="connsiteY27" fmla="*/ 416468 h 606075"/>
                <a:gd name="connsiteX28" fmla="*/ 590155 w 607004"/>
                <a:gd name="connsiteY28" fmla="*/ 433291 h 606075"/>
                <a:gd name="connsiteX29" fmla="*/ 320396 w 607004"/>
                <a:gd name="connsiteY29" fmla="*/ 433291 h 606075"/>
                <a:gd name="connsiteX30" fmla="*/ 320396 w 607004"/>
                <a:gd name="connsiteY30" fmla="*/ 503448 h 606075"/>
                <a:gd name="connsiteX31" fmla="*/ 456441 w 607004"/>
                <a:gd name="connsiteY31" fmla="*/ 577990 h 606075"/>
                <a:gd name="connsiteX32" fmla="*/ 455276 w 607004"/>
                <a:gd name="connsiteY32" fmla="*/ 601704 h 606075"/>
                <a:gd name="connsiteX33" fmla="*/ 431526 w 607004"/>
                <a:gd name="connsiteY33" fmla="*/ 600540 h 606075"/>
                <a:gd name="connsiteX34" fmla="*/ 320396 w 607004"/>
                <a:gd name="connsiteY34" fmla="*/ 537184 h 606075"/>
                <a:gd name="connsiteX35" fmla="*/ 320396 w 607004"/>
                <a:gd name="connsiteY35" fmla="*/ 589175 h 606075"/>
                <a:gd name="connsiteX36" fmla="*/ 303547 w 607004"/>
                <a:gd name="connsiteY36" fmla="*/ 605999 h 606075"/>
                <a:gd name="connsiteX37" fmla="*/ 286698 w 607004"/>
                <a:gd name="connsiteY37" fmla="*/ 589175 h 606075"/>
                <a:gd name="connsiteX38" fmla="*/ 286698 w 607004"/>
                <a:gd name="connsiteY38" fmla="*/ 537184 h 606075"/>
                <a:gd name="connsiteX39" fmla="*/ 175568 w 607004"/>
                <a:gd name="connsiteY39" fmla="*/ 600540 h 606075"/>
                <a:gd name="connsiteX40" fmla="*/ 151729 w 607004"/>
                <a:gd name="connsiteY40" fmla="*/ 601704 h 606075"/>
                <a:gd name="connsiteX41" fmla="*/ 150564 w 607004"/>
                <a:gd name="connsiteY41" fmla="*/ 577990 h 606075"/>
                <a:gd name="connsiteX42" fmla="*/ 286698 w 607004"/>
                <a:gd name="connsiteY42" fmla="*/ 503448 h 606075"/>
                <a:gd name="connsiteX43" fmla="*/ 286698 w 607004"/>
                <a:gd name="connsiteY43" fmla="*/ 433291 h 606075"/>
                <a:gd name="connsiteX44" fmla="*/ 16849 w 607004"/>
                <a:gd name="connsiteY44" fmla="*/ 433291 h 606075"/>
                <a:gd name="connsiteX45" fmla="*/ 0 w 607004"/>
                <a:gd name="connsiteY45" fmla="*/ 416468 h 606075"/>
                <a:gd name="connsiteX46" fmla="*/ 0 w 607004"/>
                <a:gd name="connsiteY46" fmla="*/ 16823 h 606075"/>
                <a:gd name="connsiteX47" fmla="*/ 16849 w 607004"/>
                <a:gd name="connsiteY47" fmla="*/ 0 h 606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607004" h="606075">
                  <a:moveTo>
                    <a:pt x="424725" y="67461"/>
                  </a:moveTo>
                  <a:lnTo>
                    <a:pt x="522693" y="67461"/>
                  </a:lnTo>
                  <a:cubicBezTo>
                    <a:pt x="532015" y="67461"/>
                    <a:pt x="539544" y="74979"/>
                    <a:pt x="539544" y="84287"/>
                  </a:cubicBezTo>
                  <a:lnTo>
                    <a:pt x="539544" y="182109"/>
                  </a:lnTo>
                  <a:cubicBezTo>
                    <a:pt x="539544" y="191417"/>
                    <a:pt x="532015" y="198935"/>
                    <a:pt x="522693" y="198935"/>
                  </a:cubicBezTo>
                  <a:cubicBezTo>
                    <a:pt x="513372" y="198935"/>
                    <a:pt x="505843" y="191417"/>
                    <a:pt x="505843" y="182109"/>
                  </a:cubicBezTo>
                  <a:lnTo>
                    <a:pt x="505843" y="124830"/>
                  </a:lnTo>
                  <a:lnTo>
                    <a:pt x="332046" y="298457"/>
                  </a:lnTo>
                  <a:cubicBezTo>
                    <a:pt x="325772" y="304811"/>
                    <a:pt x="314478" y="304811"/>
                    <a:pt x="308204" y="298457"/>
                  </a:cubicBezTo>
                  <a:lnTo>
                    <a:pt x="233450" y="223905"/>
                  </a:lnTo>
                  <a:lnTo>
                    <a:pt x="96134" y="361017"/>
                  </a:lnTo>
                  <a:cubicBezTo>
                    <a:pt x="92907" y="364328"/>
                    <a:pt x="80717" y="369340"/>
                    <a:pt x="72381" y="361106"/>
                  </a:cubicBezTo>
                  <a:cubicBezTo>
                    <a:pt x="65838" y="354394"/>
                    <a:pt x="65838" y="343833"/>
                    <a:pt x="72381" y="337210"/>
                  </a:cubicBezTo>
                  <a:lnTo>
                    <a:pt x="221529" y="188105"/>
                  </a:lnTo>
                  <a:cubicBezTo>
                    <a:pt x="227893" y="181751"/>
                    <a:pt x="239097" y="181751"/>
                    <a:pt x="245461" y="188105"/>
                  </a:cubicBezTo>
                  <a:lnTo>
                    <a:pt x="320125" y="262658"/>
                  </a:lnTo>
                  <a:lnTo>
                    <a:pt x="481911" y="101113"/>
                  </a:lnTo>
                  <a:lnTo>
                    <a:pt x="424725" y="101113"/>
                  </a:lnTo>
                  <a:cubicBezTo>
                    <a:pt x="415404" y="101113"/>
                    <a:pt x="407875" y="93595"/>
                    <a:pt x="407875" y="84287"/>
                  </a:cubicBezTo>
                  <a:cubicBezTo>
                    <a:pt x="407875" y="74979"/>
                    <a:pt x="415404" y="67461"/>
                    <a:pt x="424725" y="67461"/>
                  </a:cubicBezTo>
                  <a:close/>
                  <a:moveTo>
                    <a:pt x="33697" y="33647"/>
                  </a:moveTo>
                  <a:lnTo>
                    <a:pt x="33697" y="399644"/>
                  </a:lnTo>
                  <a:lnTo>
                    <a:pt x="573307" y="399644"/>
                  </a:lnTo>
                  <a:lnTo>
                    <a:pt x="573307" y="33647"/>
                  </a:lnTo>
                  <a:close/>
                  <a:moveTo>
                    <a:pt x="16849" y="0"/>
                  </a:moveTo>
                  <a:lnTo>
                    <a:pt x="590155" y="0"/>
                  </a:lnTo>
                  <a:cubicBezTo>
                    <a:pt x="599476" y="0"/>
                    <a:pt x="607004" y="7517"/>
                    <a:pt x="607004" y="16823"/>
                  </a:cubicBezTo>
                  <a:lnTo>
                    <a:pt x="607004" y="416468"/>
                  </a:lnTo>
                  <a:cubicBezTo>
                    <a:pt x="607004" y="425774"/>
                    <a:pt x="599476" y="433291"/>
                    <a:pt x="590155" y="433291"/>
                  </a:cubicBezTo>
                  <a:lnTo>
                    <a:pt x="320396" y="433291"/>
                  </a:lnTo>
                  <a:lnTo>
                    <a:pt x="320396" y="503448"/>
                  </a:lnTo>
                  <a:cubicBezTo>
                    <a:pt x="369598" y="508191"/>
                    <a:pt x="416290" y="533694"/>
                    <a:pt x="456441" y="577990"/>
                  </a:cubicBezTo>
                  <a:cubicBezTo>
                    <a:pt x="462714" y="584791"/>
                    <a:pt x="462176" y="595529"/>
                    <a:pt x="455276" y="601704"/>
                  </a:cubicBezTo>
                  <a:cubicBezTo>
                    <a:pt x="448375" y="607968"/>
                    <a:pt x="437710" y="607431"/>
                    <a:pt x="431526" y="600540"/>
                  </a:cubicBezTo>
                  <a:cubicBezTo>
                    <a:pt x="398008" y="563672"/>
                    <a:pt x="359919" y="541927"/>
                    <a:pt x="320396" y="537184"/>
                  </a:cubicBezTo>
                  <a:lnTo>
                    <a:pt x="320396" y="589175"/>
                  </a:lnTo>
                  <a:cubicBezTo>
                    <a:pt x="320396" y="598482"/>
                    <a:pt x="312868" y="605999"/>
                    <a:pt x="303547" y="605999"/>
                  </a:cubicBezTo>
                  <a:cubicBezTo>
                    <a:pt x="294226" y="605999"/>
                    <a:pt x="286698" y="598482"/>
                    <a:pt x="286698" y="589175"/>
                  </a:cubicBezTo>
                  <a:lnTo>
                    <a:pt x="286698" y="537184"/>
                  </a:lnTo>
                  <a:cubicBezTo>
                    <a:pt x="247086" y="542106"/>
                    <a:pt x="208997" y="563672"/>
                    <a:pt x="175568" y="600540"/>
                  </a:cubicBezTo>
                  <a:cubicBezTo>
                    <a:pt x="172162" y="604209"/>
                    <a:pt x="159436" y="608415"/>
                    <a:pt x="151729" y="601704"/>
                  </a:cubicBezTo>
                  <a:cubicBezTo>
                    <a:pt x="144828" y="595619"/>
                    <a:pt x="144380" y="584880"/>
                    <a:pt x="150564" y="577990"/>
                  </a:cubicBezTo>
                  <a:cubicBezTo>
                    <a:pt x="190714" y="533605"/>
                    <a:pt x="237407" y="508191"/>
                    <a:pt x="286698" y="503448"/>
                  </a:cubicBezTo>
                  <a:lnTo>
                    <a:pt x="286698" y="433291"/>
                  </a:lnTo>
                  <a:lnTo>
                    <a:pt x="16849" y="433291"/>
                  </a:lnTo>
                  <a:cubicBezTo>
                    <a:pt x="7528" y="433291"/>
                    <a:pt x="0" y="425774"/>
                    <a:pt x="0" y="416468"/>
                  </a:cubicBezTo>
                  <a:lnTo>
                    <a:pt x="0" y="16823"/>
                  </a:lnTo>
                  <a:cubicBezTo>
                    <a:pt x="0" y="7517"/>
                    <a:pt x="7528" y="0"/>
                    <a:pt x="1684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square" lIns="91440" tIns="45720" rIns="91440" bIns="45720" anchor="ctr">
              <a:normAutofit fontScale="92500" lnSpcReduction="20000"/>
            </a:bodyPr>
            <a:lstStyle/>
            <a:p>
              <a:pPr algn="ctr"/>
              <a:endParaRPr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EF05CD91-8FC1-F5DE-DEBE-1916ACDE5676}"/>
              </a:ext>
            </a:extLst>
          </p:cNvPr>
          <p:cNvSpPr txBox="1"/>
          <p:nvPr/>
        </p:nvSpPr>
        <p:spPr>
          <a:xfrm>
            <a:off x="1478882" y="3654459"/>
            <a:ext cx="7358586" cy="2120452"/>
          </a:xfrm>
          <a:custGeom>
            <a:avLst/>
            <a:gdLst>
              <a:gd name="connsiteX0" fmla="*/ 0 w 7358586"/>
              <a:gd name="connsiteY0" fmla="*/ 0 h 2120452"/>
              <a:gd name="connsiteX1" fmla="*/ 742548 w 7358586"/>
              <a:gd name="connsiteY1" fmla="*/ 0 h 2120452"/>
              <a:gd name="connsiteX2" fmla="*/ 1411511 w 7358586"/>
              <a:gd name="connsiteY2" fmla="*/ 0 h 2120452"/>
              <a:gd name="connsiteX3" fmla="*/ 1933301 w 7358586"/>
              <a:gd name="connsiteY3" fmla="*/ 0 h 2120452"/>
              <a:gd name="connsiteX4" fmla="*/ 2455092 w 7358586"/>
              <a:gd name="connsiteY4" fmla="*/ 0 h 2120452"/>
              <a:gd name="connsiteX5" fmla="*/ 3271226 w 7358586"/>
              <a:gd name="connsiteY5" fmla="*/ 0 h 2120452"/>
              <a:gd name="connsiteX6" fmla="*/ 3793017 w 7358586"/>
              <a:gd name="connsiteY6" fmla="*/ 0 h 2120452"/>
              <a:gd name="connsiteX7" fmla="*/ 4535565 w 7358586"/>
              <a:gd name="connsiteY7" fmla="*/ 0 h 2120452"/>
              <a:gd name="connsiteX8" fmla="*/ 5278113 w 7358586"/>
              <a:gd name="connsiteY8" fmla="*/ 0 h 2120452"/>
              <a:gd name="connsiteX9" fmla="*/ 5726318 w 7358586"/>
              <a:gd name="connsiteY9" fmla="*/ 0 h 2120452"/>
              <a:gd name="connsiteX10" fmla="*/ 6468866 w 7358586"/>
              <a:gd name="connsiteY10" fmla="*/ 0 h 2120452"/>
              <a:gd name="connsiteX11" fmla="*/ 7358586 w 7358586"/>
              <a:gd name="connsiteY11" fmla="*/ 0 h 2120452"/>
              <a:gd name="connsiteX12" fmla="*/ 7358586 w 7358586"/>
              <a:gd name="connsiteY12" fmla="*/ 466499 h 2120452"/>
              <a:gd name="connsiteX13" fmla="*/ 7358586 w 7358586"/>
              <a:gd name="connsiteY13" fmla="*/ 954203 h 2120452"/>
              <a:gd name="connsiteX14" fmla="*/ 7358586 w 7358586"/>
              <a:gd name="connsiteY14" fmla="*/ 1441907 h 2120452"/>
              <a:gd name="connsiteX15" fmla="*/ 7358586 w 7358586"/>
              <a:gd name="connsiteY15" fmla="*/ 2120452 h 2120452"/>
              <a:gd name="connsiteX16" fmla="*/ 6910381 w 7358586"/>
              <a:gd name="connsiteY16" fmla="*/ 2120452 h 2120452"/>
              <a:gd name="connsiteX17" fmla="*/ 6315005 w 7358586"/>
              <a:gd name="connsiteY17" fmla="*/ 2120452 h 2120452"/>
              <a:gd name="connsiteX18" fmla="*/ 5498871 w 7358586"/>
              <a:gd name="connsiteY18" fmla="*/ 2120452 h 2120452"/>
              <a:gd name="connsiteX19" fmla="*/ 5050666 w 7358586"/>
              <a:gd name="connsiteY19" fmla="*/ 2120452 h 2120452"/>
              <a:gd name="connsiteX20" fmla="*/ 4455289 w 7358586"/>
              <a:gd name="connsiteY20" fmla="*/ 2120452 h 2120452"/>
              <a:gd name="connsiteX21" fmla="*/ 3786327 w 7358586"/>
              <a:gd name="connsiteY21" fmla="*/ 2120452 h 2120452"/>
              <a:gd name="connsiteX22" fmla="*/ 3190950 w 7358586"/>
              <a:gd name="connsiteY22" fmla="*/ 2120452 h 2120452"/>
              <a:gd name="connsiteX23" fmla="*/ 2669160 w 7358586"/>
              <a:gd name="connsiteY23" fmla="*/ 2120452 h 2120452"/>
              <a:gd name="connsiteX24" fmla="*/ 1926612 w 7358586"/>
              <a:gd name="connsiteY24" fmla="*/ 2120452 h 2120452"/>
              <a:gd name="connsiteX25" fmla="*/ 1184063 w 7358586"/>
              <a:gd name="connsiteY25" fmla="*/ 2120452 h 2120452"/>
              <a:gd name="connsiteX26" fmla="*/ 735859 w 7358586"/>
              <a:gd name="connsiteY26" fmla="*/ 2120452 h 2120452"/>
              <a:gd name="connsiteX27" fmla="*/ 0 w 7358586"/>
              <a:gd name="connsiteY27" fmla="*/ 2120452 h 2120452"/>
              <a:gd name="connsiteX28" fmla="*/ 0 w 7358586"/>
              <a:gd name="connsiteY28" fmla="*/ 1653953 h 2120452"/>
              <a:gd name="connsiteX29" fmla="*/ 0 w 7358586"/>
              <a:gd name="connsiteY29" fmla="*/ 1166249 h 2120452"/>
              <a:gd name="connsiteX30" fmla="*/ 0 w 7358586"/>
              <a:gd name="connsiteY30" fmla="*/ 636136 h 2120452"/>
              <a:gd name="connsiteX31" fmla="*/ 0 w 7358586"/>
              <a:gd name="connsiteY31" fmla="*/ 0 h 2120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7358586" h="2120452" extrusionOk="0">
                <a:moveTo>
                  <a:pt x="0" y="0"/>
                </a:moveTo>
                <a:cubicBezTo>
                  <a:pt x="325673" y="5121"/>
                  <a:pt x="452366" y="29826"/>
                  <a:pt x="742548" y="0"/>
                </a:cubicBezTo>
                <a:cubicBezTo>
                  <a:pt x="1032730" y="-29826"/>
                  <a:pt x="1267280" y="26022"/>
                  <a:pt x="1411511" y="0"/>
                </a:cubicBezTo>
                <a:cubicBezTo>
                  <a:pt x="1555742" y="-26022"/>
                  <a:pt x="1811797" y="-18203"/>
                  <a:pt x="1933301" y="0"/>
                </a:cubicBezTo>
                <a:cubicBezTo>
                  <a:pt x="2054805" y="18203"/>
                  <a:pt x="2291561" y="5709"/>
                  <a:pt x="2455092" y="0"/>
                </a:cubicBezTo>
                <a:cubicBezTo>
                  <a:pt x="2618623" y="-5709"/>
                  <a:pt x="2989116" y="-39941"/>
                  <a:pt x="3271226" y="0"/>
                </a:cubicBezTo>
                <a:cubicBezTo>
                  <a:pt x="3553336" y="39941"/>
                  <a:pt x="3655643" y="23375"/>
                  <a:pt x="3793017" y="0"/>
                </a:cubicBezTo>
                <a:cubicBezTo>
                  <a:pt x="3930391" y="-23375"/>
                  <a:pt x="4269991" y="36801"/>
                  <a:pt x="4535565" y="0"/>
                </a:cubicBezTo>
                <a:cubicBezTo>
                  <a:pt x="4801139" y="-36801"/>
                  <a:pt x="4929002" y="3856"/>
                  <a:pt x="5278113" y="0"/>
                </a:cubicBezTo>
                <a:cubicBezTo>
                  <a:pt x="5627224" y="-3856"/>
                  <a:pt x="5614552" y="-5543"/>
                  <a:pt x="5726318" y="0"/>
                </a:cubicBezTo>
                <a:cubicBezTo>
                  <a:pt x="5838085" y="5543"/>
                  <a:pt x="6211977" y="11153"/>
                  <a:pt x="6468866" y="0"/>
                </a:cubicBezTo>
                <a:cubicBezTo>
                  <a:pt x="6725755" y="-11153"/>
                  <a:pt x="6940518" y="26695"/>
                  <a:pt x="7358586" y="0"/>
                </a:cubicBezTo>
                <a:cubicBezTo>
                  <a:pt x="7353795" y="123074"/>
                  <a:pt x="7363374" y="245379"/>
                  <a:pt x="7358586" y="466499"/>
                </a:cubicBezTo>
                <a:cubicBezTo>
                  <a:pt x="7353798" y="687619"/>
                  <a:pt x="7370189" y="785950"/>
                  <a:pt x="7358586" y="954203"/>
                </a:cubicBezTo>
                <a:cubicBezTo>
                  <a:pt x="7346983" y="1122456"/>
                  <a:pt x="7354823" y="1279596"/>
                  <a:pt x="7358586" y="1441907"/>
                </a:cubicBezTo>
                <a:cubicBezTo>
                  <a:pt x="7362349" y="1604218"/>
                  <a:pt x="7366287" y="1864775"/>
                  <a:pt x="7358586" y="2120452"/>
                </a:cubicBezTo>
                <a:cubicBezTo>
                  <a:pt x="7214359" y="2104496"/>
                  <a:pt x="7110372" y="2122529"/>
                  <a:pt x="6910381" y="2120452"/>
                </a:cubicBezTo>
                <a:cubicBezTo>
                  <a:pt x="6710390" y="2118375"/>
                  <a:pt x="6469390" y="2103783"/>
                  <a:pt x="6315005" y="2120452"/>
                </a:cubicBezTo>
                <a:cubicBezTo>
                  <a:pt x="6160620" y="2137121"/>
                  <a:pt x="5895440" y="2087287"/>
                  <a:pt x="5498871" y="2120452"/>
                </a:cubicBezTo>
                <a:cubicBezTo>
                  <a:pt x="5102302" y="2153617"/>
                  <a:pt x="5255704" y="2103857"/>
                  <a:pt x="5050666" y="2120452"/>
                </a:cubicBezTo>
                <a:cubicBezTo>
                  <a:pt x="4845629" y="2137047"/>
                  <a:pt x="4683353" y="2107601"/>
                  <a:pt x="4455289" y="2120452"/>
                </a:cubicBezTo>
                <a:cubicBezTo>
                  <a:pt x="4227225" y="2133303"/>
                  <a:pt x="4097255" y="2090697"/>
                  <a:pt x="3786327" y="2120452"/>
                </a:cubicBezTo>
                <a:cubicBezTo>
                  <a:pt x="3475399" y="2150207"/>
                  <a:pt x="3420024" y="2142330"/>
                  <a:pt x="3190950" y="2120452"/>
                </a:cubicBezTo>
                <a:cubicBezTo>
                  <a:pt x="2961876" y="2098574"/>
                  <a:pt x="2830166" y="2134218"/>
                  <a:pt x="2669160" y="2120452"/>
                </a:cubicBezTo>
                <a:cubicBezTo>
                  <a:pt x="2508154" y="2106687"/>
                  <a:pt x="2194549" y="2118291"/>
                  <a:pt x="1926612" y="2120452"/>
                </a:cubicBezTo>
                <a:cubicBezTo>
                  <a:pt x="1658675" y="2122613"/>
                  <a:pt x="1458553" y="2150514"/>
                  <a:pt x="1184063" y="2120452"/>
                </a:cubicBezTo>
                <a:cubicBezTo>
                  <a:pt x="909573" y="2090390"/>
                  <a:pt x="943398" y="2134149"/>
                  <a:pt x="735859" y="2120452"/>
                </a:cubicBezTo>
                <a:cubicBezTo>
                  <a:pt x="528320" y="2106755"/>
                  <a:pt x="344884" y="2109517"/>
                  <a:pt x="0" y="2120452"/>
                </a:cubicBezTo>
                <a:cubicBezTo>
                  <a:pt x="9136" y="1958562"/>
                  <a:pt x="4725" y="1851645"/>
                  <a:pt x="0" y="1653953"/>
                </a:cubicBezTo>
                <a:cubicBezTo>
                  <a:pt x="-4725" y="1456261"/>
                  <a:pt x="21249" y="1382104"/>
                  <a:pt x="0" y="1166249"/>
                </a:cubicBezTo>
                <a:cubicBezTo>
                  <a:pt x="-21249" y="950394"/>
                  <a:pt x="-9789" y="743576"/>
                  <a:pt x="0" y="636136"/>
                </a:cubicBezTo>
                <a:cubicBezTo>
                  <a:pt x="9789" y="528696"/>
                  <a:pt x="15027" y="205306"/>
                  <a:pt x="0" y="0"/>
                </a:cubicBezTo>
                <a:close/>
              </a:path>
            </a:pathLst>
          </a:custGeom>
          <a:noFill/>
          <a:ln w="28575">
            <a:solidFill>
              <a:srgbClr val="FFFF00"/>
            </a:solidFill>
            <a:extLst>
              <a:ext uri="{C807C97D-BFC1-408E-A445-0C87EB9F89A2}">
                <ask:lineSketchStyleProps xmlns:ask="http://schemas.microsoft.com/office/drawing/2018/sketchyshapes" sd="12632065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/>
              <a:t>可扩展性</a:t>
            </a:r>
            <a:r>
              <a:rPr lang="zh-CN" altLang="en-US"/>
              <a:t>：添加新游戏只需创建新的</a:t>
            </a:r>
            <a:r>
              <a:rPr lang="en-US" altLang="zh-CN"/>
              <a:t>Game</a:t>
            </a:r>
            <a:r>
              <a:rPr lang="zh-CN" altLang="en-US"/>
              <a:t>子类，无需修改现有代码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/>
              <a:t>代码复用</a:t>
            </a:r>
            <a:r>
              <a:rPr lang="zh-CN" altLang="en-US"/>
              <a:t>：通用功能在抽象基类中实现，子类只需关注特定规则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/>
              <a:t>维护性</a:t>
            </a:r>
            <a:r>
              <a:rPr lang="zh-CN" altLang="en-US"/>
              <a:t>：每个类职责单一，逻辑清晰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/>
              <a:t>类型安全</a:t>
            </a:r>
            <a:r>
              <a:rPr lang="zh-CN" altLang="en-US"/>
              <a:t>：不再需要</a:t>
            </a:r>
            <a:r>
              <a:rPr lang="en-US" altLang="zh-CN"/>
              <a:t>instanceof</a:t>
            </a:r>
            <a:r>
              <a:rPr lang="zh-CN" altLang="en-US"/>
              <a:t>判断，使用多态处理不同游戏类型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/>
              <a:t>解耦</a:t>
            </a:r>
            <a:r>
              <a:rPr lang="zh-CN" altLang="en-US"/>
              <a:t>：游戏管理、棋盘操作、规则逻辑分离，降低了代码耦合度</a:t>
            </a: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347D2C11-DA22-F712-1797-345B9FF14F76}"/>
              </a:ext>
            </a:extLst>
          </p:cNvPr>
          <p:cNvSpPr/>
          <p:nvPr/>
        </p:nvSpPr>
        <p:spPr>
          <a:xfrm>
            <a:off x="393032" y="3564082"/>
            <a:ext cx="1023505" cy="1096241"/>
          </a:xfrm>
          <a:prstGeom prst="rightArrow">
            <a:avLst/>
          </a:prstGeom>
          <a:solidFill>
            <a:srgbClr val="FFC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5181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片包含 天空, 城市, 户外, 建筑物&#10;&#10;已生成极高可信度的说明">
            <a:extLst>
              <a:ext uri="{FF2B5EF4-FFF2-40B4-BE49-F238E27FC236}">
                <a16:creationId xmlns:a16="http://schemas.microsoft.com/office/drawing/2014/main" id="{51CEA01F-EFF6-4BAE-8388-97A1ADE14A0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093304"/>
            <a:ext cx="12192000" cy="215564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69925" y="3570003"/>
            <a:ext cx="4880270" cy="973538"/>
          </a:xfrm>
        </p:spPr>
        <p:txBody>
          <a:bodyPr>
            <a:normAutofit/>
          </a:bodyPr>
          <a:lstStyle/>
          <a:p>
            <a:r>
              <a:rPr lang="en-US" altLang="zh-CN"/>
              <a:t>Thank you for listening.</a:t>
            </a:r>
            <a:endParaRPr lang="zh-CN" altLang="en-US" b="0" dirty="0"/>
          </a:p>
        </p:txBody>
      </p:sp>
      <p:sp>
        <p:nvSpPr>
          <p:cNvPr id="18" name="文本框 17"/>
          <p:cNvSpPr txBox="1"/>
          <p:nvPr/>
        </p:nvSpPr>
        <p:spPr>
          <a:xfrm>
            <a:off x="8915401" y="3654148"/>
            <a:ext cx="2613497" cy="566479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z="9600" b="1" dirty="0">
                <a:solidFill>
                  <a:schemeClr val="bg1"/>
                </a:solidFill>
              </a:rPr>
              <a:t>THANKS</a:t>
            </a:r>
            <a:endParaRPr lang="zh-CN" altLang="en-US" sz="9600" b="1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755373" y="600736"/>
            <a:ext cx="985139" cy="9851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>
              <a:solidFill>
                <a:schemeClr val="bg1">
                  <a:lumMod val="75000"/>
                </a:schemeClr>
              </a:solidFill>
              <a:latin typeface="Impact" panose="020B0806030902050204" pitchFamily="34" charset="0"/>
            </a:endParaRPr>
          </a:p>
        </p:txBody>
      </p:sp>
      <p:pic>
        <p:nvPicPr>
          <p:cNvPr id="10" name="图片 9" descr="图片包含 户外, 标牌&#10;&#10;已生成极高可信度的说明">
            <a:extLst>
              <a:ext uri="{FF2B5EF4-FFF2-40B4-BE49-F238E27FC236}">
                <a16:creationId xmlns:a16="http://schemas.microsoft.com/office/drawing/2014/main" id="{5FAB9E2B-D57D-425D-AB34-BE1479C232F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25" y="687013"/>
            <a:ext cx="814033" cy="812583"/>
          </a:xfrm>
          <a:prstGeom prst="rect">
            <a:avLst/>
          </a:prstGeom>
        </p:spPr>
      </p:pic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AA804F77-4FC0-5104-EA85-ABE0B9D95DA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zh-CN"/>
              <a:t>20250429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0430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1a5cd26e-eda9-49bf-ab5c-fd0a83db0c79&quot;,&quot;Name&quot;:&quot;iSlide&quot;,&quot;HeaderHeight&quot;:15.0,&quot;FooterHeight&quot;:9.0,&quot;SideMargin&quot;:5.5,&quot;TopMargin&quot;:0.0,&quot;BottomMargin&quot;:0.0,&quot;IntervalMargin&quot;:1.4}"/>
  <p:tag name="ISLIDE.THEME" val="cee161c5-ac60-4714-b672-4caab3bd272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1a259e69-0052-40b6-98f5-4b0b629e2df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f5142ed-cedd-4101-b125-39cec74acf0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f5142ed-cedd-4101-b125-39cec74acf0a"/>
</p:tagLst>
</file>

<file path=ppt/theme/theme1.xml><?xml version="1.0" encoding="utf-8"?>
<a:theme xmlns:a="http://schemas.openxmlformats.org/drawingml/2006/main" name="主题5">
  <a:themeElements>
    <a:clrScheme name="自定义 26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0A54D3"/>
      </a:accent1>
      <a:accent2>
        <a:srgbClr val="20428D"/>
      </a:accent2>
      <a:accent3>
        <a:srgbClr val="1A73C7"/>
      </a:accent3>
      <a:accent4>
        <a:srgbClr val="5066A2"/>
      </a:accent4>
      <a:accent5>
        <a:srgbClr val="5E5CA2"/>
      </a:accent5>
      <a:accent6>
        <a:srgbClr val="768394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主题5" id="{B8EDB911-D765-4A7B-BBC7-40DBB672FBA6}" vid="{AECAB1C0-5DF6-436C-85E8-20094DBE11C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26">
    <a:dk1>
      <a:srgbClr val="000000"/>
    </a:dk1>
    <a:lt1>
      <a:srgbClr val="FFFFFF"/>
    </a:lt1>
    <a:dk2>
      <a:srgbClr val="768394"/>
    </a:dk2>
    <a:lt2>
      <a:srgbClr val="F0F0F0"/>
    </a:lt2>
    <a:accent1>
      <a:srgbClr val="0A54D3"/>
    </a:accent1>
    <a:accent2>
      <a:srgbClr val="20428D"/>
    </a:accent2>
    <a:accent3>
      <a:srgbClr val="1A73C7"/>
    </a:accent3>
    <a:accent4>
      <a:srgbClr val="5066A2"/>
    </a:accent4>
    <a:accent5>
      <a:srgbClr val="5E5CA2"/>
    </a:accent5>
    <a:accent6>
      <a:srgbClr val="768394"/>
    </a:accent6>
    <a:hlink>
      <a:srgbClr val="4276AA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自定义 26">
    <a:dk1>
      <a:srgbClr val="000000"/>
    </a:dk1>
    <a:lt1>
      <a:srgbClr val="FFFFFF"/>
    </a:lt1>
    <a:dk2>
      <a:srgbClr val="768394"/>
    </a:dk2>
    <a:lt2>
      <a:srgbClr val="F0F0F0"/>
    </a:lt2>
    <a:accent1>
      <a:srgbClr val="0A54D3"/>
    </a:accent1>
    <a:accent2>
      <a:srgbClr val="20428D"/>
    </a:accent2>
    <a:accent3>
      <a:srgbClr val="1A73C7"/>
    </a:accent3>
    <a:accent4>
      <a:srgbClr val="5066A2"/>
    </a:accent4>
    <a:accent5>
      <a:srgbClr val="5E5CA2"/>
    </a:accent5>
    <a:accent6>
      <a:srgbClr val="768394"/>
    </a:accent6>
    <a:hlink>
      <a:srgbClr val="4276AA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自定义 26">
    <a:dk1>
      <a:srgbClr val="000000"/>
    </a:dk1>
    <a:lt1>
      <a:srgbClr val="FFFFFF"/>
    </a:lt1>
    <a:dk2>
      <a:srgbClr val="768394"/>
    </a:dk2>
    <a:lt2>
      <a:srgbClr val="F0F0F0"/>
    </a:lt2>
    <a:accent1>
      <a:srgbClr val="0A54D3"/>
    </a:accent1>
    <a:accent2>
      <a:srgbClr val="20428D"/>
    </a:accent2>
    <a:accent3>
      <a:srgbClr val="1A73C7"/>
    </a:accent3>
    <a:accent4>
      <a:srgbClr val="5066A2"/>
    </a:accent4>
    <a:accent5>
      <a:srgbClr val="5E5CA2"/>
    </a:accent5>
    <a:accent6>
      <a:srgbClr val="768394"/>
    </a:accent6>
    <a:hlink>
      <a:srgbClr val="4276AA"/>
    </a:hlink>
    <a:folHlink>
      <a:srgbClr val="BFBFBF"/>
    </a:folHlink>
  </a:clrScheme>
</a:themeOverride>
</file>

<file path=ppt/theme/themeOverride4.xml><?xml version="1.0" encoding="utf-8"?>
<a:themeOverride xmlns:a="http://schemas.openxmlformats.org/drawingml/2006/main">
  <a:clrScheme name="自定义 26">
    <a:dk1>
      <a:srgbClr val="000000"/>
    </a:dk1>
    <a:lt1>
      <a:srgbClr val="FFFFFF"/>
    </a:lt1>
    <a:dk2>
      <a:srgbClr val="768394"/>
    </a:dk2>
    <a:lt2>
      <a:srgbClr val="F0F0F0"/>
    </a:lt2>
    <a:accent1>
      <a:srgbClr val="0A54D3"/>
    </a:accent1>
    <a:accent2>
      <a:srgbClr val="20428D"/>
    </a:accent2>
    <a:accent3>
      <a:srgbClr val="1A73C7"/>
    </a:accent3>
    <a:accent4>
      <a:srgbClr val="5066A2"/>
    </a:accent4>
    <a:accent5>
      <a:srgbClr val="5E5CA2"/>
    </a:accent5>
    <a:accent6>
      <a:srgbClr val="768394"/>
    </a:accent6>
    <a:hlink>
      <a:srgbClr val="4276AA"/>
    </a:hlink>
    <a:folHlink>
      <a:srgbClr val="BFBFBF"/>
    </a:folHlink>
  </a:clrScheme>
</a:themeOverride>
</file>

<file path=ppt/theme/themeOverride5.xml><?xml version="1.0" encoding="utf-8"?>
<a:themeOverride xmlns:a="http://schemas.openxmlformats.org/drawingml/2006/main">
  <a:clrScheme name="自定义 26">
    <a:dk1>
      <a:srgbClr val="000000"/>
    </a:dk1>
    <a:lt1>
      <a:srgbClr val="FFFFFF"/>
    </a:lt1>
    <a:dk2>
      <a:srgbClr val="768394"/>
    </a:dk2>
    <a:lt2>
      <a:srgbClr val="F0F0F0"/>
    </a:lt2>
    <a:accent1>
      <a:srgbClr val="0A54D3"/>
    </a:accent1>
    <a:accent2>
      <a:srgbClr val="20428D"/>
    </a:accent2>
    <a:accent3>
      <a:srgbClr val="1A73C7"/>
    </a:accent3>
    <a:accent4>
      <a:srgbClr val="5066A2"/>
    </a:accent4>
    <a:accent5>
      <a:srgbClr val="5E5CA2"/>
    </a:accent5>
    <a:accent6>
      <a:srgbClr val="768394"/>
    </a:accent6>
    <a:hlink>
      <a:srgbClr val="4276AA"/>
    </a:hlink>
    <a:folHlink>
      <a:srgbClr val="BFBFBF"/>
    </a:folHlink>
  </a:clrScheme>
</a:themeOverride>
</file>

<file path=ppt/theme/themeOverride6.xml><?xml version="1.0" encoding="utf-8"?>
<a:themeOverride xmlns:a="http://schemas.openxmlformats.org/drawingml/2006/main">
  <a:clrScheme name="自定义 26">
    <a:dk1>
      <a:srgbClr val="000000"/>
    </a:dk1>
    <a:lt1>
      <a:srgbClr val="FFFFFF"/>
    </a:lt1>
    <a:dk2>
      <a:srgbClr val="768394"/>
    </a:dk2>
    <a:lt2>
      <a:srgbClr val="F0F0F0"/>
    </a:lt2>
    <a:accent1>
      <a:srgbClr val="0A54D3"/>
    </a:accent1>
    <a:accent2>
      <a:srgbClr val="20428D"/>
    </a:accent2>
    <a:accent3>
      <a:srgbClr val="1A73C7"/>
    </a:accent3>
    <a:accent4>
      <a:srgbClr val="5066A2"/>
    </a:accent4>
    <a:accent5>
      <a:srgbClr val="5E5CA2"/>
    </a:accent5>
    <a:accent6>
      <a:srgbClr val="768394"/>
    </a:accent6>
    <a:hlink>
      <a:srgbClr val="4276AA"/>
    </a:hlink>
    <a:folHlink>
      <a:srgbClr val="BFBFBF"/>
    </a:folHlink>
  </a:clrScheme>
</a:themeOverride>
</file>

<file path=ppt/theme/themeOverride7.xml><?xml version="1.0" encoding="utf-8"?>
<a:themeOverride xmlns:a="http://schemas.openxmlformats.org/drawingml/2006/main">
  <a:clrScheme name="自定义 26">
    <a:dk1>
      <a:srgbClr val="000000"/>
    </a:dk1>
    <a:lt1>
      <a:srgbClr val="FFFFFF"/>
    </a:lt1>
    <a:dk2>
      <a:srgbClr val="768394"/>
    </a:dk2>
    <a:lt2>
      <a:srgbClr val="F0F0F0"/>
    </a:lt2>
    <a:accent1>
      <a:srgbClr val="0A54D3"/>
    </a:accent1>
    <a:accent2>
      <a:srgbClr val="20428D"/>
    </a:accent2>
    <a:accent3>
      <a:srgbClr val="1A73C7"/>
    </a:accent3>
    <a:accent4>
      <a:srgbClr val="5066A2"/>
    </a:accent4>
    <a:accent5>
      <a:srgbClr val="5E5CA2"/>
    </a:accent5>
    <a:accent6>
      <a:srgbClr val="768394"/>
    </a:accent6>
    <a:hlink>
      <a:srgbClr val="4276AA"/>
    </a:hlink>
    <a:folHlink>
      <a:srgbClr val="BFBFBF"/>
    </a:folHlink>
  </a:clrScheme>
</a:themeOverride>
</file>

<file path=ppt/theme/themeOverride8.xml><?xml version="1.0" encoding="utf-8"?>
<a:themeOverride xmlns:a="http://schemas.openxmlformats.org/drawingml/2006/main">
  <a:clrScheme name="自定义 26">
    <a:dk1>
      <a:srgbClr val="000000"/>
    </a:dk1>
    <a:lt1>
      <a:srgbClr val="FFFFFF"/>
    </a:lt1>
    <a:dk2>
      <a:srgbClr val="768394"/>
    </a:dk2>
    <a:lt2>
      <a:srgbClr val="F0F0F0"/>
    </a:lt2>
    <a:accent1>
      <a:srgbClr val="0A54D3"/>
    </a:accent1>
    <a:accent2>
      <a:srgbClr val="20428D"/>
    </a:accent2>
    <a:accent3>
      <a:srgbClr val="1A73C7"/>
    </a:accent3>
    <a:accent4>
      <a:srgbClr val="5066A2"/>
    </a:accent4>
    <a:accent5>
      <a:srgbClr val="5E5CA2"/>
    </a:accent5>
    <a:accent6>
      <a:srgbClr val="768394"/>
    </a:accent6>
    <a:hlink>
      <a:srgbClr val="4276AA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2805</TotalTime>
  <Words>7573</Words>
  <Application>Microsoft Office PowerPoint</Application>
  <PresentationFormat>宽屏</PresentationFormat>
  <Paragraphs>963</Paragraphs>
  <Slides>34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1" baseType="lpstr">
      <vt:lpstr>Segoe WPC</vt:lpstr>
      <vt:lpstr>宋体</vt:lpstr>
      <vt:lpstr>Arial</vt:lpstr>
      <vt:lpstr>Calibri</vt:lpstr>
      <vt:lpstr>Consolas</vt:lpstr>
      <vt:lpstr>Impact</vt:lpstr>
      <vt:lpstr>主题5</vt:lpstr>
      <vt:lpstr>代码与演进过程分析</vt:lpstr>
      <vt:lpstr>PowerPoint 演示文稿</vt:lpstr>
      <vt:lpstr>优秀代码分析</vt:lpstr>
      <vt:lpstr>代码结构</vt:lpstr>
      <vt:lpstr>关键代码设计思路</vt:lpstr>
      <vt:lpstr>关键代码设计思路</vt:lpstr>
      <vt:lpstr>关键代码设计思路</vt:lpstr>
      <vt:lpstr>关键代码设计思路</vt:lpstr>
      <vt:lpstr>关键代码设计思路</vt:lpstr>
      <vt:lpstr>关键代码设计思路</vt:lpstr>
      <vt:lpstr>关键代码设计思路</vt:lpstr>
      <vt:lpstr>关键代码设计思路</vt:lpstr>
      <vt:lpstr>关键代码设计思路</vt:lpstr>
      <vt:lpstr>面向对象设计模式与原则</vt:lpstr>
      <vt:lpstr>面向对象设改进空间</vt:lpstr>
      <vt:lpstr>待改进代码分析</vt:lpstr>
      <vt:lpstr>代码简介</vt:lpstr>
      <vt:lpstr>关键功能实现</vt:lpstr>
      <vt:lpstr>问 题 分 析 与 改 进 方 向</vt:lpstr>
      <vt:lpstr>问 题 分 析 与 改 进 方 向</vt:lpstr>
      <vt:lpstr>问 题 分 析 与 改 进 方 向</vt:lpstr>
      <vt:lpstr>问 题 分 析 与 改 进 方 向</vt:lpstr>
      <vt:lpstr>代码演进与面向对象方法分析</vt:lpstr>
      <vt:lpstr>Lab4缺陷</vt:lpstr>
      <vt:lpstr>Lab4缺陷</vt:lpstr>
      <vt:lpstr>Lab4缺陷</vt:lpstr>
      <vt:lpstr>Lab4缺陷</vt:lpstr>
      <vt:lpstr>Lab5相应改进</vt:lpstr>
      <vt:lpstr>Lab5相应改进</vt:lpstr>
      <vt:lpstr>Lab5相应改进</vt:lpstr>
      <vt:lpstr>Lab5相应改进</vt:lpstr>
      <vt:lpstr>Lab5相应改进</vt:lpstr>
      <vt:lpstr>Lab5相应改进</vt:lpstr>
      <vt:lpstr>Thank you for listening.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天宇 孙</cp:lastModifiedBy>
  <cp:revision>179</cp:revision>
  <cp:lastPrinted>2018-04-24T16:00:00Z</cp:lastPrinted>
  <dcterms:created xsi:type="dcterms:W3CDTF">2018-04-24T16:00:00Z</dcterms:created>
  <dcterms:modified xsi:type="dcterms:W3CDTF">2025-04-26T09:36:31Z</dcterms:modified>
  <cp:category>work report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f807369b-8ec3-4b9c-a07e-eca95547e097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t-shyu@microsoft.com</vt:lpwstr>
  </property>
  <property fmtid="{D5CDD505-2E9C-101B-9397-08002B2CF9AE}" pid="6" name="MSIP_Label_f42aa342-8706-4288-bd11-ebb85995028c_SetDate">
    <vt:lpwstr>2018-09-03T09:04:55.7205662Z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